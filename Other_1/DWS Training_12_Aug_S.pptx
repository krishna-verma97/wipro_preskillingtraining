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3" r:id="rId7"/>
    <p:sldMasterId id="2147483686"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Lst>
  <p:sldSz cy="6858000" cx="9144000"/>
  <p:notesSz cx="6858000" cy="9144000"/>
  <p:embeddedFontLst>
    <p:embeddedFont>
      <p:font typeface="Quattrocento Sans"/>
      <p:regular r:id="rId55"/>
      <p:bold r:id="rId56"/>
      <p:italic r:id="rId57"/>
      <p:boldItalic r:id="rId58"/>
    </p:embeddedFont>
    <p:embeddedFont>
      <p:font typeface="Arial Black"/>
      <p:regular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0" roundtripDataSignature="AMtx7mi5t4EgCvNob0qLzNT5QyzJbC0k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EFBCA15-2E43-4E03-ADF0-53B9DDC5D8C4}">
  <a:tblStyle styleId="{DEFBCA15-2E43-4E03-ADF0-53B9DDC5D8C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60" Type="http://customschemas.google.com/relationships/presentationmetadata" Target="metadata"/><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font" Target="fonts/QuattrocentoSans-regular.fntdata"/><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font" Target="fonts/QuattrocentoSans-italic.fntdata"/><Relationship Id="rId12" Type="http://schemas.openxmlformats.org/officeDocument/2006/relationships/slide" Target="slides/slide3.xml"/><Relationship Id="rId56" Type="http://schemas.openxmlformats.org/officeDocument/2006/relationships/font" Target="fonts/QuattrocentoSans-bold.fntdata"/><Relationship Id="rId15" Type="http://schemas.openxmlformats.org/officeDocument/2006/relationships/slide" Target="slides/slide6.xml"/><Relationship Id="rId59" Type="http://schemas.openxmlformats.org/officeDocument/2006/relationships/font" Target="fonts/ArialBlack-regular.fntdata"/><Relationship Id="rId14" Type="http://schemas.openxmlformats.org/officeDocument/2006/relationships/slide" Target="slides/slide5.xml"/><Relationship Id="rId58" Type="http://schemas.openxmlformats.org/officeDocument/2006/relationships/font" Target="fonts/QuattrocentoSans-boldItalic.fntdata"/><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9" name="Google Shape;73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t/>
            </a:r>
            <a:endParaRPr/>
          </a:p>
        </p:txBody>
      </p:sp>
      <p:sp>
        <p:nvSpPr>
          <p:cNvPr id="740" name="Google Shape;74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7" name="Google Shape;74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t/>
            </a:r>
            <a:endParaRPr/>
          </a:p>
        </p:txBody>
      </p:sp>
      <p:sp>
        <p:nvSpPr>
          <p:cNvPr id="748" name="Google Shape;74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6" name="Google Shape;7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t/>
            </a:r>
            <a:endParaRPr/>
          </a:p>
        </p:txBody>
      </p:sp>
      <p:sp>
        <p:nvSpPr>
          <p:cNvPr id="767" name="Google Shape;7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7" name="Google Shape;787;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2" name="Google Shape;792;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4" name="Google Shape;804;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6" name="Google Shape;816;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2" name="Google Shape;822;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9" name="Google Shape;829;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5" name="Google Shape;835;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 name="Google Shape;841;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7" name="Google Shape;847;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3" name="Google Shape;853;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9" name="Google Shape;859;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5" name="Google Shape;865;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1" name="Google Shape;871;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0" name="Google Shape;890;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6" name="Google Shape;896;p2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2" name="Google Shape;902;p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9" name="Google Shape;909;p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6" name="Google Shape;916;p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2" name="Google Shape;922;p2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8" name="Google Shape;928;p2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5" name="Google Shape;935;p2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1" name="Google Shape;941;p3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7" name="Google Shape;947;p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3" name="Google Shape;953;p3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9" name="Google Shape;959;p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5" name="Google Shape;965;p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1" name="Google Shape;971;p3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7" name="Google Shape;977;p3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p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9" name="Google Shape;989;p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5" name="Google Shape;995;p3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p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7" name="Google Shape;1007;p4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3" name="Google Shape;1013;p4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9" name="Google Shape;1019;p4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1" name="Google Shape;1031;p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2.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3.jp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7.jp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1.jp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8" name="Google Shape;28;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5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5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5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5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5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5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55"/>
          <p:cNvSpPr/>
          <p:nvPr>
            <p:ph idx="2" type="pic"/>
          </p:nvPr>
        </p:nvSpPr>
        <p:spPr>
          <a:xfrm>
            <a:off x="1792288" y="612775"/>
            <a:ext cx="5486400" cy="4114800"/>
          </a:xfrm>
          <a:prstGeom prst="rect">
            <a:avLst/>
          </a:prstGeom>
          <a:noFill/>
          <a:ln>
            <a:noFill/>
          </a:ln>
        </p:spPr>
      </p:sp>
      <p:sp>
        <p:nvSpPr>
          <p:cNvPr id="68" name="Google Shape;68;p5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5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5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89" name="Shape 89"/>
        <p:cNvGrpSpPr/>
        <p:nvPr/>
      </p:nvGrpSpPr>
      <p:grpSpPr>
        <a:xfrm>
          <a:off x="0" y="0"/>
          <a:ext cx="0" cy="0"/>
          <a:chOff x="0" y="0"/>
          <a:chExt cx="0" cy="0"/>
        </a:xfrm>
      </p:grpSpPr>
      <p:sp>
        <p:nvSpPr>
          <p:cNvPr id="90" name="Google Shape;90;p59"/>
          <p:cNvSpPr/>
          <p:nvPr/>
        </p:nvSpPr>
        <p:spPr>
          <a:xfrm>
            <a:off x="14177" y="0"/>
            <a:ext cx="9144000" cy="6858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91" name="Google Shape;91;p59"/>
          <p:cNvSpPr txBox="1"/>
          <p:nvPr>
            <p:ph type="ctrTitle"/>
          </p:nvPr>
        </p:nvSpPr>
        <p:spPr>
          <a:xfrm>
            <a:off x="3200400" y="1828800"/>
            <a:ext cx="5732417" cy="627864"/>
          </a:xfrm>
          <a:prstGeom prst="rect">
            <a:avLst/>
          </a:prstGeom>
          <a:solidFill>
            <a:srgbClr val="3399FF"/>
          </a:solidFill>
          <a:ln>
            <a:noFill/>
          </a:ln>
        </p:spPr>
        <p:txBody>
          <a:bodyPr anchorCtr="0" anchor="ctr" bIns="0" lIns="0" spcFirstLastPara="1" rIns="0" wrap="square" tIns="0">
            <a:spAutoFit/>
          </a:bodyPr>
          <a:lstStyle>
            <a:lvl1pPr lvl="0" algn="l">
              <a:lnSpc>
                <a:spcPct val="85000"/>
              </a:lnSpc>
              <a:spcBef>
                <a:spcPts val="2880"/>
              </a:spcBef>
              <a:spcAft>
                <a:spcPts val="0"/>
              </a:spcAft>
              <a:buClr>
                <a:schemeClr val="hlink"/>
              </a:buClr>
              <a:buSzPts val="4320"/>
              <a:buFont typeface="Quattrocento Sans"/>
              <a:buNone/>
              <a:defRPr sz="4800">
                <a:solidFill>
                  <a:schemeClr val="lt1"/>
                </a:solidFill>
                <a:latin typeface="Quattrocento Sans"/>
                <a:ea typeface="Quattrocento Sans"/>
                <a:cs typeface="Quattrocento Sans"/>
                <a:sym typeface="Quattrocento Sans"/>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92" name="Google Shape;92;p59"/>
          <p:cNvSpPr txBox="1"/>
          <p:nvPr>
            <p:ph idx="1" type="subTitle"/>
          </p:nvPr>
        </p:nvSpPr>
        <p:spPr>
          <a:xfrm>
            <a:off x="3200400" y="2895600"/>
            <a:ext cx="5775960" cy="1103872"/>
          </a:xfrm>
          <a:prstGeom prst="rect">
            <a:avLst/>
          </a:prstGeom>
          <a:noFill/>
          <a:ln>
            <a:noFill/>
          </a:ln>
        </p:spPr>
        <p:txBody>
          <a:bodyPr anchorCtr="0" anchor="t" bIns="45700" lIns="91425" spcFirstLastPara="1" rIns="91425" wrap="square" tIns="45700">
            <a:noAutofit/>
          </a:bodyPr>
          <a:lstStyle>
            <a:lvl1pPr lvl="0" algn="l">
              <a:lnSpc>
                <a:spcPct val="95000"/>
              </a:lnSpc>
              <a:spcBef>
                <a:spcPts val="1680"/>
              </a:spcBef>
              <a:spcAft>
                <a:spcPts val="0"/>
              </a:spcAft>
              <a:buSzPts val="2520"/>
              <a:buFont typeface="Quattrocento Sans"/>
              <a:buNone/>
              <a:defRPr sz="2800">
                <a:solidFill>
                  <a:schemeClr val="lt1"/>
                </a:solidFill>
                <a:latin typeface="Quattrocento Sans"/>
                <a:ea typeface="Quattrocento Sans"/>
                <a:cs typeface="Quattrocento Sans"/>
                <a:sym typeface="Quattrocento Sans"/>
              </a:defRPr>
            </a:lvl1pPr>
            <a:lvl2pPr lvl="1" algn="l">
              <a:lnSpc>
                <a:spcPct val="100000"/>
              </a:lnSpc>
              <a:spcBef>
                <a:spcPts val="600"/>
              </a:spcBef>
              <a:spcAft>
                <a:spcPts val="0"/>
              </a:spcAft>
              <a:buSzPts val="1440"/>
              <a:buChar char="•"/>
              <a:defRPr/>
            </a:lvl2pPr>
            <a:lvl3pPr lvl="2" algn="l">
              <a:lnSpc>
                <a:spcPct val="100000"/>
              </a:lnSpc>
              <a:spcBef>
                <a:spcPts val="600"/>
              </a:spcBef>
              <a:spcAft>
                <a:spcPts val="0"/>
              </a:spcAft>
              <a:buSzPts val="1440"/>
              <a:buChar char="•"/>
              <a:defRPr/>
            </a:lvl3pPr>
            <a:lvl4pPr lvl="3" algn="l">
              <a:lnSpc>
                <a:spcPct val="100000"/>
              </a:lnSpc>
              <a:spcBef>
                <a:spcPts val="600"/>
              </a:spcBef>
              <a:spcAft>
                <a:spcPts val="0"/>
              </a:spcAft>
              <a:buSzPts val="1620"/>
              <a:buChar char="•"/>
              <a:defRPr/>
            </a:lvl4pPr>
            <a:lvl5pPr lvl="4" algn="l">
              <a:lnSpc>
                <a:spcPct val="100000"/>
              </a:lnSpc>
              <a:spcBef>
                <a:spcPts val="600"/>
              </a:spcBef>
              <a:spcAft>
                <a:spcPts val="0"/>
              </a:spcAft>
              <a:buSzPts val="1620"/>
              <a:buChar char="•"/>
              <a:defRPr/>
            </a:lvl5pPr>
            <a:lvl6pPr lvl="5" algn="l">
              <a:lnSpc>
                <a:spcPct val="90000"/>
              </a:lnSpc>
              <a:spcBef>
                <a:spcPts val="1260"/>
              </a:spcBef>
              <a:spcAft>
                <a:spcPts val="0"/>
              </a:spcAft>
              <a:buSzPts val="1620"/>
              <a:buChar char="•"/>
              <a:defRPr/>
            </a:lvl6pPr>
            <a:lvl7pPr lvl="6" algn="l">
              <a:lnSpc>
                <a:spcPct val="90000"/>
              </a:lnSpc>
              <a:spcBef>
                <a:spcPts val="1260"/>
              </a:spcBef>
              <a:spcAft>
                <a:spcPts val="0"/>
              </a:spcAft>
              <a:buSzPts val="1620"/>
              <a:buChar char="•"/>
              <a:defRPr/>
            </a:lvl7pPr>
            <a:lvl8pPr lvl="7" algn="l">
              <a:lnSpc>
                <a:spcPct val="90000"/>
              </a:lnSpc>
              <a:spcBef>
                <a:spcPts val="1260"/>
              </a:spcBef>
              <a:spcAft>
                <a:spcPts val="0"/>
              </a:spcAft>
              <a:buSzPts val="1620"/>
              <a:buChar char="•"/>
              <a:defRPr/>
            </a:lvl8pPr>
            <a:lvl9pPr lvl="8" algn="l">
              <a:lnSpc>
                <a:spcPct val="90000"/>
              </a:lnSpc>
              <a:spcBef>
                <a:spcPts val="1260"/>
              </a:spcBef>
              <a:spcAft>
                <a:spcPts val="0"/>
              </a:spcAft>
              <a:buSzPts val="162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3" name="Shape 93"/>
        <p:cNvGrpSpPr/>
        <p:nvPr/>
      </p:nvGrpSpPr>
      <p:grpSpPr>
        <a:xfrm>
          <a:off x="0" y="0"/>
          <a:ext cx="0" cy="0"/>
          <a:chOff x="0" y="0"/>
          <a:chExt cx="0" cy="0"/>
        </a:xfrm>
      </p:grpSpPr>
      <p:sp>
        <p:nvSpPr>
          <p:cNvPr id="94" name="Google Shape;94;p60"/>
          <p:cNvSpPr txBox="1"/>
          <p:nvPr>
            <p:ph type="title"/>
          </p:nvPr>
        </p:nvSpPr>
        <p:spPr>
          <a:xfrm>
            <a:off x="460375" y="-2"/>
            <a:ext cx="7773988"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95" name="Google Shape;95;p60"/>
          <p:cNvSpPr txBox="1"/>
          <p:nvPr>
            <p:ph idx="1" type="body"/>
          </p:nvPr>
        </p:nvSpPr>
        <p:spPr>
          <a:xfrm>
            <a:off x="458788" y="1021215"/>
            <a:ext cx="8119156" cy="5147356"/>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6" name="Shape 96"/>
        <p:cNvGrpSpPr/>
        <p:nvPr/>
      </p:nvGrpSpPr>
      <p:grpSpPr>
        <a:xfrm>
          <a:off x="0" y="0"/>
          <a:ext cx="0" cy="0"/>
          <a:chOff x="0" y="0"/>
          <a:chExt cx="0" cy="0"/>
        </a:xfrm>
      </p:grpSpPr>
      <p:sp>
        <p:nvSpPr>
          <p:cNvPr id="97" name="Google Shape;97;p61"/>
          <p:cNvSpPr txBox="1"/>
          <p:nvPr>
            <p:ph type="title"/>
          </p:nvPr>
        </p:nvSpPr>
        <p:spPr>
          <a:xfrm>
            <a:off x="722313" y="4406900"/>
            <a:ext cx="7772400" cy="1362075"/>
          </a:xfrm>
          <a:prstGeom prst="rect">
            <a:avLst/>
          </a:prstGeom>
          <a:noFill/>
          <a:ln>
            <a:noFill/>
          </a:ln>
        </p:spPr>
        <p:txBody>
          <a:bodyPr anchorCtr="0" anchor="t" bIns="45700" lIns="0" spcFirstLastPara="1" rIns="91425" wrap="square" tIns="45700">
            <a:noAutofit/>
          </a:bodyPr>
          <a:lstStyle>
            <a:lvl1pPr lvl="0" algn="l">
              <a:lnSpc>
                <a:spcPct val="85000"/>
              </a:lnSpc>
              <a:spcBef>
                <a:spcPts val="0"/>
              </a:spcBef>
              <a:spcAft>
                <a:spcPts val="0"/>
              </a:spcAft>
              <a:buSzPts val="1400"/>
              <a:buNone/>
              <a:defRPr b="1" sz="4000" cap="none"/>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98" name="Google Shape;98;p61"/>
          <p:cNvSpPr txBox="1"/>
          <p:nvPr>
            <p:ph idx="1" type="body"/>
          </p:nvPr>
        </p:nvSpPr>
        <p:spPr>
          <a:xfrm>
            <a:off x="722313" y="2906713"/>
            <a:ext cx="7772400" cy="1500187"/>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600"/>
              </a:spcBef>
              <a:spcAft>
                <a:spcPts val="0"/>
              </a:spcAft>
              <a:buSzPts val="1800"/>
              <a:buNone/>
              <a:defRPr sz="2000"/>
            </a:lvl1pPr>
            <a:lvl2pPr indent="-228600" lvl="1" marL="914400" algn="l">
              <a:lnSpc>
                <a:spcPct val="100000"/>
              </a:lnSpc>
              <a:spcBef>
                <a:spcPts val="600"/>
              </a:spcBef>
              <a:spcAft>
                <a:spcPts val="0"/>
              </a:spcAft>
              <a:buSzPts val="1440"/>
              <a:buNone/>
              <a:defRPr sz="1800"/>
            </a:lvl2pPr>
            <a:lvl3pPr indent="-228600" lvl="2" marL="1371600" algn="l">
              <a:lnSpc>
                <a:spcPct val="100000"/>
              </a:lnSpc>
              <a:spcBef>
                <a:spcPts val="600"/>
              </a:spcBef>
              <a:spcAft>
                <a:spcPts val="0"/>
              </a:spcAft>
              <a:buSzPts val="1280"/>
              <a:buNone/>
              <a:defRPr sz="1600"/>
            </a:lvl3pPr>
            <a:lvl4pPr indent="-228600" lvl="3" marL="1828800" algn="l">
              <a:lnSpc>
                <a:spcPct val="100000"/>
              </a:lnSpc>
              <a:spcBef>
                <a:spcPts val="600"/>
              </a:spcBef>
              <a:spcAft>
                <a:spcPts val="0"/>
              </a:spcAft>
              <a:buSzPts val="1260"/>
              <a:buNone/>
              <a:defRPr sz="1400"/>
            </a:lvl4pPr>
            <a:lvl5pPr indent="-228600" lvl="4" marL="2286000" algn="l">
              <a:lnSpc>
                <a:spcPct val="100000"/>
              </a:lnSpc>
              <a:spcBef>
                <a:spcPts val="600"/>
              </a:spcBef>
              <a:spcAft>
                <a:spcPts val="0"/>
              </a:spcAft>
              <a:buSzPts val="1260"/>
              <a:buNone/>
              <a:defRPr sz="1400"/>
            </a:lvl5pPr>
            <a:lvl6pPr indent="-228600" lvl="5" marL="2743200" algn="l">
              <a:lnSpc>
                <a:spcPct val="90000"/>
              </a:lnSpc>
              <a:spcBef>
                <a:spcPts val="980"/>
              </a:spcBef>
              <a:spcAft>
                <a:spcPts val="0"/>
              </a:spcAft>
              <a:buSzPts val="1260"/>
              <a:buFont typeface="Verdana"/>
              <a:buNone/>
              <a:defRPr sz="1400"/>
            </a:lvl6pPr>
            <a:lvl7pPr indent="-228600" lvl="6" marL="3200400" algn="l">
              <a:lnSpc>
                <a:spcPct val="90000"/>
              </a:lnSpc>
              <a:spcBef>
                <a:spcPts val="980"/>
              </a:spcBef>
              <a:spcAft>
                <a:spcPts val="0"/>
              </a:spcAft>
              <a:buSzPts val="1260"/>
              <a:buFont typeface="Verdana"/>
              <a:buNone/>
              <a:defRPr sz="1400"/>
            </a:lvl7pPr>
            <a:lvl8pPr indent="-228600" lvl="7" marL="3657600" algn="l">
              <a:lnSpc>
                <a:spcPct val="90000"/>
              </a:lnSpc>
              <a:spcBef>
                <a:spcPts val="980"/>
              </a:spcBef>
              <a:spcAft>
                <a:spcPts val="0"/>
              </a:spcAft>
              <a:buSzPts val="1260"/>
              <a:buFont typeface="Verdana"/>
              <a:buNone/>
              <a:defRPr sz="1400"/>
            </a:lvl8pPr>
            <a:lvl9pPr indent="-228600" lvl="8" marL="4114800" algn="l">
              <a:lnSpc>
                <a:spcPct val="90000"/>
              </a:lnSpc>
              <a:spcBef>
                <a:spcPts val="980"/>
              </a:spcBef>
              <a:spcAft>
                <a:spcPts val="0"/>
              </a:spcAft>
              <a:buSzPts val="1260"/>
              <a:buFont typeface="Verdana"/>
              <a:buNone/>
              <a:defRPr sz="1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9" name="Shape 99"/>
        <p:cNvGrpSpPr/>
        <p:nvPr/>
      </p:nvGrpSpPr>
      <p:grpSpPr>
        <a:xfrm>
          <a:off x="0" y="0"/>
          <a:ext cx="0" cy="0"/>
          <a:chOff x="0" y="0"/>
          <a:chExt cx="0" cy="0"/>
        </a:xfrm>
      </p:grpSpPr>
      <p:sp>
        <p:nvSpPr>
          <p:cNvPr id="100" name="Google Shape;100;p62"/>
          <p:cNvSpPr txBox="1"/>
          <p:nvPr>
            <p:ph type="title"/>
          </p:nvPr>
        </p:nvSpPr>
        <p:spPr>
          <a:xfrm>
            <a:off x="460375" y="-2"/>
            <a:ext cx="7773988"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01" name="Google Shape;101;p62"/>
          <p:cNvSpPr txBox="1"/>
          <p:nvPr>
            <p:ph idx="1" type="body"/>
          </p:nvPr>
        </p:nvSpPr>
        <p:spPr>
          <a:xfrm>
            <a:off x="458788" y="992188"/>
            <a:ext cx="3798887" cy="4386262"/>
          </a:xfrm>
          <a:prstGeom prst="rect">
            <a:avLst/>
          </a:prstGeom>
          <a:noFill/>
          <a:ln>
            <a:noFill/>
          </a:ln>
        </p:spPr>
        <p:txBody>
          <a:bodyPr anchorCtr="0" anchor="t" bIns="0" lIns="0" spcFirstLastPara="1" rIns="0" wrap="square" tIns="0">
            <a:noAutofit/>
          </a:bodyPr>
          <a:lstStyle>
            <a:lvl1pPr indent="-388620" lvl="0" marL="457200" algn="l">
              <a:lnSpc>
                <a:spcPct val="100000"/>
              </a:lnSpc>
              <a:spcBef>
                <a:spcPts val="600"/>
              </a:spcBef>
              <a:spcAft>
                <a:spcPts val="0"/>
              </a:spcAft>
              <a:buSzPts val="2520"/>
              <a:buChar char="•"/>
              <a:defRPr sz="2800"/>
            </a:lvl1pPr>
            <a:lvl2pPr indent="-350519" lvl="1" marL="914400" algn="l">
              <a:lnSpc>
                <a:spcPct val="100000"/>
              </a:lnSpc>
              <a:spcBef>
                <a:spcPts val="600"/>
              </a:spcBef>
              <a:spcAft>
                <a:spcPts val="0"/>
              </a:spcAft>
              <a:buSzPts val="1920"/>
              <a:buChar char="•"/>
              <a:defRPr sz="2400"/>
            </a:lvl2pPr>
            <a:lvl3pPr indent="-330200" lvl="2" marL="1371600" algn="l">
              <a:lnSpc>
                <a:spcPct val="100000"/>
              </a:lnSpc>
              <a:spcBef>
                <a:spcPts val="600"/>
              </a:spcBef>
              <a:spcAft>
                <a:spcPts val="0"/>
              </a:spcAft>
              <a:buSzPts val="1600"/>
              <a:buChar char="•"/>
              <a:defRPr sz="20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90000"/>
              </a:lnSpc>
              <a:spcBef>
                <a:spcPts val="1260"/>
              </a:spcBef>
              <a:spcAft>
                <a:spcPts val="0"/>
              </a:spcAft>
              <a:buSzPts val="1620"/>
              <a:buFont typeface="Verdana"/>
              <a:buChar char="•"/>
              <a:defRPr sz="1800"/>
            </a:lvl6pPr>
            <a:lvl7pPr indent="-331470" lvl="6" marL="3200400" algn="l">
              <a:lnSpc>
                <a:spcPct val="90000"/>
              </a:lnSpc>
              <a:spcBef>
                <a:spcPts val="1260"/>
              </a:spcBef>
              <a:spcAft>
                <a:spcPts val="0"/>
              </a:spcAft>
              <a:buSzPts val="1620"/>
              <a:buFont typeface="Verdana"/>
              <a:buChar char="•"/>
              <a:defRPr sz="1800"/>
            </a:lvl7pPr>
            <a:lvl8pPr indent="-331470" lvl="7" marL="3657600" algn="l">
              <a:lnSpc>
                <a:spcPct val="90000"/>
              </a:lnSpc>
              <a:spcBef>
                <a:spcPts val="1260"/>
              </a:spcBef>
              <a:spcAft>
                <a:spcPts val="0"/>
              </a:spcAft>
              <a:buSzPts val="1620"/>
              <a:buFont typeface="Verdana"/>
              <a:buChar char="•"/>
              <a:defRPr sz="1800"/>
            </a:lvl8pPr>
            <a:lvl9pPr indent="-331470" lvl="8" marL="4114800" algn="l">
              <a:lnSpc>
                <a:spcPct val="90000"/>
              </a:lnSpc>
              <a:spcBef>
                <a:spcPts val="1260"/>
              </a:spcBef>
              <a:spcAft>
                <a:spcPts val="0"/>
              </a:spcAft>
              <a:buSzPts val="1620"/>
              <a:buFont typeface="Verdana"/>
              <a:buChar char="•"/>
              <a:defRPr sz="1800"/>
            </a:lvl9pPr>
          </a:lstStyle>
          <a:p/>
        </p:txBody>
      </p:sp>
      <p:sp>
        <p:nvSpPr>
          <p:cNvPr id="102" name="Google Shape;102;p62"/>
          <p:cNvSpPr txBox="1"/>
          <p:nvPr>
            <p:ph idx="2" type="body"/>
          </p:nvPr>
        </p:nvSpPr>
        <p:spPr>
          <a:xfrm>
            <a:off x="4410075" y="992188"/>
            <a:ext cx="3800475" cy="4386262"/>
          </a:xfrm>
          <a:prstGeom prst="rect">
            <a:avLst/>
          </a:prstGeom>
          <a:noFill/>
          <a:ln>
            <a:noFill/>
          </a:ln>
        </p:spPr>
        <p:txBody>
          <a:bodyPr anchorCtr="0" anchor="t" bIns="0" lIns="0" spcFirstLastPara="1" rIns="0" wrap="square" tIns="0">
            <a:noAutofit/>
          </a:bodyPr>
          <a:lstStyle>
            <a:lvl1pPr indent="-388620" lvl="0" marL="457200" algn="l">
              <a:lnSpc>
                <a:spcPct val="100000"/>
              </a:lnSpc>
              <a:spcBef>
                <a:spcPts val="600"/>
              </a:spcBef>
              <a:spcAft>
                <a:spcPts val="0"/>
              </a:spcAft>
              <a:buSzPts val="2520"/>
              <a:buChar char="•"/>
              <a:defRPr sz="2800"/>
            </a:lvl1pPr>
            <a:lvl2pPr indent="-350519" lvl="1" marL="914400" algn="l">
              <a:lnSpc>
                <a:spcPct val="100000"/>
              </a:lnSpc>
              <a:spcBef>
                <a:spcPts val="600"/>
              </a:spcBef>
              <a:spcAft>
                <a:spcPts val="0"/>
              </a:spcAft>
              <a:buSzPts val="1920"/>
              <a:buChar char="•"/>
              <a:defRPr sz="2400"/>
            </a:lvl2pPr>
            <a:lvl3pPr indent="-330200" lvl="2" marL="1371600" algn="l">
              <a:lnSpc>
                <a:spcPct val="100000"/>
              </a:lnSpc>
              <a:spcBef>
                <a:spcPts val="600"/>
              </a:spcBef>
              <a:spcAft>
                <a:spcPts val="0"/>
              </a:spcAft>
              <a:buSzPts val="1600"/>
              <a:buChar char="•"/>
              <a:defRPr sz="20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90000"/>
              </a:lnSpc>
              <a:spcBef>
                <a:spcPts val="1260"/>
              </a:spcBef>
              <a:spcAft>
                <a:spcPts val="0"/>
              </a:spcAft>
              <a:buSzPts val="1620"/>
              <a:buFont typeface="Verdana"/>
              <a:buChar char="•"/>
              <a:defRPr sz="1800"/>
            </a:lvl6pPr>
            <a:lvl7pPr indent="-331470" lvl="6" marL="3200400" algn="l">
              <a:lnSpc>
                <a:spcPct val="90000"/>
              </a:lnSpc>
              <a:spcBef>
                <a:spcPts val="1260"/>
              </a:spcBef>
              <a:spcAft>
                <a:spcPts val="0"/>
              </a:spcAft>
              <a:buSzPts val="1620"/>
              <a:buFont typeface="Verdana"/>
              <a:buChar char="•"/>
              <a:defRPr sz="1800"/>
            </a:lvl7pPr>
            <a:lvl8pPr indent="-331470" lvl="7" marL="3657600" algn="l">
              <a:lnSpc>
                <a:spcPct val="90000"/>
              </a:lnSpc>
              <a:spcBef>
                <a:spcPts val="1260"/>
              </a:spcBef>
              <a:spcAft>
                <a:spcPts val="0"/>
              </a:spcAft>
              <a:buSzPts val="1620"/>
              <a:buFont typeface="Verdana"/>
              <a:buChar char="•"/>
              <a:defRPr sz="1800"/>
            </a:lvl8pPr>
            <a:lvl9pPr indent="-331470" lvl="8" marL="4114800" algn="l">
              <a:lnSpc>
                <a:spcPct val="90000"/>
              </a:lnSpc>
              <a:spcBef>
                <a:spcPts val="1260"/>
              </a:spcBef>
              <a:spcAft>
                <a:spcPts val="0"/>
              </a:spcAft>
              <a:buSzPts val="1620"/>
              <a:buFont typeface="Verdana"/>
              <a:buChar char="•"/>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3" name="Shape 103"/>
        <p:cNvGrpSpPr/>
        <p:nvPr/>
      </p:nvGrpSpPr>
      <p:grpSpPr>
        <a:xfrm>
          <a:off x="0" y="0"/>
          <a:ext cx="0" cy="0"/>
          <a:chOff x="0" y="0"/>
          <a:chExt cx="0" cy="0"/>
        </a:xfrm>
      </p:grpSpPr>
      <p:sp>
        <p:nvSpPr>
          <p:cNvPr id="104" name="Google Shape;104;p63"/>
          <p:cNvSpPr txBox="1"/>
          <p:nvPr>
            <p:ph type="title"/>
          </p:nvPr>
        </p:nvSpPr>
        <p:spPr>
          <a:xfrm>
            <a:off x="457200" y="0"/>
            <a:ext cx="8229600" cy="807720"/>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05" name="Google Shape;105;p63"/>
          <p:cNvSpPr txBox="1"/>
          <p:nvPr>
            <p:ph idx="1" type="body"/>
          </p:nvPr>
        </p:nvSpPr>
        <p:spPr>
          <a:xfrm>
            <a:off x="457200" y="1535113"/>
            <a:ext cx="4040188" cy="6397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2160"/>
              <a:buNone/>
              <a:defRPr b="0" sz="2400">
                <a:solidFill>
                  <a:srgbClr val="0070C0"/>
                </a:solidFill>
              </a:defRPr>
            </a:lvl1pPr>
            <a:lvl2pPr indent="-228600" lvl="1" marL="914400" algn="l">
              <a:lnSpc>
                <a:spcPct val="100000"/>
              </a:lnSpc>
              <a:spcBef>
                <a:spcPts val="600"/>
              </a:spcBef>
              <a:spcAft>
                <a:spcPts val="0"/>
              </a:spcAft>
              <a:buSzPts val="1600"/>
              <a:buNone/>
              <a:defRPr b="1" sz="2000"/>
            </a:lvl2pPr>
            <a:lvl3pPr indent="-228600" lvl="2" marL="1371600" algn="l">
              <a:lnSpc>
                <a:spcPct val="100000"/>
              </a:lnSpc>
              <a:spcBef>
                <a:spcPts val="600"/>
              </a:spcBef>
              <a:spcAft>
                <a:spcPts val="0"/>
              </a:spcAft>
              <a:buSzPts val="1440"/>
              <a:buNone/>
              <a:defRPr b="1" sz="1800"/>
            </a:lvl3pPr>
            <a:lvl4pPr indent="-228600" lvl="3" marL="1828800" algn="l">
              <a:lnSpc>
                <a:spcPct val="100000"/>
              </a:lnSpc>
              <a:spcBef>
                <a:spcPts val="600"/>
              </a:spcBef>
              <a:spcAft>
                <a:spcPts val="0"/>
              </a:spcAft>
              <a:buSzPts val="1440"/>
              <a:buNone/>
              <a:defRPr b="1" sz="1600"/>
            </a:lvl4pPr>
            <a:lvl5pPr indent="-228600" lvl="4" marL="2286000" algn="l">
              <a:lnSpc>
                <a:spcPct val="100000"/>
              </a:lnSpc>
              <a:spcBef>
                <a:spcPts val="600"/>
              </a:spcBef>
              <a:spcAft>
                <a:spcPts val="0"/>
              </a:spcAft>
              <a:buSzPts val="1440"/>
              <a:buNone/>
              <a:defRPr b="1" sz="1600"/>
            </a:lvl5pPr>
            <a:lvl6pPr indent="-228600" lvl="5" marL="2743200" algn="l">
              <a:lnSpc>
                <a:spcPct val="90000"/>
              </a:lnSpc>
              <a:spcBef>
                <a:spcPts val="1120"/>
              </a:spcBef>
              <a:spcAft>
                <a:spcPts val="0"/>
              </a:spcAft>
              <a:buSzPts val="1440"/>
              <a:buFont typeface="Verdana"/>
              <a:buNone/>
              <a:defRPr b="1" sz="1600"/>
            </a:lvl6pPr>
            <a:lvl7pPr indent="-228600" lvl="6" marL="3200400" algn="l">
              <a:lnSpc>
                <a:spcPct val="90000"/>
              </a:lnSpc>
              <a:spcBef>
                <a:spcPts val="1120"/>
              </a:spcBef>
              <a:spcAft>
                <a:spcPts val="0"/>
              </a:spcAft>
              <a:buSzPts val="1440"/>
              <a:buFont typeface="Verdana"/>
              <a:buNone/>
              <a:defRPr b="1" sz="1600"/>
            </a:lvl7pPr>
            <a:lvl8pPr indent="-228600" lvl="7" marL="3657600" algn="l">
              <a:lnSpc>
                <a:spcPct val="90000"/>
              </a:lnSpc>
              <a:spcBef>
                <a:spcPts val="1120"/>
              </a:spcBef>
              <a:spcAft>
                <a:spcPts val="0"/>
              </a:spcAft>
              <a:buSzPts val="1440"/>
              <a:buFont typeface="Verdana"/>
              <a:buNone/>
              <a:defRPr b="1" sz="1600"/>
            </a:lvl8pPr>
            <a:lvl9pPr indent="-228600" lvl="8" marL="4114800" algn="l">
              <a:lnSpc>
                <a:spcPct val="90000"/>
              </a:lnSpc>
              <a:spcBef>
                <a:spcPts val="1120"/>
              </a:spcBef>
              <a:spcAft>
                <a:spcPts val="0"/>
              </a:spcAft>
              <a:buSzPts val="1440"/>
              <a:buFont typeface="Verdana"/>
              <a:buNone/>
              <a:defRPr b="1" sz="1600"/>
            </a:lvl9pPr>
          </a:lstStyle>
          <a:p/>
        </p:txBody>
      </p:sp>
      <p:sp>
        <p:nvSpPr>
          <p:cNvPr id="106" name="Google Shape;106;p63"/>
          <p:cNvSpPr txBox="1"/>
          <p:nvPr>
            <p:ph idx="2" type="body"/>
          </p:nvPr>
        </p:nvSpPr>
        <p:spPr>
          <a:xfrm>
            <a:off x="457200" y="2174875"/>
            <a:ext cx="4040188" cy="3951288"/>
          </a:xfrm>
          <a:prstGeom prst="rect">
            <a:avLst/>
          </a:prstGeom>
          <a:noFill/>
          <a:ln>
            <a:noFill/>
          </a:ln>
        </p:spPr>
        <p:txBody>
          <a:bodyPr anchorCtr="0" anchor="t" bIns="0" lIns="0" spcFirstLastPara="1" rIns="0" wrap="square" tIns="0">
            <a:noAutofit/>
          </a:bodyPr>
          <a:lstStyle>
            <a:lvl1pPr indent="-365760" lvl="0" marL="457200" algn="l">
              <a:lnSpc>
                <a:spcPct val="100000"/>
              </a:lnSpc>
              <a:spcBef>
                <a:spcPts val="600"/>
              </a:spcBef>
              <a:spcAft>
                <a:spcPts val="0"/>
              </a:spcAft>
              <a:buSzPts val="2160"/>
              <a:buChar char="•"/>
              <a:defRPr sz="2400"/>
            </a:lvl1pPr>
            <a:lvl2pPr indent="-330200" lvl="1" marL="914400" algn="l">
              <a:lnSpc>
                <a:spcPct val="100000"/>
              </a:lnSpc>
              <a:spcBef>
                <a:spcPts val="600"/>
              </a:spcBef>
              <a:spcAft>
                <a:spcPts val="0"/>
              </a:spcAft>
              <a:buSzPts val="1600"/>
              <a:buChar char="•"/>
              <a:defRPr sz="2000"/>
            </a:lvl2pPr>
            <a:lvl3pPr indent="-320039" lvl="2" marL="1371600" algn="l">
              <a:lnSpc>
                <a:spcPct val="100000"/>
              </a:lnSpc>
              <a:spcBef>
                <a:spcPts val="600"/>
              </a:spcBef>
              <a:spcAft>
                <a:spcPts val="0"/>
              </a:spcAft>
              <a:buSzPts val="1440"/>
              <a:buChar char="•"/>
              <a:defRPr sz="1800"/>
            </a:lvl3pPr>
            <a:lvl4pPr indent="-320039" lvl="3" marL="1828800" algn="l">
              <a:lnSpc>
                <a:spcPct val="100000"/>
              </a:lnSpc>
              <a:spcBef>
                <a:spcPts val="600"/>
              </a:spcBef>
              <a:spcAft>
                <a:spcPts val="0"/>
              </a:spcAft>
              <a:buSzPts val="1440"/>
              <a:buChar char="•"/>
              <a:defRPr sz="1600"/>
            </a:lvl4pPr>
            <a:lvl5pPr indent="-320039" lvl="4" marL="2286000" algn="l">
              <a:lnSpc>
                <a:spcPct val="100000"/>
              </a:lnSpc>
              <a:spcBef>
                <a:spcPts val="600"/>
              </a:spcBef>
              <a:spcAft>
                <a:spcPts val="0"/>
              </a:spcAft>
              <a:buSzPts val="1440"/>
              <a:buChar char="•"/>
              <a:defRPr sz="1600"/>
            </a:lvl5pPr>
            <a:lvl6pPr indent="-320039" lvl="5" marL="2743200" algn="l">
              <a:lnSpc>
                <a:spcPct val="90000"/>
              </a:lnSpc>
              <a:spcBef>
                <a:spcPts val="1120"/>
              </a:spcBef>
              <a:spcAft>
                <a:spcPts val="0"/>
              </a:spcAft>
              <a:buSzPts val="1440"/>
              <a:buFont typeface="Verdana"/>
              <a:buChar char="•"/>
              <a:defRPr sz="1600"/>
            </a:lvl6pPr>
            <a:lvl7pPr indent="-320039" lvl="6" marL="3200400" algn="l">
              <a:lnSpc>
                <a:spcPct val="90000"/>
              </a:lnSpc>
              <a:spcBef>
                <a:spcPts val="1120"/>
              </a:spcBef>
              <a:spcAft>
                <a:spcPts val="0"/>
              </a:spcAft>
              <a:buSzPts val="1440"/>
              <a:buFont typeface="Verdana"/>
              <a:buChar char="•"/>
              <a:defRPr sz="1600"/>
            </a:lvl7pPr>
            <a:lvl8pPr indent="-320040" lvl="7" marL="3657600" algn="l">
              <a:lnSpc>
                <a:spcPct val="90000"/>
              </a:lnSpc>
              <a:spcBef>
                <a:spcPts val="1120"/>
              </a:spcBef>
              <a:spcAft>
                <a:spcPts val="0"/>
              </a:spcAft>
              <a:buSzPts val="1440"/>
              <a:buFont typeface="Verdana"/>
              <a:buChar char="•"/>
              <a:defRPr sz="1600"/>
            </a:lvl8pPr>
            <a:lvl9pPr indent="-320040" lvl="8" marL="4114800" algn="l">
              <a:lnSpc>
                <a:spcPct val="90000"/>
              </a:lnSpc>
              <a:spcBef>
                <a:spcPts val="1120"/>
              </a:spcBef>
              <a:spcAft>
                <a:spcPts val="0"/>
              </a:spcAft>
              <a:buSzPts val="1440"/>
              <a:buFont typeface="Verdana"/>
              <a:buChar char="•"/>
              <a:defRPr sz="1600"/>
            </a:lvl9pPr>
          </a:lstStyle>
          <a:p/>
        </p:txBody>
      </p:sp>
      <p:sp>
        <p:nvSpPr>
          <p:cNvPr id="107" name="Google Shape;107;p63"/>
          <p:cNvSpPr txBox="1"/>
          <p:nvPr>
            <p:ph idx="3" type="body"/>
          </p:nvPr>
        </p:nvSpPr>
        <p:spPr>
          <a:xfrm>
            <a:off x="4645025" y="1535113"/>
            <a:ext cx="4041775" cy="6397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2160"/>
              <a:buNone/>
              <a:defRPr b="0" sz="2400">
                <a:solidFill>
                  <a:srgbClr val="0070C0"/>
                </a:solidFill>
              </a:defRPr>
            </a:lvl1pPr>
            <a:lvl2pPr indent="-228600" lvl="1" marL="914400" algn="l">
              <a:lnSpc>
                <a:spcPct val="100000"/>
              </a:lnSpc>
              <a:spcBef>
                <a:spcPts val="600"/>
              </a:spcBef>
              <a:spcAft>
                <a:spcPts val="0"/>
              </a:spcAft>
              <a:buSzPts val="1600"/>
              <a:buNone/>
              <a:defRPr b="1" sz="2000"/>
            </a:lvl2pPr>
            <a:lvl3pPr indent="-228600" lvl="2" marL="1371600" algn="l">
              <a:lnSpc>
                <a:spcPct val="100000"/>
              </a:lnSpc>
              <a:spcBef>
                <a:spcPts val="600"/>
              </a:spcBef>
              <a:spcAft>
                <a:spcPts val="0"/>
              </a:spcAft>
              <a:buSzPts val="1440"/>
              <a:buNone/>
              <a:defRPr b="1" sz="1800"/>
            </a:lvl3pPr>
            <a:lvl4pPr indent="-228600" lvl="3" marL="1828800" algn="l">
              <a:lnSpc>
                <a:spcPct val="100000"/>
              </a:lnSpc>
              <a:spcBef>
                <a:spcPts val="600"/>
              </a:spcBef>
              <a:spcAft>
                <a:spcPts val="0"/>
              </a:spcAft>
              <a:buSzPts val="1440"/>
              <a:buNone/>
              <a:defRPr b="1" sz="1600"/>
            </a:lvl4pPr>
            <a:lvl5pPr indent="-228600" lvl="4" marL="2286000" algn="l">
              <a:lnSpc>
                <a:spcPct val="100000"/>
              </a:lnSpc>
              <a:spcBef>
                <a:spcPts val="600"/>
              </a:spcBef>
              <a:spcAft>
                <a:spcPts val="0"/>
              </a:spcAft>
              <a:buSzPts val="1440"/>
              <a:buNone/>
              <a:defRPr b="1" sz="1600"/>
            </a:lvl5pPr>
            <a:lvl6pPr indent="-228600" lvl="5" marL="2743200" algn="l">
              <a:lnSpc>
                <a:spcPct val="90000"/>
              </a:lnSpc>
              <a:spcBef>
                <a:spcPts val="1120"/>
              </a:spcBef>
              <a:spcAft>
                <a:spcPts val="0"/>
              </a:spcAft>
              <a:buSzPts val="1440"/>
              <a:buFont typeface="Verdana"/>
              <a:buNone/>
              <a:defRPr b="1" sz="1600"/>
            </a:lvl6pPr>
            <a:lvl7pPr indent="-228600" lvl="6" marL="3200400" algn="l">
              <a:lnSpc>
                <a:spcPct val="90000"/>
              </a:lnSpc>
              <a:spcBef>
                <a:spcPts val="1120"/>
              </a:spcBef>
              <a:spcAft>
                <a:spcPts val="0"/>
              </a:spcAft>
              <a:buSzPts val="1440"/>
              <a:buFont typeface="Verdana"/>
              <a:buNone/>
              <a:defRPr b="1" sz="1600"/>
            </a:lvl7pPr>
            <a:lvl8pPr indent="-228600" lvl="7" marL="3657600" algn="l">
              <a:lnSpc>
                <a:spcPct val="90000"/>
              </a:lnSpc>
              <a:spcBef>
                <a:spcPts val="1120"/>
              </a:spcBef>
              <a:spcAft>
                <a:spcPts val="0"/>
              </a:spcAft>
              <a:buSzPts val="1440"/>
              <a:buFont typeface="Verdana"/>
              <a:buNone/>
              <a:defRPr b="1" sz="1600"/>
            </a:lvl8pPr>
            <a:lvl9pPr indent="-228600" lvl="8" marL="4114800" algn="l">
              <a:lnSpc>
                <a:spcPct val="90000"/>
              </a:lnSpc>
              <a:spcBef>
                <a:spcPts val="1120"/>
              </a:spcBef>
              <a:spcAft>
                <a:spcPts val="0"/>
              </a:spcAft>
              <a:buSzPts val="1440"/>
              <a:buFont typeface="Verdana"/>
              <a:buNone/>
              <a:defRPr b="1" sz="1600"/>
            </a:lvl9pPr>
          </a:lstStyle>
          <a:p/>
        </p:txBody>
      </p:sp>
      <p:sp>
        <p:nvSpPr>
          <p:cNvPr id="108" name="Google Shape;108;p63"/>
          <p:cNvSpPr txBox="1"/>
          <p:nvPr>
            <p:ph idx="4" type="body"/>
          </p:nvPr>
        </p:nvSpPr>
        <p:spPr>
          <a:xfrm>
            <a:off x="4645025" y="2174875"/>
            <a:ext cx="4041775" cy="3951288"/>
          </a:xfrm>
          <a:prstGeom prst="rect">
            <a:avLst/>
          </a:prstGeom>
          <a:noFill/>
          <a:ln>
            <a:noFill/>
          </a:ln>
        </p:spPr>
        <p:txBody>
          <a:bodyPr anchorCtr="0" anchor="t" bIns="0" lIns="0" spcFirstLastPara="1" rIns="0" wrap="square" tIns="0">
            <a:noAutofit/>
          </a:bodyPr>
          <a:lstStyle>
            <a:lvl1pPr indent="-365760" lvl="0" marL="457200" algn="l">
              <a:lnSpc>
                <a:spcPct val="100000"/>
              </a:lnSpc>
              <a:spcBef>
                <a:spcPts val="600"/>
              </a:spcBef>
              <a:spcAft>
                <a:spcPts val="0"/>
              </a:spcAft>
              <a:buSzPts val="2160"/>
              <a:buChar char="•"/>
              <a:defRPr sz="2400"/>
            </a:lvl1pPr>
            <a:lvl2pPr indent="-330200" lvl="1" marL="914400" algn="l">
              <a:lnSpc>
                <a:spcPct val="100000"/>
              </a:lnSpc>
              <a:spcBef>
                <a:spcPts val="600"/>
              </a:spcBef>
              <a:spcAft>
                <a:spcPts val="0"/>
              </a:spcAft>
              <a:buSzPts val="1600"/>
              <a:buChar char="•"/>
              <a:defRPr sz="2000"/>
            </a:lvl2pPr>
            <a:lvl3pPr indent="-320039" lvl="2" marL="1371600" algn="l">
              <a:lnSpc>
                <a:spcPct val="100000"/>
              </a:lnSpc>
              <a:spcBef>
                <a:spcPts val="600"/>
              </a:spcBef>
              <a:spcAft>
                <a:spcPts val="0"/>
              </a:spcAft>
              <a:buSzPts val="1440"/>
              <a:buChar char="•"/>
              <a:defRPr sz="1800"/>
            </a:lvl3pPr>
            <a:lvl4pPr indent="-320039" lvl="3" marL="1828800" algn="l">
              <a:lnSpc>
                <a:spcPct val="100000"/>
              </a:lnSpc>
              <a:spcBef>
                <a:spcPts val="600"/>
              </a:spcBef>
              <a:spcAft>
                <a:spcPts val="0"/>
              </a:spcAft>
              <a:buSzPts val="1440"/>
              <a:buChar char="•"/>
              <a:defRPr sz="1600"/>
            </a:lvl4pPr>
            <a:lvl5pPr indent="-320039" lvl="4" marL="2286000" algn="l">
              <a:lnSpc>
                <a:spcPct val="100000"/>
              </a:lnSpc>
              <a:spcBef>
                <a:spcPts val="600"/>
              </a:spcBef>
              <a:spcAft>
                <a:spcPts val="0"/>
              </a:spcAft>
              <a:buSzPts val="1440"/>
              <a:buChar char="•"/>
              <a:defRPr sz="1600"/>
            </a:lvl5pPr>
            <a:lvl6pPr indent="-320039" lvl="5" marL="2743200" algn="l">
              <a:lnSpc>
                <a:spcPct val="90000"/>
              </a:lnSpc>
              <a:spcBef>
                <a:spcPts val="1120"/>
              </a:spcBef>
              <a:spcAft>
                <a:spcPts val="0"/>
              </a:spcAft>
              <a:buSzPts val="1440"/>
              <a:buFont typeface="Verdana"/>
              <a:buChar char="•"/>
              <a:defRPr sz="1600"/>
            </a:lvl6pPr>
            <a:lvl7pPr indent="-320039" lvl="6" marL="3200400" algn="l">
              <a:lnSpc>
                <a:spcPct val="90000"/>
              </a:lnSpc>
              <a:spcBef>
                <a:spcPts val="1120"/>
              </a:spcBef>
              <a:spcAft>
                <a:spcPts val="0"/>
              </a:spcAft>
              <a:buSzPts val="1440"/>
              <a:buFont typeface="Verdana"/>
              <a:buChar char="•"/>
              <a:defRPr sz="1600"/>
            </a:lvl7pPr>
            <a:lvl8pPr indent="-320040" lvl="7" marL="3657600" algn="l">
              <a:lnSpc>
                <a:spcPct val="90000"/>
              </a:lnSpc>
              <a:spcBef>
                <a:spcPts val="1120"/>
              </a:spcBef>
              <a:spcAft>
                <a:spcPts val="0"/>
              </a:spcAft>
              <a:buSzPts val="1440"/>
              <a:buFont typeface="Verdana"/>
              <a:buChar char="•"/>
              <a:defRPr sz="1600"/>
            </a:lvl8pPr>
            <a:lvl9pPr indent="-320040" lvl="8" marL="4114800" algn="l">
              <a:lnSpc>
                <a:spcPct val="90000"/>
              </a:lnSpc>
              <a:spcBef>
                <a:spcPts val="1120"/>
              </a:spcBef>
              <a:spcAft>
                <a:spcPts val="0"/>
              </a:spcAft>
              <a:buSzPts val="1440"/>
              <a:buFont typeface="Verdana"/>
              <a:buChar char="•"/>
              <a:defRPr sz="16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9" name="Shape 109"/>
        <p:cNvGrpSpPr/>
        <p:nvPr/>
      </p:nvGrpSpPr>
      <p:grpSpPr>
        <a:xfrm>
          <a:off x="0" y="0"/>
          <a:ext cx="0" cy="0"/>
          <a:chOff x="0" y="0"/>
          <a:chExt cx="0" cy="0"/>
        </a:xfrm>
      </p:grpSpPr>
      <p:sp>
        <p:nvSpPr>
          <p:cNvPr id="110" name="Google Shape;110;p64"/>
          <p:cNvSpPr txBox="1"/>
          <p:nvPr>
            <p:ph type="title"/>
          </p:nvPr>
        </p:nvSpPr>
        <p:spPr>
          <a:xfrm>
            <a:off x="460375" y="-2"/>
            <a:ext cx="7773988"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1" name="Shape 111"/>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2" name="Shape 112"/>
        <p:cNvGrpSpPr/>
        <p:nvPr/>
      </p:nvGrpSpPr>
      <p:grpSpPr>
        <a:xfrm>
          <a:off x="0" y="0"/>
          <a:ext cx="0" cy="0"/>
          <a:chOff x="0" y="0"/>
          <a:chExt cx="0" cy="0"/>
        </a:xfrm>
      </p:grpSpPr>
      <p:sp>
        <p:nvSpPr>
          <p:cNvPr id="113" name="Google Shape;113;p66"/>
          <p:cNvSpPr txBox="1"/>
          <p:nvPr>
            <p:ph type="title"/>
          </p:nvPr>
        </p:nvSpPr>
        <p:spPr>
          <a:xfrm>
            <a:off x="457200" y="273050"/>
            <a:ext cx="3008313" cy="1162050"/>
          </a:xfrm>
          <a:prstGeom prst="rect">
            <a:avLst/>
          </a:prstGeom>
          <a:noFill/>
          <a:ln>
            <a:noFill/>
          </a:ln>
        </p:spPr>
        <p:txBody>
          <a:bodyPr anchorCtr="0" anchor="t" bIns="45700" lIns="0" spcFirstLastPara="1" rIns="91425" wrap="square" tIns="45700">
            <a:noAutofit/>
          </a:bodyPr>
          <a:lstStyle>
            <a:lvl1pPr lvl="0" algn="l">
              <a:lnSpc>
                <a:spcPct val="85000"/>
              </a:lnSpc>
              <a:spcBef>
                <a:spcPts val="0"/>
              </a:spcBef>
              <a:spcAft>
                <a:spcPts val="0"/>
              </a:spcAft>
              <a:buSzPts val="1400"/>
              <a:buNone/>
              <a:defRPr b="0" sz="2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14" name="Google Shape;114;p66"/>
          <p:cNvSpPr txBox="1"/>
          <p:nvPr>
            <p:ph idx="1" type="body"/>
          </p:nvPr>
        </p:nvSpPr>
        <p:spPr>
          <a:xfrm>
            <a:off x="3575050" y="273050"/>
            <a:ext cx="5111750" cy="5853113"/>
          </a:xfrm>
          <a:prstGeom prst="rect">
            <a:avLst/>
          </a:prstGeom>
          <a:noFill/>
          <a:ln>
            <a:noFill/>
          </a:ln>
        </p:spPr>
        <p:txBody>
          <a:bodyPr anchorCtr="0" anchor="t" bIns="0" lIns="0" spcFirstLastPara="1" rIns="0" wrap="square" tIns="0">
            <a:noAutofit/>
          </a:bodyPr>
          <a:lstStyle>
            <a:lvl1pPr indent="-411480" lvl="0" marL="457200" algn="l">
              <a:lnSpc>
                <a:spcPct val="100000"/>
              </a:lnSpc>
              <a:spcBef>
                <a:spcPts val="600"/>
              </a:spcBef>
              <a:spcAft>
                <a:spcPts val="0"/>
              </a:spcAft>
              <a:buSzPts val="2880"/>
              <a:buChar char="•"/>
              <a:defRPr sz="3200">
                <a:solidFill>
                  <a:schemeClr val="lt1"/>
                </a:solidFill>
              </a:defRPr>
            </a:lvl1pPr>
            <a:lvl2pPr indent="-370840" lvl="1" marL="914400" algn="l">
              <a:lnSpc>
                <a:spcPct val="100000"/>
              </a:lnSpc>
              <a:spcBef>
                <a:spcPts val="600"/>
              </a:spcBef>
              <a:spcAft>
                <a:spcPts val="0"/>
              </a:spcAft>
              <a:buSzPts val="2240"/>
              <a:buChar char="•"/>
              <a:defRPr sz="2800"/>
            </a:lvl2pPr>
            <a:lvl3pPr indent="-350519" lvl="2" marL="1371600" algn="l">
              <a:lnSpc>
                <a:spcPct val="100000"/>
              </a:lnSpc>
              <a:spcBef>
                <a:spcPts val="600"/>
              </a:spcBef>
              <a:spcAft>
                <a:spcPts val="0"/>
              </a:spcAft>
              <a:buSzPts val="1920"/>
              <a:buChar char="•"/>
              <a:defRPr sz="2400"/>
            </a:lvl3pPr>
            <a:lvl4pPr indent="-342900" lvl="3" marL="1828800" algn="l">
              <a:lnSpc>
                <a:spcPct val="100000"/>
              </a:lnSpc>
              <a:spcBef>
                <a:spcPts val="600"/>
              </a:spcBef>
              <a:spcAft>
                <a:spcPts val="0"/>
              </a:spcAft>
              <a:buSzPts val="1800"/>
              <a:buChar char="•"/>
              <a:defRPr sz="2000"/>
            </a:lvl4pPr>
            <a:lvl5pPr indent="-342900" lvl="4" marL="2286000" algn="l">
              <a:lnSpc>
                <a:spcPct val="100000"/>
              </a:lnSpc>
              <a:spcBef>
                <a:spcPts val="600"/>
              </a:spcBef>
              <a:spcAft>
                <a:spcPts val="0"/>
              </a:spcAft>
              <a:buSzPts val="1800"/>
              <a:buChar char="•"/>
              <a:defRPr sz="2000"/>
            </a:lvl5pPr>
            <a:lvl6pPr indent="-342900" lvl="5" marL="2743200" algn="l">
              <a:lnSpc>
                <a:spcPct val="90000"/>
              </a:lnSpc>
              <a:spcBef>
                <a:spcPts val="1400"/>
              </a:spcBef>
              <a:spcAft>
                <a:spcPts val="0"/>
              </a:spcAft>
              <a:buSzPts val="1800"/>
              <a:buFont typeface="Verdana"/>
              <a:buChar char="•"/>
              <a:defRPr sz="2000"/>
            </a:lvl6pPr>
            <a:lvl7pPr indent="-342900" lvl="6" marL="3200400" algn="l">
              <a:lnSpc>
                <a:spcPct val="90000"/>
              </a:lnSpc>
              <a:spcBef>
                <a:spcPts val="1400"/>
              </a:spcBef>
              <a:spcAft>
                <a:spcPts val="0"/>
              </a:spcAft>
              <a:buSzPts val="1800"/>
              <a:buFont typeface="Verdana"/>
              <a:buChar char="•"/>
              <a:defRPr sz="2000"/>
            </a:lvl7pPr>
            <a:lvl8pPr indent="-342900" lvl="7" marL="3657600" algn="l">
              <a:lnSpc>
                <a:spcPct val="90000"/>
              </a:lnSpc>
              <a:spcBef>
                <a:spcPts val="1400"/>
              </a:spcBef>
              <a:spcAft>
                <a:spcPts val="0"/>
              </a:spcAft>
              <a:buSzPts val="1800"/>
              <a:buFont typeface="Verdana"/>
              <a:buChar char="•"/>
              <a:defRPr sz="2000"/>
            </a:lvl8pPr>
            <a:lvl9pPr indent="-342900" lvl="8" marL="4114800" algn="l">
              <a:lnSpc>
                <a:spcPct val="90000"/>
              </a:lnSpc>
              <a:spcBef>
                <a:spcPts val="1400"/>
              </a:spcBef>
              <a:spcAft>
                <a:spcPts val="0"/>
              </a:spcAft>
              <a:buSzPts val="1800"/>
              <a:buFont typeface="Verdana"/>
              <a:buChar char="•"/>
              <a:defRPr sz="2000"/>
            </a:lvl9pPr>
          </a:lstStyle>
          <a:p/>
        </p:txBody>
      </p:sp>
      <p:sp>
        <p:nvSpPr>
          <p:cNvPr id="115" name="Google Shape;115;p66"/>
          <p:cNvSpPr txBox="1"/>
          <p:nvPr>
            <p:ph idx="2" type="body"/>
          </p:nvPr>
        </p:nvSpPr>
        <p:spPr>
          <a:xfrm>
            <a:off x="457200" y="1435100"/>
            <a:ext cx="3008313" cy="469106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1260"/>
              <a:buNone/>
              <a:defRPr sz="1400"/>
            </a:lvl1pPr>
            <a:lvl2pPr indent="-228600" lvl="1" marL="914400" algn="l">
              <a:lnSpc>
                <a:spcPct val="100000"/>
              </a:lnSpc>
              <a:spcBef>
                <a:spcPts val="600"/>
              </a:spcBef>
              <a:spcAft>
                <a:spcPts val="0"/>
              </a:spcAft>
              <a:buSzPts val="960"/>
              <a:buNone/>
              <a:defRPr sz="1200"/>
            </a:lvl2pPr>
            <a:lvl3pPr indent="-228600" lvl="2" marL="1371600" algn="l">
              <a:lnSpc>
                <a:spcPct val="100000"/>
              </a:lnSpc>
              <a:spcBef>
                <a:spcPts val="600"/>
              </a:spcBef>
              <a:spcAft>
                <a:spcPts val="0"/>
              </a:spcAft>
              <a:buSzPts val="8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90000"/>
              </a:lnSpc>
              <a:spcBef>
                <a:spcPts val="630"/>
              </a:spcBef>
              <a:spcAft>
                <a:spcPts val="0"/>
              </a:spcAft>
              <a:buSzPts val="810"/>
              <a:buFont typeface="Verdana"/>
              <a:buNone/>
              <a:defRPr sz="900"/>
            </a:lvl6pPr>
            <a:lvl7pPr indent="-228600" lvl="6" marL="3200400" algn="l">
              <a:lnSpc>
                <a:spcPct val="90000"/>
              </a:lnSpc>
              <a:spcBef>
                <a:spcPts val="630"/>
              </a:spcBef>
              <a:spcAft>
                <a:spcPts val="0"/>
              </a:spcAft>
              <a:buSzPts val="810"/>
              <a:buFont typeface="Verdana"/>
              <a:buNone/>
              <a:defRPr sz="900"/>
            </a:lvl7pPr>
            <a:lvl8pPr indent="-228600" lvl="7" marL="3657600" algn="l">
              <a:lnSpc>
                <a:spcPct val="90000"/>
              </a:lnSpc>
              <a:spcBef>
                <a:spcPts val="630"/>
              </a:spcBef>
              <a:spcAft>
                <a:spcPts val="0"/>
              </a:spcAft>
              <a:buSzPts val="810"/>
              <a:buFont typeface="Verdana"/>
              <a:buNone/>
              <a:defRPr sz="900"/>
            </a:lvl8pPr>
            <a:lvl9pPr indent="-228600" lvl="8" marL="4114800" algn="l">
              <a:lnSpc>
                <a:spcPct val="90000"/>
              </a:lnSpc>
              <a:spcBef>
                <a:spcPts val="630"/>
              </a:spcBef>
              <a:spcAft>
                <a:spcPts val="0"/>
              </a:spcAft>
              <a:buSzPts val="810"/>
              <a:buFont typeface="Verdana"/>
              <a:buNone/>
              <a:defRPr sz="9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6" name="Shape 116"/>
        <p:cNvGrpSpPr/>
        <p:nvPr/>
      </p:nvGrpSpPr>
      <p:grpSpPr>
        <a:xfrm>
          <a:off x="0" y="0"/>
          <a:ext cx="0" cy="0"/>
          <a:chOff x="0" y="0"/>
          <a:chExt cx="0" cy="0"/>
        </a:xfrm>
      </p:grpSpPr>
      <p:sp>
        <p:nvSpPr>
          <p:cNvPr id="117" name="Google Shape;117;p67"/>
          <p:cNvSpPr txBox="1"/>
          <p:nvPr>
            <p:ph type="title"/>
          </p:nvPr>
        </p:nvSpPr>
        <p:spPr>
          <a:xfrm>
            <a:off x="1792288" y="4800600"/>
            <a:ext cx="5486400" cy="566738"/>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b="1" sz="2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18" name="Google Shape;118;p67"/>
          <p:cNvSpPr/>
          <p:nvPr>
            <p:ph idx="2" type="pic"/>
          </p:nvPr>
        </p:nvSpPr>
        <p:spPr>
          <a:xfrm>
            <a:off x="1792288" y="612775"/>
            <a:ext cx="5486400" cy="4114800"/>
          </a:xfrm>
          <a:prstGeom prst="rect">
            <a:avLst/>
          </a:prstGeom>
          <a:noFill/>
          <a:ln>
            <a:noFill/>
          </a:ln>
        </p:spPr>
      </p:sp>
      <p:sp>
        <p:nvSpPr>
          <p:cNvPr id="119" name="Google Shape;119;p67"/>
          <p:cNvSpPr txBox="1"/>
          <p:nvPr>
            <p:ph idx="1" type="body"/>
          </p:nvPr>
        </p:nvSpPr>
        <p:spPr>
          <a:xfrm>
            <a:off x="1792288" y="5367338"/>
            <a:ext cx="5486400" cy="8048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1260"/>
              <a:buNone/>
              <a:defRPr sz="1400"/>
            </a:lvl1pPr>
            <a:lvl2pPr indent="-228600" lvl="1" marL="914400" algn="l">
              <a:lnSpc>
                <a:spcPct val="100000"/>
              </a:lnSpc>
              <a:spcBef>
                <a:spcPts val="600"/>
              </a:spcBef>
              <a:spcAft>
                <a:spcPts val="0"/>
              </a:spcAft>
              <a:buSzPts val="960"/>
              <a:buNone/>
              <a:defRPr sz="1200"/>
            </a:lvl2pPr>
            <a:lvl3pPr indent="-228600" lvl="2" marL="1371600" algn="l">
              <a:lnSpc>
                <a:spcPct val="100000"/>
              </a:lnSpc>
              <a:spcBef>
                <a:spcPts val="600"/>
              </a:spcBef>
              <a:spcAft>
                <a:spcPts val="0"/>
              </a:spcAft>
              <a:buSzPts val="8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90000"/>
              </a:lnSpc>
              <a:spcBef>
                <a:spcPts val="630"/>
              </a:spcBef>
              <a:spcAft>
                <a:spcPts val="0"/>
              </a:spcAft>
              <a:buSzPts val="810"/>
              <a:buFont typeface="Verdana"/>
              <a:buNone/>
              <a:defRPr sz="900"/>
            </a:lvl6pPr>
            <a:lvl7pPr indent="-228600" lvl="6" marL="3200400" algn="l">
              <a:lnSpc>
                <a:spcPct val="90000"/>
              </a:lnSpc>
              <a:spcBef>
                <a:spcPts val="630"/>
              </a:spcBef>
              <a:spcAft>
                <a:spcPts val="0"/>
              </a:spcAft>
              <a:buSzPts val="810"/>
              <a:buFont typeface="Verdana"/>
              <a:buNone/>
              <a:defRPr sz="900"/>
            </a:lvl7pPr>
            <a:lvl8pPr indent="-228600" lvl="7" marL="3657600" algn="l">
              <a:lnSpc>
                <a:spcPct val="90000"/>
              </a:lnSpc>
              <a:spcBef>
                <a:spcPts val="630"/>
              </a:spcBef>
              <a:spcAft>
                <a:spcPts val="0"/>
              </a:spcAft>
              <a:buSzPts val="810"/>
              <a:buFont typeface="Verdana"/>
              <a:buNone/>
              <a:defRPr sz="900"/>
            </a:lvl8pPr>
            <a:lvl9pPr indent="-228600" lvl="8" marL="4114800" algn="l">
              <a:lnSpc>
                <a:spcPct val="90000"/>
              </a:lnSpc>
              <a:spcBef>
                <a:spcPts val="630"/>
              </a:spcBef>
              <a:spcAft>
                <a:spcPts val="0"/>
              </a:spcAft>
              <a:buSzPts val="810"/>
              <a:buFont typeface="Verdana"/>
              <a:buNone/>
              <a:defRPr sz="9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0" name="Shape 120"/>
        <p:cNvGrpSpPr/>
        <p:nvPr/>
      </p:nvGrpSpPr>
      <p:grpSpPr>
        <a:xfrm>
          <a:off x="0" y="0"/>
          <a:ext cx="0" cy="0"/>
          <a:chOff x="0" y="0"/>
          <a:chExt cx="0" cy="0"/>
        </a:xfrm>
      </p:grpSpPr>
      <p:sp>
        <p:nvSpPr>
          <p:cNvPr id="121" name="Google Shape;121;p68"/>
          <p:cNvSpPr txBox="1"/>
          <p:nvPr>
            <p:ph type="title"/>
          </p:nvPr>
        </p:nvSpPr>
        <p:spPr>
          <a:xfrm>
            <a:off x="460375" y="-2"/>
            <a:ext cx="7773988"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22" name="Google Shape;122;p68"/>
          <p:cNvSpPr txBox="1"/>
          <p:nvPr>
            <p:ph idx="1" type="body"/>
          </p:nvPr>
        </p:nvSpPr>
        <p:spPr>
          <a:xfrm rot="5400000">
            <a:off x="1944688" y="-464685"/>
            <a:ext cx="5147356" cy="8119156"/>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3" name="Shape 123"/>
        <p:cNvGrpSpPr/>
        <p:nvPr/>
      </p:nvGrpSpPr>
      <p:grpSpPr>
        <a:xfrm>
          <a:off x="0" y="0"/>
          <a:ext cx="0" cy="0"/>
          <a:chOff x="0" y="0"/>
          <a:chExt cx="0" cy="0"/>
        </a:xfrm>
      </p:grpSpPr>
      <p:sp>
        <p:nvSpPr>
          <p:cNvPr id="124" name="Google Shape;124;p69"/>
          <p:cNvSpPr txBox="1"/>
          <p:nvPr>
            <p:ph type="title"/>
          </p:nvPr>
        </p:nvSpPr>
        <p:spPr>
          <a:xfrm rot="5400000">
            <a:off x="4573588" y="1717675"/>
            <a:ext cx="5378450" cy="1943100"/>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25" name="Google Shape;125;p69"/>
          <p:cNvSpPr txBox="1"/>
          <p:nvPr>
            <p:ph idx="1" type="body"/>
          </p:nvPr>
        </p:nvSpPr>
        <p:spPr>
          <a:xfrm rot="5400000">
            <a:off x="609600" y="-150812"/>
            <a:ext cx="5378450" cy="5680075"/>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26" name="Shape 126"/>
        <p:cNvGrpSpPr/>
        <p:nvPr/>
      </p:nvGrpSpPr>
      <p:grpSpPr>
        <a:xfrm>
          <a:off x="0" y="0"/>
          <a:ext cx="0" cy="0"/>
          <a:chOff x="0" y="0"/>
          <a:chExt cx="0" cy="0"/>
        </a:xfrm>
      </p:grpSpPr>
      <p:sp>
        <p:nvSpPr>
          <p:cNvPr id="127" name="Google Shape;127;p70"/>
          <p:cNvSpPr txBox="1"/>
          <p:nvPr>
            <p:ph type="title"/>
          </p:nvPr>
        </p:nvSpPr>
        <p:spPr>
          <a:xfrm>
            <a:off x="460375" y="-2"/>
            <a:ext cx="7773988"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28" name="Google Shape;128;p70"/>
          <p:cNvSpPr txBox="1"/>
          <p:nvPr>
            <p:ph idx="1" type="body"/>
          </p:nvPr>
        </p:nvSpPr>
        <p:spPr>
          <a:xfrm>
            <a:off x="458788" y="1021215"/>
            <a:ext cx="8119156" cy="5147356"/>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34" name="Shape 134"/>
        <p:cNvGrpSpPr/>
        <p:nvPr/>
      </p:nvGrpSpPr>
      <p:grpSpPr>
        <a:xfrm>
          <a:off x="0" y="0"/>
          <a:ext cx="0" cy="0"/>
          <a:chOff x="0" y="0"/>
          <a:chExt cx="0" cy="0"/>
        </a:xfrm>
      </p:grpSpPr>
      <p:sp>
        <p:nvSpPr>
          <p:cNvPr id="135" name="Google Shape;135;p72"/>
          <p:cNvSpPr/>
          <p:nvPr/>
        </p:nvSpPr>
        <p:spPr>
          <a:xfrm>
            <a:off x="14177" y="0"/>
            <a:ext cx="9144000" cy="685800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36" name="Google Shape;136;p72"/>
          <p:cNvSpPr txBox="1"/>
          <p:nvPr>
            <p:ph type="ctrTitle"/>
          </p:nvPr>
        </p:nvSpPr>
        <p:spPr>
          <a:xfrm>
            <a:off x="3200400" y="1828800"/>
            <a:ext cx="5732417" cy="627864"/>
          </a:xfrm>
          <a:prstGeom prst="rect">
            <a:avLst/>
          </a:prstGeom>
          <a:solidFill>
            <a:srgbClr val="3399FF"/>
          </a:solidFill>
          <a:ln>
            <a:noFill/>
          </a:ln>
        </p:spPr>
        <p:txBody>
          <a:bodyPr anchorCtr="0" anchor="ctr" bIns="0" lIns="0" spcFirstLastPara="1" rIns="0" wrap="square" tIns="0">
            <a:spAutoFit/>
          </a:bodyPr>
          <a:lstStyle>
            <a:lvl1pPr lvl="0" algn="l">
              <a:lnSpc>
                <a:spcPct val="85000"/>
              </a:lnSpc>
              <a:spcBef>
                <a:spcPts val="2880"/>
              </a:spcBef>
              <a:spcAft>
                <a:spcPts val="0"/>
              </a:spcAft>
              <a:buClr>
                <a:schemeClr val="hlink"/>
              </a:buClr>
              <a:buSzPts val="4320"/>
              <a:buFont typeface="Quattrocento Sans"/>
              <a:buNone/>
              <a:defRPr sz="4800">
                <a:solidFill>
                  <a:schemeClr val="lt1"/>
                </a:solidFill>
                <a:latin typeface="Quattrocento Sans"/>
                <a:ea typeface="Quattrocento Sans"/>
                <a:cs typeface="Quattrocento Sans"/>
                <a:sym typeface="Quattrocento Sans"/>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37" name="Google Shape;137;p72"/>
          <p:cNvSpPr txBox="1"/>
          <p:nvPr>
            <p:ph idx="1" type="subTitle"/>
          </p:nvPr>
        </p:nvSpPr>
        <p:spPr>
          <a:xfrm>
            <a:off x="3200400" y="2895600"/>
            <a:ext cx="5775960" cy="1103872"/>
          </a:xfrm>
          <a:prstGeom prst="rect">
            <a:avLst/>
          </a:prstGeom>
          <a:noFill/>
          <a:ln>
            <a:noFill/>
          </a:ln>
        </p:spPr>
        <p:txBody>
          <a:bodyPr anchorCtr="0" anchor="t" bIns="45700" lIns="91425" spcFirstLastPara="1" rIns="91425" wrap="square" tIns="45700">
            <a:noAutofit/>
          </a:bodyPr>
          <a:lstStyle>
            <a:lvl1pPr lvl="0" algn="l">
              <a:lnSpc>
                <a:spcPct val="95000"/>
              </a:lnSpc>
              <a:spcBef>
                <a:spcPts val="1680"/>
              </a:spcBef>
              <a:spcAft>
                <a:spcPts val="0"/>
              </a:spcAft>
              <a:buSzPts val="2520"/>
              <a:buFont typeface="Quattrocento Sans"/>
              <a:buNone/>
              <a:defRPr sz="2800">
                <a:solidFill>
                  <a:schemeClr val="lt1"/>
                </a:solidFill>
                <a:latin typeface="Quattrocento Sans"/>
                <a:ea typeface="Quattrocento Sans"/>
                <a:cs typeface="Quattrocento Sans"/>
                <a:sym typeface="Quattrocento Sans"/>
              </a:defRPr>
            </a:lvl1pPr>
            <a:lvl2pPr lvl="1" algn="l">
              <a:lnSpc>
                <a:spcPct val="100000"/>
              </a:lnSpc>
              <a:spcBef>
                <a:spcPts val="600"/>
              </a:spcBef>
              <a:spcAft>
                <a:spcPts val="0"/>
              </a:spcAft>
              <a:buSzPts val="1440"/>
              <a:buChar char="•"/>
              <a:defRPr/>
            </a:lvl2pPr>
            <a:lvl3pPr lvl="2" algn="l">
              <a:lnSpc>
                <a:spcPct val="100000"/>
              </a:lnSpc>
              <a:spcBef>
                <a:spcPts val="600"/>
              </a:spcBef>
              <a:spcAft>
                <a:spcPts val="0"/>
              </a:spcAft>
              <a:buSzPts val="1440"/>
              <a:buChar char="•"/>
              <a:defRPr/>
            </a:lvl3pPr>
            <a:lvl4pPr lvl="3" algn="l">
              <a:lnSpc>
                <a:spcPct val="100000"/>
              </a:lnSpc>
              <a:spcBef>
                <a:spcPts val="600"/>
              </a:spcBef>
              <a:spcAft>
                <a:spcPts val="0"/>
              </a:spcAft>
              <a:buSzPts val="1620"/>
              <a:buChar char="•"/>
              <a:defRPr/>
            </a:lvl4pPr>
            <a:lvl5pPr lvl="4" algn="l">
              <a:lnSpc>
                <a:spcPct val="100000"/>
              </a:lnSpc>
              <a:spcBef>
                <a:spcPts val="600"/>
              </a:spcBef>
              <a:spcAft>
                <a:spcPts val="0"/>
              </a:spcAft>
              <a:buSzPts val="1620"/>
              <a:buChar char="•"/>
              <a:defRPr/>
            </a:lvl5pPr>
            <a:lvl6pPr lvl="5" algn="l">
              <a:lnSpc>
                <a:spcPct val="90000"/>
              </a:lnSpc>
              <a:spcBef>
                <a:spcPts val="1260"/>
              </a:spcBef>
              <a:spcAft>
                <a:spcPts val="0"/>
              </a:spcAft>
              <a:buSzPts val="1620"/>
              <a:buChar char="•"/>
              <a:defRPr/>
            </a:lvl6pPr>
            <a:lvl7pPr lvl="6" algn="l">
              <a:lnSpc>
                <a:spcPct val="90000"/>
              </a:lnSpc>
              <a:spcBef>
                <a:spcPts val="1260"/>
              </a:spcBef>
              <a:spcAft>
                <a:spcPts val="0"/>
              </a:spcAft>
              <a:buSzPts val="1620"/>
              <a:buChar char="•"/>
              <a:defRPr/>
            </a:lvl7pPr>
            <a:lvl8pPr lvl="7" algn="l">
              <a:lnSpc>
                <a:spcPct val="90000"/>
              </a:lnSpc>
              <a:spcBef>
                <a:spcPts val="1260"/>
              </a:spcBef>
              <a:spcAft>
                <a:spcPts val="0"/>
              </a:spcAft>
              <a:buSzPts val="1620"/>
              <a:buChar char="•"/>
              <a:defRPr/>
            </a:lvl8pPr>
            <a:lvl9pPr lvl="8" algn="l">
              <a:lnSpc>
                <a:spcPct val="90000"/>
              </a:lnSpc>
              <a:spcBef>
                <a:spcPts val="1260"/>
              </a:spcBef>
              <a:spcAft>
                <a:spcPts val="0"/>
              </a:spcAft>
              <a:buSzPts val="162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8" name="Shape 138"/>
        <p:cNvGrpSpPr/>
        <p:nvPr/>
      </p:nvGrpSpPr>
      <p:grpSpPr>
        <a:xfrm>
          <a:off x="0" y="0"/>
          <a:ext cx="0" cy="0"/>
          <a:chOff x="0" y="0"/>
          <a:chExt cx="0" cy="0"/>
        </a:xfrm>
      </p:grpSpPr>
      <p:sp>
        <p:nvSpPr>
          <p:cNvPr id="139" name="Google Shape;139;p73"/>
          <p:cNvSpPr txBox="1"/>
          <p:nvPr>
            <p:ph type="title"/>
          </p:nvPr>
        </p:nvSpPr>
        <p:spPr>
          <a:xfrm>
            <a:off x="460375" y="-2"/>
            <a:ext cx="7773988"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40" name="Google Shape;140;p73"/>
          <p:cNvSpPr txBox="1"/>
          <p:nvPr>
            <p:ph idx="1" type="body"/>
          </p:nvPr>
        </p:nvSpPr>
        <p:spPr>
          <a:xfrm>
            <a:off x="458788" y="1021215"/>
            <a:ext cx="8119156" cy="5147356"/>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1" name="Shape 141"/>
        <p:cNvGrpSpPr/>
        <p:nvPr/>
      </p:nvGrpSpPr>
      <p:grpSpPr>
        <a:xfrm>
          <a:off x="0" y="0"/>
          <a:ext cx="0" cy="0"/>
          <a:chOff x="0" y="0"/>
          <a:chExt cx="0" cy="0"/>
        </a:xfrm>
      </p:grpSpPr>
      <p:sp>
        <p:nvSpPr>
          <p:cNvPr id="142" name="Google Shape;142;p74"/>
          <p:cNvSpPr txBox="1"/>
          <p:nvPr>
            <p:ph type="title"/>
          </p:nvPr>
        </p:nvSpPr>
        <p:spPr>
          <a:xfrm>
            <a:off x="722313" y="4406900"/>
            <a:ext cx="7772400" cy="1362075"/>
          </a:xfrm>
          <a:prstGeom prst="rect">
            <a:avLst/>
          </a:prstGeom>
          <a:noFill/>
          <a:ln>
            <a:noFill/>
          </a:ln>
        </p:spPr>
        <p:txBody>
          <a:bodyPr anchorCtr="0" anchor="t" bIns="45700" lIns="0" spcFirstLastPara="1" rIns="91425" wrap="square" tIns="45700">
            <a:noAutofit/>
          </a:bodyPr>
          <a:lstStyle>
            <a:lvl1pPr lvl="0" algn="l">
              <a:lnSpc>
                <a:spcPct val="85000"/>
              </a:lnSpc>
              <a:spcBef>
                <a:spcPts val="0"/>
              </a:spcBef>
              <a:spcAft>
                <a:spcPts val="0"/>
              </a:spcAft>
              <a:buSzPts val="1400"/>
              <a:buNone/>
              <a:defRPr b="1" sz="4000" cap="none"/>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43" name="Google Shape;143;p74"/>
          <p:cNvSpPr txBox="1"/>
          <p:nvPr>
            <p:ph idx="1" type="body"/>
          </p:nvPr>
        </p:nvSpPr>
        <p:spPr>
          <a:xfrm>
            <a:off x="722313" y="2906713"/>
            <a:ext cx="7772400" cy="1500187"/>
          </a:xfrm>
          <a:prstGeom prst="rect">
            <a:avLst/>
          </a:prstGeom>
          <a:noFill/>
          <a:ln>
            <a:noFill/>
          </a:ln>
        </p:spPr>
        <p:txBody>
          <a:bodyPr anchorCtr="0" anchor="b" bIns="0" lIns="0" spcFirstLastPara="1" rIns="0" wrap="square" tIns="0">
            <a:noAutofit/>
          </a:bodyPr>
          <a:lstStyle>
            <a:lvl1pPr indent="-228600" lvl="0" marL="457200" algn="l">
              <a:lnSpc>
                <a:spcPct val="100000"/>
              </a:lnSpc>
              <a:spcBef>
                <a:spcPts val="600"/>
              </a:spcBef>
              <a:spcAft>
                <a:spcPts val="0"/>
              </a:spcAft>
              <a:buSzPts val="1800"/>
              <a:buNone/>
              <a:defRPr sz="2000"/>
            </a:lvl1pPr>
            <a:lvl2pPr indent="-228600" lvl="1" marL="914400" algn="l">
              <a:lnSpc>
                <a:spcPct val="100000"/>
              </a:lnSpc>
              <a:spcBef>
                <a:spcPts val="600"/>
              </a:spcBef>
              <a:spcAft>
                <a:spcPts val="0"/>
              </a:spcAft>
              <a:buSzPts val="1440"/>
              <a:buNone/>
              <a:defRPr sz="1800"/>
            </a:lvl2pPr>
            <a:lvl3pPr indent="-228600" lvl="2" marL="1371600" algn="l">
              <a:lnSpc>
                <a:spcPct val="100000"/>
              </a:lnSpc>
              <a:spcBef>
                <a:spcPts val="600"/>
              </a:spcBef>
              <a:spcAft>
                <a:spcPts val="0"/>
              </a:spcAft>
              <a:buSzPts val="1280"/>
              <a:buNone/>
              <a:defRPr sz="1600"/>
            </a:lvl3pPr>
            <a:lvl4pPr indent="-228600" lvl="3" marL="1828800" algn="l">
              <a:lnSpc>
                <a:spcPct val="100000"/>
              </a:lnSpc>
              <a:spcBef>
                <a:spcPts val="600"/>
              </a:spcBef>
              <a:spcAft>
                <a:spcPts val="0"/>
              </a:spcAft>
              <a:buSzPts val="1260"/>
              <a:buNone/>
              <a:defRPr sz="1400"/>
            </a:lvl4pPr>
            <a:lvl5pPr indent="-228600" lvl="4" marL="2286000" algn="l">
              <a:lnSpc>
                <a:spcPct val="100000"/>
              </a:lnSpc>
              <a:spcBef>
                <a:spcPts val="600"/>
              </a:spcBef>
              <a:spcAft>
                <a:spcPts val="0"/>
              </a:spcAft>
              <a:buSzPts val="1260"/>
              <a:buNone/>
              <a:defRPr sz="1400"/>
            </a:lvl5pPr>
            <a:lvl6pPr indent="-228600" lvl="5" marL="2743200" algn="l">
              <a:lnSpc>
                <a:spcPct val="90000"/>
              </a:lnSpc>
              <a:spcBef>
                <a:spcPts val="980"/>
              </a:spcBef>
              <a:spcAft>
                <a:spcPts val="0"/>
              </a:spcAft>
              <a:buSzPts val="1260"/>
              <a:buFont typeface="Verdana"/>
              <a:buNone/>
              <a:defRPr sz="1400"/>
            </a:lvl6pPr>
            <a:lvl7pPr indent="-228600" lvl="6" marL="3200400" algn="l">
              <a:lnSpc>
                <a:spcPct val="90000"/>
              </a:lnSpc>
              <a:spcBef>
                <a:spcPts val="980"/>
              </a:spcBef>
              <a:spcAft>
                <a:spcPts val="0"/>
              </a:spcAft>
              <a:buSzPts val="1260"/>
              <a:buFont typeface="Verdana"/>
              <a:buNone/>
              <a:defRPr sz="1400"/>
            </a:lvl7pPr>
            <a:lvl8pPr indent="-228600" lvl="7" marL="3657600" algn="l">
              <a:lnSpc>
                <a:spcPct val="90000"/>
              </a:lnSpc>
              <a:spcBef>
                <a:spcPts val="980"/>
              </a:spcBef>
              <a:spcAft>
                <a:spcPts val="0"/>
              </a:spcAft>
              <a:buSzPts val="1260"/>
              <a:buFont typeface="Verdana"/>
              <a:buNone/>
              <a:defRPr sz="1400"/>
            </a:lvl8pPr>
            <a:lvl9pPr indent="-228600" lvl="8" marL="4114800" algn="l">
              <a:lnSpc>
                <a:spcPct val="90000"/>
              </a:lnSpc>
              <a:spcBef>
                <a:spcPts val="980"/>
              </a:spcBef>
              <a:spcAft>
                <a:spcPts val="0"/>
              </a:spcAft>
              <a:buSzPts val="1260"/>
              <a:buFont typeface="Verdana"/>
              <a:buNone/>
              <a:defRPr sz="14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4" name="Shape 144"/>
        <p:cNvGrpSpPr/>
        <p:nvPr/>
      </p:nvGrpSpPr>
      <p:grpSpPr>
        <a:xfrm>
          <a:off x="0" y="0"/>
          <a:ext cx="0" cy="0"/>
          <a:chOff x="0" y="0"/>
          <a:chExt cx="0" cy="0"/>
        </a:xfrm>
      </p:grpSpPr>
      <p:sp>
        <p:nvSpPr>
          <p:cNvPr id="145" name="Google Shape;145;p75"/>
          <p:cNvSpPr txBox="1"/>
          <p:nvPr>
            <p:ph type="title"/>
          </p:nvPr>
        </p:nvSpPr>
        <p:spPr>
          <a:xfrm>
            <a:off x="460375" y="-2"/>
            <a:ext cx="7773988"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46" name="Google Shape;146;p75"/>
          <p:cNvSpPr txBox="1"/>
          <p:nvPr>
            <p:ph idx="1" type="body"/>
          </p:nvPr>
        </p:nvSpPr>
        <p:spPr>
          <a:xfrm>
            <a:off x="458788" y="992188"/>
            <a:ext cx="3798887" cy="4386262"/>
          </a:xfrm>
          <a:prstGeom prst="rect">
            <a:avLst/>
          </a:prstGeom>
          <a:noFill/>
          <a:ln>
            <a:noFill/>
          </a:ln>
        </p:spPr>
        <p:txBody>
          <a:bodyPr anchorCtr="0" anchor="t" bIns="0" lIns="0" spcFirstLastPara="1" rIns="0" wrap="square" tIns="0">
            <a:noAutofit/>
          </a:bodyPr>
          <a:lstStyle>
            <a:lvl1pPr indent="-388620" lvl="0" marL="457200" algn="l">
              <a:lnSpc>
                <a:spcPct val="100000"/>
              </a:lnSpc>
              <a:spcBef>
                <a:spcPts val="600"/>
              </a:spcBef>
              <a:spcAft>
                <a:spcPts val="0"/>
              </a:spcAft>
              <a:buSzPts val="2520"/>
              <a:buChar char="•"/>
              <a:defRPr sz="2800"/>
            </a:lvl1pPr>
            <a:lvl2pPr indent="-350519" lvl="1" marL="914400" algn="l">
              <a:lnSpc>
                <a:spcPct val="100000"/>
              </a:lnSpc>
              <a:spcBef>
                <a:spcPts val="600"/>
              </a:spcBef>
              <a:spcAft>
                <a:spcPts val="0"/>
              </a:spcAft>
              <a:buSzPts val="1920"/>
              <a:buChar char="•"/>
              <a:defRPr sz="2400"/>
            </a:lvl2pPr>
            <a:lvl3pPr indent="-330200" lvl="2" marL="1371600" algn="l">
              <a:lnSpc>
                <a:spcPct val="100000"/>
              </a:lnSpc>
              <a:spcBef>
                <a:spcPts val="600"/>
              </a:spcBef>
              <a:spcAft>
                <a:spcPts val="0"/>
              </a:spcAft>
              <a:buSzPts val="1600"/>
              <a:buChar char="•"/>
              <a:defRPr sz="20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90000"/>
              </a:lnSpc>
              <a:spcBef>
                <a:spcPts val="1260"/>
              </a:spcBef>
              <a:spcAft>
                <a:spcPts val="0"/>
              </a:spcAft>
              <a:buSzPts val="1620"/>
              <a:buFont typeface="Verdana"/>
              <a:buChar char="•"/>
              <a:defRPr sz="1800"/>
            </a:lvl6pPr>
            <a:lvl7pPr indent="-331470" lvl="6" marL="3200400" algn="l">
              <a:lnSpc>
                <a:spcPct val="90000"/>
              </a:lnSpc>
              <a:spcBef>
                <a:spcPts val="1260"/>
              </a:spcBef>
              <a:spcAft>
                <a:spcPts val="0"/>
              </a:spcAft>
              <a:buSzPts val="1620"/>
              <a:buFont typeface="Verdana"/>
              <a:buChar char="•"/>
              <a:defRPr sz="1800"/>
            </a:lvl7pPr>
            <a:lvl8pPr indent="-331470" lvl="7" marL="3657600" algn="l">
              <a:lnSpc>
                <a:spcPct val="90000"/>
              </a:lnSpc>
              <a:spcBef>
                <a:spcPts val="1260"/>
              </a:spcBef>
              <a:spcAft>
                <a:spcPts val="0"/>
              </a:spcAft>
              <a:buSzPts val="1620"/>
              <a:buFont typeface="Verdana"/>
              <a:buChar char="•"/>
              <a:defRPr sz="1800"/>
            </a:lvl8pPr>
            <a:lvl9pPr indent="-331470" lvl="8" marL="4114800" algn="l">
              <a:lnSpc>
                <a:spcPct val="90000"/>
              </a:lnSpc>
              <a:spcBef>
                <a:spcPts val="1260"/>
              </a:spcBef>
              <a:spcAft>
                <a:spcPts val="0"/>
              </a:spcAft>
              <a:buSzPts val="1620"/>
              <a:buFont typeface="Verdana"/>
              <a:buChar char="•"/>
              <a:defRPr sz="1800"/>
            </a:lvl9pPr>
          </a:lstStyle>
          <a:p/>
        </p:txBody>
      </p:sp>
      <p:sp>
        <p:nvSpPr>
          <p:cNvPr id="147" name="Google Shape;147;p75"/>
          <p:cNvSpPr txBox="1"/>
          <p:nvPr>
            <p:ph idx="2" type="body"/>
          </p:nvPr>
        </p:nvSpPr>
        <p:spPr>
          <a:xfrm>
            <a:off x="4410075" y="992188"/>
            <a:ext cx="3800475" cy="4386262"/>
          </a:xfrm>
          <a:prstGeom prst="rect">
            <a:avLst/>
          </a:prstGeom>
          <a:noFill/>
          <a:ln>
            <a:noFill/>
          </a:ln>
        </p:spPr>
        <p:txBody>
          <a:bodyPr anchorCtr="0" anchor="t" bIns="0" lIns="0" spcFirstLastPara="1" rIns="0" wrap="square" tIns="0">
            <a:noAutofit/>
          </a:bodyPr>
          <a:lstStyle>
            <a:lvl1pPr indent="-388620" lvl="0" marL="457200" algn="l">
              <a:lnSpc>
                <a:spcPct val="100000"/>
              </a:lnSpc>
              <a:spcBef>
                <a:spcPts val="600"/>
              </a:spcBef>
              <a:spcAft>
                <a:spcPts val="0"/>
              </a:spcAft>
              <a:buSzPts val="2520"/>
              <a:buChar char="•"/>
              <a:defRPr sz="2800"/>
            </a:lvl1pPr>
            <a:lvl2pPr indent="-350519" lvl="1" marL="914400" algn="l">
              <a:lnSpc>
                <a:spcPct val="100000"/>
              </a:lnSpc>
              <a:spcBef>
                <a:spcPts val="600"/>
              </a:spcBef>
              <a:spcAft>
                <a:spcPts val="0"/>
              </a:spcAft>
              <a:buSzPts val="1920"/>
              <a:buChar char="•"/>
              <a:defRPr sz="2400"/>
            </a:lvl2pPr>
            <a:lvl3pPr indent="-330200" lvl="2" marL="1371600" algn="l">
              <a:lnSpc>
                <a:spcPct val="100000"/>
              </a:lnSpc>
              <a:spcBef>
                <a:spcPts val="600"/>
              </a:spcBef>
              <a:spcAft>
                <a:spcPts val="0"/>
              </a:spcAft>
              <a:buSzPts val="1600"/>
              <a:buChar char="•"/>
              <a:defRPr sz="2000"/>
            </a:lvl3pPr>
            <a:lvl4pPr indent="-331469" lvl="3" marL="1828800" algn="l">
              <a:lnSpc>
                <a:spcPct val="100000"/>
              </a:lnSpc>
              <a:spcBef>
                <a:spcPts val="600"/>
              </a:spcBef>
              <a:spcAft>
                <a:spcPts val="0"/>
              </a:spcAft>
              <a:buSzPts val="1620"/>
              <a:buChar char="•"/>
              <a:defRPr sz="1800"/>
            </a:lvl4pPr>
            <a:lvl5pPr indent="-331470" lvl="4" marL="2286000" algn="l">
              <a:lnSpc>
                <a:spcPct val="100000"/>
              </a:lnSpc>
              <a:spcBef>
                <a:spcPts val="600"/>
              </a:spcBef>
              <a:spcAft>
                <a:spcPts val="0"/>
              </a:spcAft>
              <a:buSzPts val="1620"/>
              <a:buChar char="•"/>
              <a:defRPr sz="1800"/>
            </a:lvl5pPr>
            <a:lvl6pPr indent="-331470" lvl="5" marL="2743200" algn="l">
              <a:lnSpc>
                <a:spcPct val="90000"/>
              </a:lnSpc>
              <a:spcBef>
                <a:spcPts val="1260"/>
              </a:spcBef>
              <a:spcAft>
                <a:spcPts val="0"/>
              </a:spcAft>
              <a:buSzPts val="1620"/>
              <a:buFont typeface="Verdana"/>
              <a:buChar char="•"/>
              <a:defRPr sz="1800"/>
            </a:lvl6pPr>
            <a:lvl7pPr indent="-331470" lvl="6" marL="3200400" algn="l">
              <a:lnSpc>
                <a:spcPct val="90000"/>
              </a:lnSpc>
              <a:spcBef>
                <a:spcPts val="1260"/>
              </a:spcBef>
              <a:spcAft>
                <a:spcPts val="0"/>
              </a:spcAft>
              <a:buSzPts val="1620"/>
              <a:buFont typeface="Verdana"/>
              <a:buChar char="•"/>
              <a:defRPr sz="1800"/>
            </a:lvl7pPr>
            <a:lvl8pPr indent="-331470" lvl="7" marL="3657600" algn="l">
              <a:lnSpc>
                <a:spcPct val="90000"/>
              </a:lnSpc>
              <a:spcBef>
                <a:spcPts val="1260"/>
              </a:spcBef>
              <a:spcAft>
                <a:spcPts val="0"/>
              </a:spcAft>
              <a:buSzPts val="1620"/>
              <a:buFont typeface="Verdana"/>
              <a:buChar char="•"/>
              <a:defRPr sz="1800"/>
            </a:lvl8pPr>
            <a:lvl9pPr indent="-331470" lvl="8" marL="4114800" algn="l">
              <a:lnSpc>
                <a:spcPct val="90000"/>
              </a:lnSpc>
              <a:spcBef>
                <a:spcPts val="1260"/>
              </a:spcBef>
              <a:spcAft>
                <a:spcPts val="0"/>
              </a:spcAft>
              <a:buSzPts val="1620"/>
              <a:buFont typeface="Verdana"/>
              <a:buChar char="•"/>
              <a:defRPr sz="18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8" name="Shape 148"/>
        <p:cNvGrpSpPr/>
        <p:nvPr/>
      </p:nvGrpSpPr>
      <p:grpSpPr>
        <a:xfrm>
          <a:off x="0" y="0"/>
          <a:ext cx="0" cy="0"/>
          <a:chOff x="0" y="0"/>
          <a:chExt cx="0" cy="0"/>
        </a:xfrm>
      </p:grpSpPr>
      <p:sp>
        <p:nvSpPr>
          <p:cNvPr id="149" name="Google Shape;149;p76"/>
          <p:cNvSpPr txBox="1"/>
          <p:nvPr>
            <p:ph type="title"/>
          </p:nvPr>
        </p:nvSpPr>
        <p:spPr>
          <a:xfrm>
            <a:off x="457200" y="0"/>
            <a:ext cx="8229600" cy="807720"/>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50" name="Google Shape;150;p76"/>
          <p:cNvSpPr txBox="1"/>
          <p:nvPr>
            <p:ph idx="1" type="body"/>
          </p:nvPr>
        </p:nvSpPr>
        <p:spPr>
          <a:xfrm>
            <a:off x="457200" y="1535113"/>
            <a:ext cx="4040188" cy="6397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2160"/>
              <a:buNone/>
              <a:defRPr b="0" sz="2400">
                <a:solidFill>
                  <a:srgbClr val="0070C0"/>
                </a:solidFill>
              </a:defRPr>
            </a:lvl1pPr>
            <a:lvl2pPr indent="-228600" lvl="1" marL="914400" algn="l">
              <a:lnSpc>
                <a:spcPct val="100000"/>
              </a:lnSpc>
              <a:spcBef>
                <a:spcPts val="600"/>
              </a:spcBef>
              <a:spcAft>
                <a:spcPts val="0"/>
              </a:spcAft>
              <a:buSzPts val="1600"/>
              <a:buNone/>
              <a:defRPr b="1" sz="2000"/>
            </a:lvl2pPr>
            <a:lvl3pPr indent="-228600" lvl="2" marL="1371600" algn="l">
              <a:lnSpc>
                <a:spcPct val="100000"/>
              </a:lnSpc>
              <a:spcBef>
                <a:spcPts val="600"/>
              </a:spcBef>
              <a:spcAft>
                <a:spcPts val="0"/>
              </a:spcAft>
              <a:buSzPts val="1440"/>
              <a:buNone/>
              <a:defRPr b="1" sz="1800"/>
            </a:lvl3pPr>
            <a:lvl4pPr indent="-228600" lvl="3" marL="1828800" algn="l">
              <a:lnSpc>
                <a:spcPct val="100000"/>
              </a:lnSpc>
              <a:spcBef>
                <a:spcPts val="600"/>
              </a:spcBef>
              <a:spcAft>
                <a:spcPts val="0"/>
              </a:spcAft>
              <a:buSzPts val="1440"/>
              <a:buNone/>
              <a:defRPr b="1" sz="1600"/>
            </a:lvl4pPr>
            <a:lvl5pPr indent="-228600" lvl="4" marL="2286000" algn="l">
              <a:lnSpc>
                <a:spcPct val="100000"/>
              </a:lnSpc>
              <a:spcBef>
                <a:spcPts val="600"/>
              </a:spcBef>
              <a:spcAft>
                <a:spcPts val="0"/>
              </a:spcAft>
              <a:buSzPts val="1440"/>
              <a:buNone/>
              <a:defRPr b="1" sz="1600"/>
            </a:lvl5pPr>
            <a:lvl6pPr indent="-228600" lvl="5" marL="2743200" algn="l">
              <a:lnSpc>
                <a:spcPct val="90000"/>
              </a:lnSpc>
              <a:spcBef>
                <a:spcPts val="1120"/>
              </a:spcBef>
              <a:spcAft>
                <a:spcPts val="0"/>
              </a:spcAft>
              <a:buSzPts val="1440"/>
              <a:buFont typeface="Verdana"/>
              <a:buNone/>
              <a:defRPr b="1" sz="1600"/>
            </a:lvl6pPr>
            <a:lvl7pPr indent="-228600" lvl="6" marL="3200400" algn="l">
              <a:lnSpc>
                <a:spcPct val="90000"/>
              </a:lnSpc>
              <a:spcBef>
                <a:spcPts val="1120"/>
              </a:spcBef>
              <a:spcAft>
                <a:spcPts val="0"/>
              </a:spcAft>
              <a:buSzPts val="1440"/>
              <a:buFont typeface="Verdana"/>
              <a:buNone/>
              <a:defRPr b="1" sz="1600"/>
            </a:lvl7pPr>
            <a:lvl8pPr indent="-228600" lvl="7" marL="3657600" algn="l">
              <a:lnSpc>
                <a:spcPct val="90000"/>
              </a:lnSpc>
              <a:spcBef>
                <a:spcPts val="1120"/>
              </a:spcBef>
              <a:spcAft>
                <a:spcPts val="0"/>
              </a:spcAft>
              <a:buSzPts val="1440"/>
              <a:buFont typeface="Verdana"/>
              <a:buNone/>
              <a:defRPr b="1" sz="1600"/>
            </a:lvl8pPr>
            <a:lvl9pPr indent="-228600" lvl="8" marL="4114800" algn="l">
              <a:lnSpc>
                <a:spcPct val="90000"/>
              </a:lnSpc>
              <a:spcBef>
                <a:spcPts val="1120"/>
              </a:spcBef>
              <a:spcAft>
                <a:spcPts val="0"/>
              </a:spcAft>
              <a:buSzPts val="1440"/>
              <a:buFont typeface="Verdana"/>
              <a:buNone/>
              <a:defRPr b="1" sz="1600"/>
            </a:lvl9pPr>
          </a:lstStyle>
          <a:p/>
        </p:txBody>
      </p:sp>
      <p:sp>
        <p:nvSpPr>
          <p:cNvPr id="151" name="Google Shape;151;p76"/>
          <p:cNvSpPr txBox="1"/>
          <p:nvPr>
            <p:ph idx="2" type="body"/>
          </p:nvPr>
        </p:nvSpPr>
        <p:spPr>
          <a:xfrm>
            <a:off x="457200" y="2174875"/>
            <a:ext cx="4040188" cy="3951288"/>
          </a:xfrm>
          <a:prstGeom prst="rect">
            <a:avLst/>
          </a:prstGeom>
          <a:noFill/>
          <a:ln>
            <a:noFill/>
          </a:ln>
        </p:spPr>
        <p:txBody>
          <a:bodyPr anchorCtr="0" anchor="t" bIns="0" lIns="0" spcFirstLastPara="1" rIns="0" wrap="square" tIns="0">
            <a:noAutofit/>
          </a:bodyPr>
          <a:lstStyle>
            <a:lvl1pPr indent="-365760" lvl="0" marL="457200" algn="l">
              <a:lnSpc>
                <a:spcPct val="100000"/>
              </a:lnSpc>
              <a:spcBef>
                <a:spcPts val="600"/>
              </a:spcBef>
              <a:spcAft>
                <a:spcPts val="0"/>
              </a:spcAft>
              <a:buSzPts val="2160"/>
              <a:buChar char="•"/>
              <a:defRPr sz="2400"/>
            </a:lvl1pPr>
            <a:lvl2pPr indent="-330200" lvl="1" marL="914400" algn="l">
              <a:lnSpc>
                <a:spcPct val="100000"/>
              </a:lnSpc>
              <a:spcBef>
                <a:spcPts val="600"/>
              </a:spcBef>
              <a:spcAft>
                <a:spcPts val="0"/>
              </a:spcAft>
              <a:buSzPts val="1600"/>
              <a:buChar char="•"/>
              <a:defRPr sz="2000"/>
            </a:lvl2pPr>
            <a:lvl3pPr indent="-320039" lvl="2" marL="1371600" algn="l">
              <a:lnSpc>
                <a:spcPct val="100000"/>
              </a:lnSpc>
              <a:spcBef>
                <a:spcPts val="600"/>
              </a:spcBef>
              <a:spcAft>
                <a:spcPts val="0"/>
              </a:spcAft>
              <a:buSzPts val="1440"/>
              <a:buChar char="•"/>
              <a:defRPr sz="1800"/>
            </a:lvl3pPr>
            <a:lvl4pPr indent="-320039" lvl="3" marL="1828800" algn="l">
              <a:lnSpc>
                <a:spcPct val="100000"/>
              </a:lnSpc>
              <a:spcBef>
                <a:spcPts val="600"/>
              </a:spcBef>
              <a:spcAft>
                <a:spcPts val="0"/>
              </a:spcAft>
              <a:buSzPts val="1440"/>
              <a:buChar char="•"/>
              <a:defRPr sz="1600"/>
            </a:lvl4pPr>
            <a:lvl5pPr indent="-320039" lvl="4" marL="2286000" algn="l">
              <a:lnSpc>
                <a:spcPct val="100000"/>
              </a:lnSpc>
              <a:spcBef>
                <a:spcPts val="600"/>
              </a:spcBef>
              <a:spcAft>
                <a:spcPts val="0"/>
              </a:spcAft>
              <a:buSzPts val="1440"/>
              <a:buChar char="•"/>
              <a:defRPr sz="1600"/>
            </a:lvl5pPr>
            <a:lvl6pPr indent="-320039" lvl="5" marL="2743200" algn="l">
              <a:lnSpc>
                <a:spcPct val="90000"/>
              </a:lnSpc>
              <a:spcBef>
                <a:spcPts val="1120"/>
              </a:spcBef>
              <a:spcAft>
                <a:spcPts val="0"/>
              </a:spcAft>
              <a:buSzPts val="1440"/>
              <a:buFont typeface="Verdana"/>
              <a:buChar char="•"/>
              <a:defRPr sz="1600"/>
            </a:lvl6pPr>
            <a:lvl7pPr indent="-320039" lvl="6" marL="3200400" algn="l">
              <a:lnSpc>
                <a:spcPct val="90000"/>
              </a:lnSpc>
              <a:spcBef>
                <a:spcPts val="1120"/>
              </a:spcBef>
              <a:spcAft>
                <a:spcPts val="0"/>
              </a:spcAft>
              <a:buSzPts val="1440"/>
              <a:buFont typeface="Verdana"/>
              <a:buChar char="•"/>
              <a:defRPr sz="1600"/>
            </a:lvl7pPr>
            <a:lvl8pPr indent="-320040" lvl="7" marL="3657600" algn="l">
              <a:lnSpc>
                <a:spcPct val="90000"/>
              </a:lnSpc>
              <a:spcBef>
                <a:spcPts val="1120"/>
              </a:spcBef>
              <a:spcAft>
                <a:spcPts val="0"/>
              </a:spcAft>
              <a:buSzPts val="1440"/>
              <a:buFont typeface="Verdana"/>
              <a:buChar char="•"/>
              <a:defRPr sz="1600"/>
            </a:lvl8pPr>
            <a:lvl9pPr indent="-320040" lvl="8" marL="4114800" algn="l">
              <a:lnSpc>
                <a:spcPct val="90000"/>
              </a:lnSpc>
              <a:spcBef>
                <a:spcPts val="1120"/>
              </a:spcBef>
              <a:spcAft>
                <a:spcPts val="0"/>
              </a:spcAft>
              <a:buSzPts val="1440"/>
              <a:buFont typeface="Verdana"/>
              <a:buChar char="•"/>
              <a:defRPr sz="1600"/>
            </a:lvl9pPr>
          </a:lstStyle>
          <a:p/>
        </p:txBody>
      </p:sp>
      <p:sp>
        <p:nvSpPr>
          <p:cNvPr id="152" name="Google Shape;152;p76"/>
          <p:cNvSpPr txBox="1"/>
          <p:nvPr>
            <p:ph idx="3" type="body"/>
          </p:nvPr>
        </p:nvSpPr>
        <p:spPr>
          <a:xfrm>
            <a:off x="4645025" y="1535113"/>
            <a:ext cx="4041775" cy="6397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2160"/>
              <a:buNone/>
              <a:defRPr b="0" sz="2400">
                <a:solidFill>
                  <a:srgbClr val="0070C0"/>
                </a:solidFill>
              </a:defRPr>
            </a:lvl1pPr>
            <a:lvl2pPr indent="-228600" lvl="1" marL="914400" algn="l">
              <a:lnSpc>
                <a:spcPct val="100000"/>
              </a:lnSpc>
              <a:spcBef>
                <a:spcPts val="600"/>
              </a:spcBef>
              <a:spcAft>
                <a:spcPts val="0"/>
              </a:spcAft>
              <a:buSzPts val="1600"/>
              <a:buNone/>
              <a:defRPr b="1" sz="2000"/>
            </a:lvl2pPr>
            <a:lvl3pPr indent="-228600" lvl="2" marL="1371600" algn="l">
              <a:lnSpc>
                <a:spcPct val="100000"/>
              </a:lnSpc>
              <a:spcBef>
                <a:spcPts val="600"/>
              </a:spcBef>
              <a:spcAft>
                <a:spcPts val="0"/>
              </a:spcAft>
              <a:buSzPts val="1440"/>
              <a:buNone/>
              <a:defRPr b="1" sz="1800"/>
            </a:lvl3pPr>
            <a:lvl4pPr indent="-228600" lvl="3" marL="1828800" algn="l">
              <a:lnSpc>
                <a:spcPct val="100000"/>
              </a:lnSpc>
              <a:spcBef>
                <a:spcPts val="600"/>
              </a:spcBef>
              <a:spcAft>
                <a:spcPts val="0"/>
              </a:spcAft>
              <a:buSzPts val="1440"/>
              <a:buNone/>
              <a:defRPr b="1" sz="1600"/>
            </a:lvl4pPr>
            <a:lvl5pPr indent="-228600" lvl="4" marL="2286000" algn="l">
              <a:lnSpc>
                <a:spcPct val="100000"/>
              </a:lnSpc>
              <a:spcBef>
                <a:spcPts val="600"/>
              </a:spcBef>
              <a:spcAft>
                <a:spcPts val="0"/>
              </a:spcAft>
              <a:buSzPts val="1440"/>
              <a:buNone/>
              <a:defRPr b="1" sz="1600"/>
            </a:lvl5pPr>
            <a:lvl6pPr indent="-228600" lvl="5" marL="2743200" algn="l">
              <a:lnSpc>
                <a:spcPct val="90000"/>
              </a:lnSpc>
              <a:spcBef>
                <a:spcPts val="1120"/>
              </a:spcBef>
              <a:spcAft>
                <a:spcPts val="0"/>
              </a:spcAft>
              <a:buSzPts val="1440"/>
              <a:buFont typeface="Verdana"/>
              <a:buNone/>
              <a:defRPr b="1" sz="1600"/>
            </a:lvl6pPr>
            <a:lvl7pPr indent="-228600" lvl="6" marL="3200400" algn="l">
              <a:lnSpc>
                <a:spcPct val="90000"/>
              </a:lnSpc>
              <a:spcBef>
                <a:spcPts val="1120"/>
              </a:spcBef>
              <a:spcAft>
                <a:spcPts val="0"/>
              </a:spcAft>
              <a:buSzPts val="1440"/>
              <a:buFont typeface="Verdana"/>
              <a:buNone/>
              <a:defRPr b="1" sz="1600"/>
            </a:lvl7pPr>
            <a:lvl8pPr indent="-228600" lvl="7" marL="3657600" algn="l">
              <a:lnSpc>
                <a:spcPct val="90000"/>
              </a:lnSpc>
              <a:spcBef>
                <a:spcPts val="1120"/>
              </a:spcBef>
              <a:spcAft>
                <a:spcPts val="0"/>
              </a:spcAft>
              <a:buSzPts val="1440"/>
              <a:buFont typeface="Verdana"/>
              <a:buNone/>
              <a:defRPr b="1" sz="1600"/>
            </a:lvl8pPr>
            <a:lvl9pPr indent="-228600" lvl="8" marL="4114800" algn="l">
              <a:lnSpc>
                <a:spcPct val="90000"/>
              </a:lnSpc>
              <a:spcBef>
                <a:spcPts val="1120"/>
              </a:spcBef>
              <a:spcAft>
                <a:spcPts val="0"/>
              </a:spcAft>
              <a:buSzPts val="1440"/>
              <a:buFont typeface="Verdana"/>
              <a:buNone/>
              <a:defRPr b="1" sz="1600"/>
            </a:lvl9pPr>
          </a:lstStyle>
          <a:p/>
        </p:txBody>
      </p:sp>
      <p:sp>
        <p:nvSpPr>
          <p:cNvPr id="153" name="Google Shape;153;p76"/>
          <p:cNvSpPr txBox="1"/>
          <p:nvPr>
            <p:ph idx="4" type="body"/>
          </p:nvPr>
        </p:nvSpPr>
        <p:spPr>
          <a:xfrm>
            <a:off x="4645025" y="2174875"/>
            <a:ext cx="4041775" cy="3951288"/>
          </a:xfrm>
          <a:prstGeom prst="rect">
            <a:avLst/>
          </a:prstGeom>
          <a:noFill/>
          <a:ln>
            <a:noFill/>
          </a:ln>
        </p:spPr>
        <p:txBody>
          <a:bodyPr anchorCtr="0" anchor="t" bIns="0" lIns="0" spcFirstLastPara="1" rIns="0" wrap="square" tIns="0">
            <a:noAutofit/>
          </a:bodyPr>
          <a:lstStyle>
            <a:lvl1pPr indent="-365760" lvl="0" marL="457200" algn="l">
              <a:lnSpc>
                <a:spcPct val="100000"/>
              </a:lnSpc>
              <a:spcBef>
                <a:spcPts val="600"/>
              </a:spcBef>
              <a:spcAft>
                <a:spcPts val="0"/>
              </a:spcAft>
              <a:buSzPts val="2160"/>
              <a:buChar char="•"/>
              <a:defRPr sz="2400"/>
            </a:lvl1pPr>
            <a:lvl2pPr indent="-330200" lvl="1" marL="914400" algn="l">
              <a:lnSpc>
                <a:spcPct val="100000"/>
              </a:lnSpc>
              <a:spcBef>
                <a:spcPts val="600"/>
              </a:spcBef>
              <a:spcAft>
                <a:spcPts val="0"/>
              </a:spcAft>
              <a:buSzPts val="1600"/>
              <a:buChar char="•"/>
              <a:defRPr sz="2000"/>
            </a:lvl2pPr>
            <a:lvl3pPr indent="-320039" lvl="2" marL="1371600" algn="l">
              <a:lnSpc>
                <a:spcPct val="100000"/>
              </a:lnSpc>
              <a:spcBef>
                <a:spcPts val="600"/>
              </a:spcBef>
              <a:spcAft>
                <a:spcPts val="0"/>
              </a:spcAft>
              <a:buSzPts val="1440"/>
              <a:buChar char="•"/>
              <a:defRPr sz="1800"/>
            </a:lvl3pPr>
            <a:lvl4pPr indent="-320039" lvl="3" marL="1828800" algn="l">
              <a:lnSpc>
                <a:spcPct val="100000"/>
              </a:lnSpc>
              <a:spcBef>
                <a:spcPts val="600"/>
              </a:spcBef>
              <a:spcAft>
                <a:spcPts val="0"/>
              </a:spcAft>
              <a:buSzPts val="1440"/>
              <a:buChar char="•"/>
              <a:defRPr sz="1600"/>
            </a:lvl4pPr>
            <a:lvl5pPr indent="-320039" lvl="4" marL="2286000" algn="l">
              <a:lnSpc>
                <a:spcPct val="100000"/>
              </a:lnSpc>
              <a:spcBef>
                <a:spcPts val="600"/>
              </a:spcBef>
              <a:spcAft>
                <a:spcPts val="0"/>
              </a:spcAft>
              <a:buSzPts val="1440"/>
              <a:buChar char="•"/>
              <a:defRPr sz="1600"/>
            </a:lvl5pPr>
            <a:lvl6pPr indent="-320039" lvl="5" marL="2743200" algn="l">
              <a:lnSpc>
                <a:spcPct val="90000"/>
              </a:lnSpc>
              <a:spcBef>
                <a:spcPts val="1120"/>
              </a:spcBef>
              <a:spcAft>
                <a:spcPts val="0"/>
              </a:spcAft>
              <a:buSzPts val="1440"/>
              <a:buFont typeface="Verdana"/>
              <a:buChar char="•"/>
              <a:defRPr sz="1600"/>
            </a:lvl6pPr>
            <a:lvl7pPr indent="-320039" lvl="6" marL="3200400" algn="l">
              <a:lnSpc>
                <a:spcPct val="90000"/>
              </a:lnSpc>
              <a:spcBef>
                <a:spcPts val="1120"/>
              </a:spcBef>
              <a:spcAft>
                <a:spcPts val="0"/>
              </a:spcAft>
              <a:buSzPts val="1440"/>
              <a:buFont typeface="Verdana"/>
              <a:buChar char="•"/>
              <a:defRPr sz="1600"/>
            </a:lvl7pPr>
            <a:lvl8pPr indent="-320040" lvl="7" marL="3657600" algn="l">
              <a:lnSpc>
                <a:spcPct val="90000"/>
              </a:lnSpc>
              <a:spcBef>
                <a:spcPts val="1120"/>
              </a:spcBef>
              <a:spcAft>
                <a:spcPts val="0"/>
              </a:spcAft>
              <a:buSzPts val="1440"/>
              <a:buFont typeface="Verdana"/>
              <a:buChar char="•"/>
              <a:defRPr sz="1600"/>
            </a:lvl8pPr>
            <a:lvl9pPr indent="-320040" lvl="8" marL="4114800" algn="l">
              <a:lnSpc>
                <a:spcPct val="90000"/>
              </a:lnSpc>
              <a:spcBef>
                <a:spcPts val="1120"/>
              </a:spcBef>
              <a:spcAft>
                <a:spcPts val="0"/>
              </a:spcAft>
              <a:buSzPts val="1440"/>
              <a:buFont typeface="Verdana"/>
              <a:buChar char="•"/>
              <a:defRPr sz="16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4" name="Shape 154"/>
        <p:cNvGrpSpPr/>
        <p:nvPr/>
      </p:nvGrpSpPr>
      <p:grpSpPr>
        <a:xfrm>
          <a:off x="0" y="0"/>
          <a:ext cx="0" cy="0"/>
          <a:chOff x="0" y="0"/>
          <a:chExt cx="0" cy="0"/>
        </a:xfrm>
      </p:grpSpPr>
      <p:sp>
        <p:nvSpPr>
          <p:cNvPr id="155" name="Google Shape;155;p77"/>
          <p:cNvSpPr txBox="1"/>
          <p:nvPr>
            <p:ph type="title"/>
          </p:nvPr>
        </p:nvSpPr>
        <p:spPr>
          <a:xfrm>
            <a:off x="460375" y="-2"/>
            <a:ext cx="7773988"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6" name="Shape 156"/>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7" name="Shape 157"/>
        <p:cNvGrpSpPr/>
        <p:nvPr/>
      </p:nvGrpSpPr>
      <p:grpSpPr>
        <a:xfrm>
          <a:off x="0" y="0"/>
          <a:ext cx="0" cy="0"/>
          <a:chOff x="0" y="0"/>
          <a:chExt cx="0" cy="0"/>
        </a:xfrm>
      </p:grpSpPr>
      <p:sp>
        <p:nvSpPr>
          <p:cNvPr id="158" name="Google Shape;158;p79"/>
          <p:cNvSpPr txBox="1"/>
          <p:nvPr>
            <p:ph type="title"/>
          </p:nvPr>
        </p:nvSpPr>
        <p:spPr>
          <a:xfrm>
            <a:off x="457200" y="273050"/>
            <a:ext cx="3008313" cy="1162050"/>
          </a:xfrm>
          <a:prstGeom prst="rect">
            <a:avLst/>
          </a:prstGeom>
          <a:noFill/>
          <a:ln>
            <a:noFill/>
          </a:ln>
        </p:spPr>
        <p:txBody>
          <a:bodyPr anchorCtr="0" anchor="t" bIns="45700" lIns="0" spcFirstLastPara="1" rIns="91425" wrap="square" tIns="45700">
            <a:noAutofit/>
          </a:bodyPr>
          <a:lstStyle>
            <a:lvl1pPr lvl="0" algn="l">
              <a:lnSpc>
                <a:spcPct val="85000"/>
              </a:lnSpc>
              <a:spcBef>
                <a:spcPts val="0"/>
              </a:spcBef>
              <a:spcAft>
                <a:spcPts val="0"/>
              </a:spcAft>
              <a:buSzPts val="1400"/>
              <a:buNone/>
              <a:defRPr b="0" sz="2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59" name="Google Shape;159;p79"/>
          <p:cNvSpPr txBox="1"/>
          <p:nvPr>
            <p:ph idx="1" type="body"/>
          </p:nvPr>
        </p:nvSpPr>
        <p:spPr>
          <a:xfrm>
            <a:off x="3575050" y="273050"/>
            <a:ext cx="5111750" cy="5853113"/>
          </a:xfrm>
          <a:prstGeom prst="rect">
            <a:avLst/>
          </a:prstGeom>
          <a:noFill/>
          <a:ln>
            <a:noFill/>
          </a:ln>
        </p:spPr>
        <p:txBody>
          <a:bodyPr anchorCtr="0" anchor="t" bIns="0" lIns="0" spcFirstLastPara="1" rIns="0" wrap="square" tIns="0">
            <a:noAutofit/>
          </a:bodyPr>
          <a:lstStyle>
            <a:lvl1pPr indent="-411480" lvl="0" marL="457200" algn="l">
              <a:lnSpc>
                <a:spcPct val="100000"/>
              </a:lnSpc>
              <a:spcBef>
                <a:spcPts val="600"/>
              </a:spcBef>
              <a:spcAft>
                <a:spcPts val="0"/>
              </a:spcAft>
              <a:buSzPts val="2880"/>
              <a:buChar char="•"/>
              <a:defRPr sz="3200">
                <a:solidFill>
                  <a:schemeClr val="lt1"/>
                </a:solidFill>
              </a:defRPr>
            </a:lvl1pPr>
            <a:lvl2pPr indent="-370840" lvl="1" marL="914400" algn="l">
              <a:lnSpc>
                <a:spcPct val="100000"/>
              </a:lnSpc>
              <a:spcBef>
                <a:spcPts val="600"/>
              </a:spcBef>
              <a:spcAft>
                <a:spcPts val="0"/>
              </a:spcAft>
              <a:buSzPts val="2240"/>
              <a:buChar char="•"/>
              <a:defRPr sz="2800"/>
            </a:lvl2pPr>
            <a:lvl3pPr indent="-350519" lvl="2" marL="1371600" algn="l">
              <a:lnSpc>
                <a:spcPct val="100000"/>
              </a:lnSpc>
              <a:spcBef>
                <a:spcPts val="600"/>
              </a:spcBef>
              <a:spcAft>
                <a:spcPts val="0"/>
              </a:spcAft>
              <a:buSzPts val="1920"/>
              <a:buChar char="•"/>
              <a:defRPr sz="2400"/>
            </a:lvl3pPr>
            <a:lvl4pPr indent="-342900" lvl="3" marL="1828800" algn="l">
              <a:lnSpc>
                <a:spcPct val="100000"/>
              </a:lnSpc>
              <a:spcBef>
                <a:spcPts val="600"/>
              </a:spcBef>
              <a:spcAft>
                <a:spcPts val="0"/>
              </a:spcAft>
              <a:buSzPts val="1800"/>
              <a:buChar char="•"/>
              <a:defRPr sz="2000"/>
            </a:lvl4pPr>
            <a:lvl5pPr indent="-342900" lvl="4" marL="2286000" algn="l">
              <a:lnSpc>
                <a:spcPct val="100000"/>
              </a:lnSpc>
              <a:spcBef>
                <a:spcPts val="600"/>
              </a:spcBef>
              <a:spcAft>
                <a:spcPts val="0"/>
              </a:spcAft>
              <a:buSzPts val="1800"/>
              <a:buChar char="•"/>
              <a:defRPr sz="2000"/>
            </a:lvl5pPr>
            <a:lvl6pPr indent="-342900" lvl="5" marL="2743200" algn="l">
              <a:lnSpc>
                <a:spcPct val="90000"/>
              </a:lnSpc>
              <a:spcBef>
                <a:spcPts val="1400"/>
              </a:spcBef>
              <a:spcAft>
                <a:spcPts val="0"/>
              </a:spcAft>
              <a:buSzPts val="1800"/>
              <a:buFont typeface="Verdana"/>
              <a:buChar char="•"/>
              <a:defRPr sz="2000"/>
            </a:lvl6pPr>
            <a:lvl7pPr indent="-342900" lvl="6" marL="3200400" algn="l">
              <a:lnSpc>
                <a:spcPct val="90000"/>
              </a:lnSpc>
              <a:spcBef>
                <a:spcPts val="1400"/>
              </a:spcBef>
              <a:spcAft>
                <a:spcPts val="0"/>
              </a:spcAft>
              <a:buSzPts val="1800"/>
              <a:buFont typeface="Verdana"/>
              <a:buChar char="•"/>
              <a:defRPr sz="2000"/>
            </a:lvl7pPr>
            <a:lvl8pPr indent="-342900" lvl="7" marL="3657600" algn="l">
              <a:lnSpc>
                <a:spcPct val="90000"/>
              </a:lnSpc>
              <a:spcBef>
                <a:spcPts val="1400"/>
              </a:spcBef>
              <a:spcAft>
                <a:spcPts val="0"/>
              </a:spcAft>
              <a:buSzPts val="1800"/>
              <a:buFont typeface="Verdana"/>
              <a:buChar char="•"/>
              <a:defRPr sz="2000"/>
            </a:lvl8pPr>
            <a:lvl9pPr indent="-342900" lvl="8" marL="4114800" algn="l">
              <a:lnSpc>
                <a:spcPct val="90000"/>
              </a:lnSpc>
              <a:spcBef>
                <a:spcPts val="1400"/>
              </a:spcBef>
              <a:spcAft>
                <a:spcPts val="0"/>
              </a:spcAft>
              <a:buSzPts val="1800"/>
              <a:buFont typeface="Verdana"/>
              <a:buChar char="•"/>
              <a:defRPr sz="2000"/>
            </a:lvl9pPr>
          </a:lstStyle>
          <a:p/>
        </p:txBody>
      </p:sp>
      <p:sp>
        <p:nvSpPr>
          <p:cNvPr id="160" name="Google Shape;160;p79"/>
          <p:cNvSpPr txBox="1"/>
          <p:nvPr>
            <p:ph idx="2" type="body"/>
          </p:nvPr>
        </p:nvSpPr>
        <p:spPr>
          <a:xfrm>
            <a:off x="457200" y="1435100"/>
            <a:ext cx="3008313" cy="4691063"/>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1260"/>
              <a:buNone/>
              <a:defRPr sz="1400"/>
            </a:lvl1pPr>
            <a:lvl2pPr indent="-228600" lvl="1" marL="914400" algn="l">
              <a:lnSpc>
                <a:spcPct val="100000"/>
              </a:lnSpc>
              <a:spcBef>
                <a:spcPts val="600"/>
              </a:spcBef>
              <a:spcAft>
                <a:spcPts val="0"/>
              </a:spcAft>
              <a:buSzPts val="960"/>
              <a:buNone/>
              <a:defRPr sz="1200"/>
            </a:lvl2pPr>
            <a:lvl3pPr indent="-228600" lvl="2" marL="1371600" algn="l">
              <a:lnSpc>
                <a:spcPct val="100000"/>
              </a:lnSpc>
              <a:spcBef>
                <a:spcPts val="600"/>
              </a:spcBef>
              <a:spcAft>
                <a:spcPts val="0"/>
              </a:spcAft>
              <a:buSzPts val="8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90000"/>
              </a:lnSpc>
              <a:spcBef>
                <a:spcPts val="630"/>
              </a:spcBef>
              <a:spcAft>
                <a:spcPts val="0"/>
              </a:spcAft>
              <a:buSzPts val="810"/>
              <a:buFont typeface="Verdana"/>
              <a:buNone/>
              <a:defRPr sz="900"/>
            </a:lvl6pPr>
            <a:lvl7pPr indent="-228600" lvl="6" marL="3200400" algn="l">
              <a:lnSpc>
                <a:spcPct val="90000"/>
              </a:lnSpc>
              <a:spcBef>
                <a:spcPts val="630"/>
              </a:spcBef>
              <a:spcAft>
                <a:spcPts val="0"/>
              </a:spcAft>
              <a:buSzPts val="810"/>
              <a:buFont typeface="Verdana"/>
              <a:buNone/>
              <a:defRPr sz="900"/>
            </a:lvl7pPr>
            <a:lvl8pPr indent="-228600" lvl="7" marL="3657600" algn="l">
              <a:lnSpc>
                <a:spcPct val="90000"/>
              </a:lnSpc>
              <a:spcBef>
                <a:spcPts val="630"/>
              </a:spcBef>
              <a:spcAft>
                <a:spcPts val="0"/>
              </a:spcAft>
              <a:buSzPts val="810"/>
              <a:buFont typeface="Verdana"/>
              <a:buNone/>
              <a:defRPr sz="900"/>
            </a:lvl8pPr>
            <a:lvl9pPr indent="-228600" lvl="8" marL="4114800" algn="l">
              <a:lnSpc>
                <a:spcPct val="90000"/>
              </a:lnSpc>
              <a:spcBef>
                <a:spcPts val="630"/>
              </a:spcBef>
              <a:spcAft>
                <a:spcPts val="0"/>
              </a:spcAft>
              <a:buSzPts val="810"/>
              <a:buFont typeface="Verdana"/>
              <a:buNone/>
              <a:defRPr sz="9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1" name="Shape 161"/>
        <p:cNvGrpSpPr/>
        <p:nvPr/>
      </p:nvGrpSpPr>
      <p:grpSpPr>
        <a:xfrm>
          <a:off x="0" y="0"/>
          <a:ext cx="0" cy="0"/>
          <a:chOff x="0" y="0"/>
          <a:chExt cx="0" cy="0"/>
        </a:xfrm>
      </p:grpSpPr>
      <p:sp>
        <p:nvSpPr>
          <p:cNvPr id="162" name="Google Shape;162;p80"/>
          <p:cNvSpPr txBox="1"/>
          <p:nvPr>
            <p:ph type="title"/>
          </p:nvPr>
        </p:nvSpPr>
        <p:spPr>
          <a:xfrm>
            <a:off x="1792288" y="4800600"/>
            <a:ext cx="5486400" cy="566738"/>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b="1" sz="20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63" name="Google Shape;163;p80"/>
          <p:cNvSpPr/>
          <p:nvPr>
            <p:ph idx="2" type="pic"/>
          </p:nvPr>
        </p:nvSpPr>
        <p:spPr>
          <a:xfrm>
            <a:off x="1792288" y="612775"/>
            <a:ext cx="5486400" cy="4114800"/>
          </a:xfrm>
          <a:prstGeom prst="rect">
            <a:avLst/>
          </a:prstGeom>
          <a:noFill/>
          <a:ln>
            <a:noFill/>
          </a:ln>
        </p:spPr>
      </p:sp>
      <p:sp>
        <p:nvSpPr>
          <p:cNvPr id="164" name="Google Shape;164;p80"/>
          <p:cNvSpPr txBox="1"/>
          <p:nvPr>
            <p:ph idx="1" type="body"/>
          </p:nvPr>
        </p:nvSpPr>
        <p:spPr>
          <a:xfrm>
            <a:off x="1792288" y="5367338"/>
            <a:ext cx="5486400" cy="804862"/>
          </a:xfrm>
          <a:prstGeom prst="rect">
            <a:avLst/>
          </a:prstGeom>
          <a:noFill/>
          <a:ln>
            <a:noFill/>
          </a:ln>
        </p:spPr>
        <p:txBody>
          <a:bodyPr anchorCtr="0" anchor="t" bIns="0" lIns="0" spcFirstLastPara="1" rIns="0" wrap="square" tIns="0">
            <a:noAutofit/>
          </a:bodyPr>
          <a:lstStyle>
            <a:lvl1pPr indent="-228600" lvl="0" marL="457200" algn="l">
              <a:lnSpc>
                <a:spcPct val="100000"/>
              </a:lnSpc>
              <a:spcBef>
                <a:spcPts val="600"/>
              </a:spcBef>
              <a:spcAft>
                <a:spcPts val="0"/>
              </a:spcAft>
              <a:buSzPts val="1260"/>
              <a:buNone/>
              <a:defRPr sz="1400"/>
            </a:lvl1pPr>
            <a:lvl2pPr indent="-228600" lvl="1" marL="914400" algn="l">
              <a:lnSpc>
                <a:spcPct val="100000"/>
              </a:lnSpc>
              <a:spcBef>
                <a:spcPts val="600"/>
              </a:spcBef>
              <a:spcAft>
                <a:spcPts val="0"/>
              </a:spcAft>
              <a:buSzPts val="960"/>
              <a:buNone/>
              <a:defRPr sz="1200"/>
            </a:lvl2pPr>
            <a:lvl3pPr indent="-228600" lvl="2" marL="1371600" algn="l">
              <a:lnSpc>
                <a:spcPct val="100000"/>
              </a:lnSpc>
              <a:spcBef>
                <a:spcPts val="600"/>
              </a:spcBef>
              <a:spcAft>
                <a:spcPts val="0"/>
              </a:spcAft>
              <a:buSzPts val="800"/>
              <a:buNone/>
              <a:defRPr sz="1000"/>
            </a:lvl3pPr>
            <a:lvl4pPr indent="-228600" lvl="3" marL="1828800" algn="l">
              <a:lnSpc>
                <a:spcPct val="100000"/>
              </a:lnSpc>
              <a:spcBef>
                <a:spcPts val="600"/>
              </a:spcBef>
              <a:spcAft>
                <a:spcPts val="0"/>
              </a:spcAft>
              <a:buSzPts val="810"/>
              <a:buNone/>
              <a:defRPr sz="900"/>
            </a:lvl4pPr>
            <a:lvl5pPr indent="-228600" lvl="4" marL="2286000" algn="l">
              <a:lnSpc>
                <a:spcPct val="100000"/>
              </a:lnSpc>
              <a:spcBef>
                <a:spcPts val="600"/>
              </a:spcBef>
              <a:spcAft>
                <a:spcPts val="0"/>
              </a:spcAft>
              <a:buSzPts val="810"/>
              <a:buNone/>
              <a:defRPr sz="900"/>
            </a:lvl5pPr>
            <a:lvl6pPr indent="-228600" lvl="5" marL="2743200" algn="l">
              <a:lnSpc>
                <a:spcPct val="90000"/>
              </a:lnSpc>
              <a:spcBef>
                <a:spcPts val="630"/>
              </a:spcBef>
              <a:spcAft>
                <a:spcPts val="0"/>
              </a:spcAft>
              <a:buSzPts val="810"/>
              <a:buFont typeface="Verdana"/>
              <a:buNone/>
              <a:defRPr sz="900"/>
            </a:lvl6pPr>
            <a:lvl7pPr indent="-228600" lvl="6" marL="3200400" algn="l">
              <a:lnSpc>
                <a:spcPct val="90000"/>
              </a:lnSpc>
              <a:spcBef>
                <a:spcPts val="630"/>
              </a:spcBef>
              <a:spcAft>
                <a:spcPts val="0"/>
              </a:spcAft>
              <a:buSzPts val="810"/>
              <a:buFont typeface="Verdana"/>
              <a:buNone/>
              <a:defRPr sz="900"/>
            </a:lvl7pPr>
            <a:lvl8pPr indent="-228600" lvl="7" marL="3657600" algn="l">
              <a:lnSpc>
                <a:spcPct val="90000"/>
              </a:lnSpc>
              <a:spcBef>
                <a:spcPts val="630"/>
              </a:spcBef>
              <a:spcAft>
                <a:spcPts val="0"/>
              </a:spcAft>
              <a:buSzPts val="810"/>
              <a:buFont typeface="Verdana"/>
              <a:buNone/>
              <a:defRPr sz="900"/>
            </a:lvl8pPr>
            <a:lvl9pPr indent="-228600" lvl="8" marL="4114800" algn="l">
              <a:lnSpc>
                <a:spcPct val="90000"/>
              </a:lnSpc>
              <a:spcBef>
                <a:spcPts val="630"/>
              </a:spcBef>
              <a:spcAft>
                <a:spcPts val="0"/>
              </a:spcAft>
              <a:buSzPts val="810"/>
              <a:buFont typeface="Verdana"/>
              <a:buNone/>
              <a:defRPr sz="9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5" name="Shape 165"/>
        <p:cNvGrpSpPr/>
        <p:nvPr/>
      </p:nvGrpSpPr>
      <p:grpSpPr>
        <a:xfrm>
          <a:off x="0" y="0"/>
          <a:ext cx="0" cy="0"/>
          <a:chOff x="0" y="0"/>
          <a:chExt cx="0" cy="0"/>
        </a:xfrm>
      </p:grpSpPr>
      <p:sp>
        <p:nvSpPr>
          <p:cNvPr id="166" name="Google Shape;166;p81"/>
          <p:cNvSpPr txBox="1"/>
          <p:nvPr>
            <p:ph type="title"/>
          </p:nvPr>
        </p:nvSpPr>
        <p:spPr>
          <a:xfrm>
            <a:off x="460375" y="-2"/>
            <a:ext cx="7773988"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67" name="Google Shape;167;p81"/>
          <p:cNvSpPr txBox="1"/>
          <p:nvPr>
            <p:ph idx="1" type="body"/>
          </p:nvPr>
        </p:nvSpPr>
        <p:spPr>
          <a:xfrm rot="5400000">
            <a:off x="1944688" y="-464685"/>
            <a:ext cx="5147356" cy="8119156"/>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8" name="Shape 168"/>
        <p:cNvGrpSpPr/>
        <p:nvPr/>
      </p:nvGrpSpPr>
      <p:grpSpPr>
        <a:xfrm>
          <a:off x="0" y="0"/>
          <a:ext cx="0" cy="0"/>
          <a:chOff x="0" y="0"/>
          <a:chExt cx="0" cy="0"/>
        </a:xfrm>
      </p:grpSpPr>
      <p:sp>
        <p:nvSpPr>
          <p:cNvPr id="169" name="Google Shape;169;p82"/>
          <p:cNvSpPr txBox="1"/>
          <p:nvPr>
            <p:ph type="title"/>
          </p:nvPr>
        </p:nvSpPr>
        <p:spPr>
          <a:xfrm rot="5400000">
            <a:off x="4573588" y="1717675"/>
            <a:ext cx="5378450" cy="1943100"/>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70" name="Google Shape;170;p82"/>
          <p:cNvSpPr txBox="1"/>
          <p:nvPr>
            <p:ph idx="1" type="body"/>
          </p:nvPr>
        </p:nvSpPr>
        <p:spPr>
          <a:xfrm rot="5400000">
            <a:off x="609600" y="-150812"/>
            <a:ext cx="5378450" cy="5680075"/>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71" name="Shape 171"/>
        <p:cNvGrpSpPr/>
        <p:nvPr/>
      </p:nvGrpSpPr>
      <p:grpSpPr>
        <a:xfrm>
          <a:off x="0" y="0"/>
          <a:ext cx="0" cy="0"/>
          <a:chOff x="0" y="0"/>
          <a:chExt cx="0" cy="0"/>
        </a:xfrm>
      </p:grpSpPr>
      <p:sp>
        <p:nvSpPr>
          <p:cNvPr id="172" name="Google Shape;172;p83"/>
          <p:cNvSpPr txBox="1"/>
          <p:nvPr>
            <p:ph type="title"/>
          </p:nvPr>
        </p:nvSpPr>
        <p:spPr>
          <a:xfrm>
            <a:off x="460375" y="-2"/>
            <a:ext cx="7773988" cy="740664"/>
          </a:xfrm>
          <a:prstGeom prst="rect">
            <a:avLst/>
          </a:prstGeom>
          <a:noFill/>
          <a:ln>
            <a:noFill/>
          </a:ln>
        </p:spPr>
        <p:txBody>
          <a:bodyPr anchorCtr="0" anchor="ctr" bIns="45700" lIns="0"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73" name="Google Shape;173;p83"/>
          <p:cNvSpPr txBox="1"/>
          <p:nvPr>
            <p:ph idx="1" type="body"/>
          </p:nvPr>
        </p:nvSpPr>
        <p:spPr>
          <a:xfrm>
            <a:off x="458788" y="1021215"/>
            <a:ext cx="8119156" cy="5147356"/>
          </a:xfrm>
          <a:prstGeom prst="rect">
            <a:avLst/>
          </a:prstGeom>
          <a:noFill/>
          <a:ln>
            <a:noFill/>
          </a:ln>
        </p:spPr>
        <p:txBody>
          <a:bodyPr anchorCtr="0" anchor="t" bIns="0" lIns="0" spcFirstLastPara="1" rIns="0" wrap="square" tIns="0">
            <a:noAutofit/>
          </a:bodyPr>
          <a:lstStyle>
            <a:lvl1pPr indent="-331470" lvl="0" marL="457200" algn="l">
              <a:lnSpc>
                <a:spcPct val="100000"/>
              </a:lnSpc>
              <a:spcBef>
                <a:spcPts val="600"/>
              </a:spcBef>
              <a:spcAft>
                <a:spcPts val="0"/>
              </a:spcAft>
              <a:buSzPts val="162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31469" lvl="3" marL="1828800" algn="l">
              <a:lnSpc>
                <a:spcPct val="100000"/>
              </a:lnSpc>
              <a:spcBef>
                <a:spcPts val="600"/>
              </a:spcBef>
              <a:spcAft>
                <a:spcPts val="0"/>
              </a:spcAft>
              <a:buSzPts val="1620"/>
              <a:buChar char="•"/>
              <a:defRPr/>
            </a:lvl4pPr>
            <a:lvl5pPr indent="-331470" lvl="4" marL="2286000" algn="l">
              <a:lnSpc>
                <a:spcPct val="100000"/>
              </a:lnSpc>
              <a:spcBef>
                <a:spcPts val="600"/>
              </a:spcBef>
              <a:spcAft>
                <a:spcPts val="0"/>
              </a:spcAft>
              <a:buSzPts val="1620"/>
              <a:buChar char="•"/>
              <a:defRPr/>
            </a:lvl5pPr>
            <a:lvl6pPr indent="-331470" lvl="5" marL="2743200" algn="l">
              <a:lnSpc>
                <a:spcPct val="90000"/>
              </a:lnSpc>
              <a:spcBef>
                <a:spcPts val="1260"/>
              </a:spcBef>
              <a:spcAft>
                <a:spcPts val="0"/>
              </a:spcAft>
              <a:buSzPts val="1620"/>
              <a:buChar char="•"/>
              <a:defRPr/>
            </a:lvl6pPr>
            <a:lvl7pPr indent="-331470" lvl="6" marL="3200400" algn="l">
              <a:lnSpc>
                <a:spcPct val="90000"/>
              </a:lnSpc>
              <a:spcBef>
                <a:spcPts val="1260"/>
              </a:spcBef>
              <a:spcAft>
                <a:spcPts val="0"/>
              </a:spcAft>
              <a:buSzPts val="1620"/>
              <a:buChar char="•"/>
              <a:defRPr/>
            </a:lvl7pPr>
            <a:lvl8pPr indent="-331470" lvl="7" marL="3657600" algn="l">
              <a:lnSpc>
                <a:spcPct val="90000"/>
              </a:lnSpc>
              <a:spcBef>
                <a:spcPts val="1260"/>
              </a:spcBef>
              <a:spcAft>
                <a:spcPts val="0"/>
              </a:spcAft>
              <a:buSzPts val="1620"/>
              <a:buChar char="•"/>
              <a:defRPr/>
            </a:lvl8pPr>
            <a:lvl9pPr indent="-331470" lvl="8" marL="4114800" algn="l">
              <a:lnSpc>
                <a:spcPct val="90000"/>
              </a:lnSpc>
              <a:spcBef>
                <a:spcPts val="1260"/>
              </a:spcBef>
              <a:spcAft>
                <a:spcPts val="0"/>
              </a:spcAft>
              <a:buSzPts val="162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White" showMasterSp="0">
  <p:cSld name="Title Slide_White">
    <p:spTree>
      <p:nvGrpSpPr>
        <p:cNvPr id="176" name="Shape 176"/>
        <p:cNvGrpSpPr/>
        <p:nvPr/>
      </p:nvGrpSpPr>
      <p:grpSpPr>
        <a:xfrm>
          <a:off x="0" y="0"/>
          <a:ext cx="0" cy="0"/>
          <a:chOff x="0" y="0"/>
          <a:chExt cx="0" cy="0"/>
        </a:xfrm>
      </p:grpSpPr>
      <p:pic>
        <p:nvPicPr>
          <p:cNvPr descr="Background pattern&#10;&#10;Description automatically generated" id="177" name="Google Shape;177;p85"/>
          <p:cNvPicPr preferRelativeResize="0"/>
          <p:nvPr/>
        </p:nvPicPr>
        <p:blipFill rotWithShape="1">
          <a:blip r:embed="rId2">
            <a:alphaModFix/>
          </a:blip>
          <a:srcRect b="0" l="0" r="0" t="0"/>
          <a:stretch/>
        </p:blipFill>
        <p:spPr>
          <a:xfrm>
            <a:off x="0" y="36"/>
            <a:ext cx="9144000" cy="6857965"/>
          </a:xfrm>
          <a:prstGeom prst="rect">
            <a:avLst/>
          </a:prstGeom>
          <a:noFill/>
          <a:ln>
            <a:noFill/>
          </a:ln>
        </p:spPr>
      </p:pic>
      <p:sp>
        <p:nvSpPr>
          <p:cNvPr id="178" name="Google Shape;178;p85"/>
          <p:cNvSpPr txBox="1"/>
          <p:nvPr>
            <p:ph type="title"/>
          </p:nvPr>
        </p:nvSpPr>
        <p:spPr>
          <a:xfrm>
            <a:off x="562897" y="1527660"/>
            <a:ext cx="7436008" cy="3269709"/>
          </a:xfrm>
          <a:prstGeom prst="rect">
            <a:avLst/>
          </a:prstGeom>
          <a:noFill/>
          <a:ln>
            <a:noFill/>
          </a:ln>
        </p:spPr>
        <p:txBody>
          <a:bodyPr anchorCtr="0" anchor="b" bIns="0" lIns="0" spcFirstLastPara="1" rIns="121875" wrap="square" tIns="0">
            <a:noAutofit/>
          </a:bodyPr>
          <a:lstStyle>
            <a:lvl1pPr lvl="0" marR="0" rtl="0" algn="l">
              <a:lnSpc>
                <a:spcPct val="75000"/>
              </a:lnSpc>
              <a:spcBef>
                <a:spcPts val="0"/>
              </a:spcBef>
              <a:spcAft>
                <a:spcPts val="0"/>
              </a:spcAft>
              <a:buClr>
                <a:schemeClr val="accent4"/>
              </a:buClr>
              <a:buSzPts val="6002"/>
              <a:buFont typeface="Arial"/>
              <a:buNone/>
              <a:defRPr b="1" i="0" sz="6002" u="none" cap="none" strike="noStrike">
                <a:solidFill>
                  <a:schemeClr val="accent4"/>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9" name="Google Shape;179;p85"/>
          <p:cNvSpPr txBox="1"/>
          <p:nvPr>
            <p:ph idx="1" type="subTitle"/>
          </p:nvPr>
        </p:nvSpPr>
        <p:spPr>
          <a:xfrm>
            <a:off x="570459" y="5046115"/>
            <a:ext cx="7436008" cy="356616"/>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accent4"/>
              </a:buClr>
              <a:buSzPts val="1951"/>
              <a:buFont typeface="Arial"/>
              <a:buNone/>
              <a:defRPr b="0" i="0" sz="1951" u="none" cap="none" strike="noStrike">
                <a:solidFill>
                  <a:schemeClr val="accent4"/>
                </a:solidFill>
                <a:latin typeface="Arial"/>
                <a:ea typeface="Arial"/>
                <a:cs typeface="Arial"/>
                <a:sym typeface="Arial"/>
              </a:defRPr>
            </a:lvl1pPr>
            <a:lvl2pPr lvl="1" marR="0" rtl="0" algn="ctr">
              <a:spcBef>
                <a:spcPts val="555"/>
              </a:spcBef>
              <a:spcAft>
                <a:spcPts val="0"/>
              </a:spcAft>
              <a:buClr>
                <a:srgbClr val="888888"/>
              </a:buClr>
              <a:buSzPts val="2776"/>
              <a:buFont typeface="Arial"/>
              <a:buNone/>
              <a:defRPr b="0" i="0" sz="2776" u="none" cap="none" strike="noStrike">
                <a:solidFill>
                  <a:srgbClr val="888888"/>
                </a:solidFill>
                <a:latin typeface="Arial"/>
                <a:ea typeface="Arial"/>
                <a:cs typeface="Arial"/>
                <a:sym typeface="Arial"/>
              </a:defRPr>
            </a:lvl2pPr>
            <a:lvl3pPr lvl="2" marR="0" rtl="0" algn="ctr">
              <a:spcBef>
                <a:spcPts val="480"/>
              </a:spcBef>
              <a:spcAft>
                <a:spcPts val="0"/>
              </a:spcAft>
              <a:buClr>
                <a:srgbClr val="888888"/>
              </a:buClr>
              <a:buSzPts val="2401"/>
              <a:buFont typeface="Arial"/>
              <a:buNone/>
              <a:defRPr b="0" i="0" sz="2401" u="none" cap="none" strike="noStrike">
                <a:solidFill>
                  <a:srgbClr val="888888"/>
                </a:solidFill>
                <a:latin typeface="Arial"/>
                <a:ea typeface="Arial"/>
                <a:cs typeface="Arial"/>
                <a:sym typeface="Arial"/>
              </a:defRPr>
            </a:lvl3pPr>
            <a:lvl4pPr lvl="3"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4pPr>
            <a:lvl5pPr lvl="4"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5pPr>
            <a:lvl6pPr lvl="5"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6pPr>
            <a:lvl7pPr lvl="6"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7pPr>
            <a:lvl8pPr lvl="7"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8pPr>
            <a:lvl9pPr lvl="8"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9pPr>
          </a:lstStyle>
          <a:p/>
        </p:txBody>
      </p:sp>
      <p:sp>
        <p:nvSpPr>
          <p:cNvPr id="180" name="Google Shape;180;p85"/>
          <p:cNvSpPr txBox="1"/>
          <p:nvPr/>
        </p:nvSpPr>
        <p:spPr>
          <a:xfrm>
            <a:off x="562897" y="6401580"/>
            <a:ext cx="3086904" cy="1154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chemeClr val="dk1"/>
                </a:solidFill>
                <a:latin typeface="Arial"/>
                <a:ea typeface="Arial"/>
                <a:cs typeface="Arial"/>
                <a:sym typeface="Arial"/>
              </a:rPr>
              <a:t>2023 Lenovo Internal. All rights reserved.</a:t>
            </a:r>
            <a:endParaRPr/>
          </a:p>
        </p:txBody>
      </p:sp>
      <p:grpSp>
        <p:nvGrpSpPr>
          <p:cNvPr id="181" name="Google Shape;181;p85"/>
          <p:cNvGrpSpPr/>
          <p:nvPr/>
        </p:nvGrpSpPr>
        <p:grpSpPr>
          <a:xfrm rot="-5400000">
            <a:off x="7232203" y="2670363"/>
            <a:ext cx="3058160" cy="765435"/>
            <a:chOff x="547688" y="952500"/>
            <a:chExt cx="12190413" cy="4067175"/>
          </a:xfrm>
        </p:grpSpPr>
        <p:sp>
          <p:nvSpPr>
            <p:cNvPr id="182" name="Google Shape;182;p85"/>
            <p:cNvSpPr/>
            <p:nvPr/>
          </p:nvSpPr>
          <p:spPr>
            <a:xfrm>
              <a:off x="547688" y="952500"/>
              <a:ext cx="12190413" cy="40671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83" name="Google Shape;183;p85"/>
            <p:cNvSpPr/>
            <p:nvPr/>
          </p:nvSpPr>
          <p:spPr>
            <a:xfrm>
              <a:off x="4922838" y="2319338"/>
              <a:ext cx="1571625" cy="1590675"/>
            </a:xfrm>
            <a:custGeom>
              <a:rect b="b" l="l" r="r" t="t"/>
              <a:pathLst>
                <a:path extrusionOk="0" h="834" w="825">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84" name="Google Shape;184;p85"/>
            <p:cNvSpPr/>
            <p:nvPr/>
          </p:nvSpPr>
          <p:spPr>
            <a:xfrm>
              <a:off x="8277225" y="2346325"/>
              <a:ext cx="1755775" cy="1563688"/>
            </a:xfrm>
            <a:custGeom>
              <a:rect b="b" l="l" r="r" t="t"/>
              <a:pathLst>
                <a:path extrusionOk="0" h="985" w="1106">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85" name="Google Shape;185;p85"/>
            <p:cNvSpPr/>
            <p:nvPr/>
          </p:nvSpPr>
          <p:spPr>
            <a:xfrm>
              <a:off x="3138488" y="2319338"/>
              <a:ext cx="1630363" cy="1617663"/>
            </a:xfrm>
            <a:custGeom>
              <a:rect b="b" l="l" r="r" t="t"/>
              <a:pathLst>
                <a:path extrusionOk="0" h="848" w="856">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86" name="Google Shape;186;p85"/>
            <p:cNvSpPr/>
            <p:nvPr/>
          </p:nvSpPr>
          <p:spPr>
            <a:xfrm>
              <a:off x="1685925" y="1879600"/>
              <a:ext cx="1409700" cy="2030413"/>
            </a:xfrm>
            <a:custGeom>
              <a:rect b="b" l="l" r="r" t="t"/>
              <a:pathLst>
                <a:path extrusionOk="0" h="1279" w="888">
                  <a:moveTo>
                    <a:pt x="888" y="1030"/>
                  </a:moveTo>
                  <a:lnTo>
                    <a:pt x="274" y="1030"/>
                  </a:lnTo>
                  <a:lnTo>
                    <a:pt x="274" y="0"/>
                  </a:lnTo>
                  <a:lnTo>
                    <a:pt x="0" y="0"/>
                  </a:lnTo>
                  <a:lnTo>
                    <a:pt x="0" y="1279"/>
                  </a:lnTo>
                  <a:lnTo>
                    <a:pt x="888" y="1279"/>
                  </a:lnTo>
                  <a:lnTo>
                    <a:pt x="888" y="103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87" name="Google Shape;187;p85"/>
            <p:cNvSpPr/>
            <p:nvPr/>
          </p:nvSpPr>
          <p:spPr>
            <a:xfrm>
              <a:off x="9966325" y="2319338"/>
              <a:ext cx="1677988" cy="1617663"/>
            </a:xfrm>
            <a:custGeom>
              <a:rect b="b" l="l" r="r" t="t"/>
              <a:pathLst>
                <a:path extrusionOk="0" h="848" w="881">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88" name="Google Shape;188;p85"/>
            <p:cNvSpPr/>
            <p:nvPr/>
          </p:nvSpPr>
          <p:spPr>
            <a:xfrm>
              <a:off x="6664325" y="2319338"/>
              <a:ext cx="1679575" cy="1617663"/>
            </a:xfrm>
            <a:custGeom>
              <a:rect b="b" l="l" r="r" t="t"/>
              <a:pathLst>
                <a:path extrusionOk="0" h="848" w="882">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
        <p:nvSpPr>
          <p:cNvPr id="189" name="Google Shape;189;p85"/>
          <p:cNvSpPr/>
          <p:nvPr/>
        </p:nvSpPr>
        <p:spPr>
          <a:xfrm>
            <a:off x="562897" y="762000"/>
            <a:ext cx="2956568" cy="312470"/>
          </a:xfrm>
          <a:custGeom>
            <a:rect b="b" l="l" r="r" t="t"/>
            <a:pathLst>
              <a:path extrusionOk="0" h="161" w="2065">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rgbClr val="4D144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White_Alt" showMasterSp="0">
  <p:cSld name="Title Slide_White_Alt">
    <p:spTree>
      <p:nvGrpSpPr>
        <p:cNvPr id="190" name="Shape 190"/>
        <p:cNvGrpSpPr/>
        <p:nvPr/>
      </p:nvGrpSpPr>
      <p:grpSpPr>
        <a:xfrm>
          <a:off x="0" y="0"/>
          <a:ext cx="0" cy="0"/>
          <a:chOff x="0" y="0"/>
          <a:chExt cx="0" cy="0"/>
        </a:xfrm>
      </p:grpSpPr>
      <p:pic>
        <p:nvPicPr>
          <p:cNvPr descr="Background pattern&#10;&#10;Description automatically generated" id="191" name="Google Shape;191;p86"/>
          <p:cNvPicPr preferRelativeResize="0"/>
          <p:nvPr/>
        </p:nvPicPr>
        <p:blipFill rotWithShape="1">
          <a:blip r:embed="rId2">
            <a:alphaModFix/>
          </a:blip>
          <a:srcRect b="0" l="0" r="0" t="0"/>
          <a:stretch/>
        </p:blipFill>
        <p:spPr>
          <a:xfrm>
            <a:off x="0" y="72"/>
            <a:ext cx="9144000" cy="6857929"/>
          </a:xfrm>
          <a:prstGeom prst="rect">
            <a:avLst/>
          </a:prstGeom>
          <a:noFill/>
          <a:ln>
            <a:noFill/>
          </a:ln>
        </p:spPr>
      </p:pic>
      <p:sp>
        <p:nvSpPr>
          <p:cNvPr id="192" name="Google Shape;192;p86"/>
          <p:cNvSpPr txBox="1"/>
          <p:nvPr>
            <p:ph type="title"/>
          </p:nvPr>
        </p:nvSpPr>
        <p:spPr>
          <a:xfrm>
            <a:off x="562897" y="1527660"/>
            <a:ext cx="7436008" cy="3269709"/>
          </a:xfrm>
          <a:prstGeom prst="rect">
            <a:avLst/>
          </a:prstGeom>
          <a:noFill/>
          <a:ln>
            <a:noFill/>
          </a:ln>
        </p:spPr>
        <p:txBody>
          <a:bodyPr anchorCtr="0" anchor="b" bIns="0" lIns="0" spcFirstLastPara="1" rIns="121875" wrap="square" tIns="0">
            <a:noAutofit/>
          </a:bodyPr>
          <a:lstStyle>
            <a:lvl1pPr lvl="0" marR="0" rtl="0" algn="l">
              <a:lnSpc>
                <a:spcPct val="75000"/>
              </a:lnSpc>
              <a:spcBef>
                <a:spcPts val="0"/>
              </a:spcBef>
              <a:spcAft>
                <a:spcPts val="0"/>
              </a:spcAft>
              <a:buClr>
                <a:schemeClr val="accent4"/>
              </a:buClr>
              <a:buSzPts val="6002"/>
              <a:buFont typeface="Arial"/>
              <a:buNone/>
              <a:defRPr b="1" i="0" sz="6002" u="none" cap="none" strike="noStrike">
                <a:solidFill>
                  <a:schemeClr val="accent4"/>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3" name="Google Shape;193;p86"/>
          <p:cNvSpPr txBox="1"/>
          <p:nvPr>
            <p:ph idx="1" type="subTitle"/>
          </p:nvPr>
        </p:nvSpPr>
        <p:spPr>
          <a:xfrm>
            <a:off x="570459" y="5046115"/>
            <a:ext cx="7436008" cy="356616"/>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accent4"/>
              </a:buClr>
              <a:buSzPts val="1951"/>
              <a:buFont typeface="Arial"/>
              <a:buNone/>
              <a:defRPr b="0" i="0" sz="1951" u="none" cap="none" strike="noStrike">
                <a:solidFill>
                  <a:schemeClr val="accent4"/>
                </a:solidFill>
                <a:latin typeface="Arial"/>
                <a:ea typeface="Arial"/>
                <a:cs typeface="Arial"/>
                <a:sym typeface="Arial"/>
              </a:defRPr>
            </a:lvl1pPr>
            <a:lvl2pPr lvl="1" marR="0" rtl="0" algn="ctr">
              <a:spcBef>
                <a:spcPts val="555"/>
              </a:spcBef>
              <a:spcAft>
                <a:spcPts val="0"/>
              </a:spcAft>
              <a:buClr>
                <a:srgbClr val="888888"/>
              </a:buClr>
              <a:buSzPts val="2776"/>
              <a:buFont typeface="Arial"/>
              <a:buNone/>
              <a:defRPr b="0" i="0" sz="2776" u="none" cap="none" strike="noStrike">
                <a:solidFill>
                  <a:srgbClr val="888888"/>
                </a:solidFill>
                <a:latin typeface="Arial"/>
                <a:ea typeface="Arial"/>
                <a:cs typeface="Arial"/>
                <a:sym typeface="Arial"/>
              </a:defRPr>
            </a:lvl2pPr>
            <a:lvl3pPr lvl="2" marR="0" rtl="0" algn="ctr">
              <a:spcBef>
                <a:spcPts val="480"/>
              </a:spcBef>
              <a:spcAft>
                <a:spcPts val="0"/>
              </a:spcAft>
              <a:buClr>
                <a:srgbClr val="888888"/>
              </a:buClr>
              <a:buSzPts val="2401"/>
              <a:buFont typeface="Arial"/>
              <a:buNone/>
              <a:defRPr b="0" i="0" sz="2401" u="none" cap="none" strike="noStrike">
                <a:solidFill>
                  <a:srgbClr val="888888"/>
                </a:solidFill>
                <a:latin typeface="Arial"/>
                <a:ea typeface="Arial"/>
                <a:cs typeface="Arial"/>
                <a:sym typeface="Arial"/>
              </a:defRPr>
            </a:lvl3pPr>
            <a:lvl4pPr lvl="3"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4pPr>
            <a:lvl5pPr lvl="4"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5pPr>
            <a:lvl6pPr lvl="5"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6pPr>
            <a:lvl7pPr lvl="6"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7pPr>
            <a:lvl8pPr lvl="7"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8pPr>
            <a:lvl9pPr lvl="8"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9pPr>
          </a:lstStyle>
          <a:p/>
        </p:txBody>
      </p:sp>
      <p:sp>
        <p:nvSpPr>
          <p:cNvPr id="194" name="Google Shape;194;p86"/>
          <p:cNvSpPr txBox="1"/>
          <p:nvPr/>
        </p:nvSpPr>
        <p:spPr>
          <a:xfrm>
            <a:off x="562897" y="6401580"/>
            <a:ext cx="3086904" cy="1154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750">
                <a:solidFill>
                  <a:schemeClr val="dk1"/>
                </a:solidFill>
                <a:latin typeface="Arial"/>
                <a:ea typeface="Arial"/>
                <a:cs typeface="Arial"/>
                <a:sym typeface="Arial"/>
              </a:rPr>
              <a:t>2023 Lenovo Internal. All rights reserved.</a:t>
            </a:r>
            <a:endParaRPr/>
          </a:p>
        </p:txBody>
      </p:sp>
      <p:grpSp>
        <p:nvGrpSpPr>
          <p:cNvPr id="195" name="Google Shape;195;p86"/>
          <p:cNvGrpSpPr/>
          <p:nvPr/>
        </p:nvGrpSpPr>
        <p:grpSpPr>
          <a:xfrm rot="-5400000">
            <a:off x="7232203" y="2670363"/>
            <a:ext cx="3058160" cy="765435"/>
            <a:chOff x="547688" y="952500"/>
            <a:chExt cx="12190413" cy="4067175"/>
          </a:xfrm>
        </p:grpSpPr>
        <p:sp>
          <p:nvSpPr>
            <p:cNvPr id="196" name="Google Shape;196;p86"/>
            <p:cNvSpPr/>
            <p:nvPr/>
          </p:nvSpPr>
          <p:spPr>
            <a:xfrm>
              <a:off x="547688" y="952500"/>
              <a:ext cx="12190413" cy="40671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97" name="Google Shape;197;p86"/>
            <p:cNvSpPr/>
            <p:nvPr/>
          </p:nvSpPr>
          <p:spPr>
            <a:xfrm>
              <a:off x="4922838" y="2319338"/>
              <a:ext cx="1571625" cy="1590675"/>
            </a:xfrm>
            <a:custGeom>
              <a:rect b="b" l="l" r="r" t="t"/>
              <a:pathLst>
                <a:path extrusionOk="0" h="834" w="825">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98" name="Google Shape;198;p86"/>
            <p:cNvSpPr/>
            <p:nvPr/>
          </p:nvSpPr>
          <p:spPr>
            <a:xfrm>
              <a:off x="8277225" y="2346325"/>
              <a:ext cx="1755775" cy="1563688"/>
            </a:xfrm>
            <a:custGeom>
              <a:rect b="b" l="l" r="r" t="t"/>
              <a:pathLst>
                <a:path extrusionOk="0" h="985" w="1106">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199" name="Google Shape;199;p86"/>
            <p:cNvSpPr/>
            <p:nvPr/>
          </p:nvSpPr>
          <p:spPr>
            <a:xfrm>
              <a:off x="3138488" y="2319338"/>
              <a:ext cx="1630363" cy="1617663"/>
            </a:xfrm>
            <a:custGeom>
              <a:rect b="b" l="l" r="r" t="t"/>
              <a:pathLst>
                <a:path extrusionOk="0" h="848" w="856">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0" name="Google Shape;200;p86"/>
            <p:cNvSpPr/>
            <p:nvPr/>
          </p:nvSpPr>
          <p:spPr>
            <a:xfrm>
              <a:off x="1685925" y="1879600"/>
              <a:ext cx="1409700" cy="2030413"/>
            </a:xfrm>
            <a:custGeom>
              <a:rect b="b" l="l" r="r" t="t"/>
              <a:pathLst>
                <a:path extrusionOk="0" h="1279" w="888">
                  <a:moveTo>
                    <a:pt x="888" y="1030"/>
                  </a:moveTo>
                  <a:lnTo>
                    <a:pt x="274" y="1030"/>
                  </a:lnTo>
                  <a:lnTo>
                    <a:pt x="274" y="0"/>
                  </a:lnTo>
                  <a:lnTo>
                    <a:pt x="0" y="0"/>
                  </a:lnTo>
                  <a:lnTo>
                    <a:pt x="0" y="1279"/>
                  </a:lnTo>
                  <a:lnTo>
                    <a:pt x="888" y="1279"/>
                  </a:lnTo>
                  <a:lnTo>
                    <a:pt x="888" y="103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1" name="Google Shape;201;p86"/>
            <p:cNvSpPr/>
            <p:nvPr/>
          </p:nvSpPr>
          <p:spPr>
            <a:xfrm>
              <a:off x="9966325" y="2319338"/>
              <a:ext cx="1677988" cy="1617663"/>
            </a:xfrm>
            <a:custGeom>
              <a:rect b="b" l="l" r="r" t="t"/>
              <a:pathLst>
                <a:path extrusionOk="0" h="848" w="881">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02" name="Google Shape;202;p86"/>
            <p:cNvSpPr/>
            <p:nvPr/>
          </p:nvSpPr>
          <p:spPr>
            <a:xfrm>
              <a:off x="6664325" y="2319338"/>
              <a:ext cx="1679575" cy="1617663"/>
            </a:xfrm>
            <a:custGeom>
              <a:rect b="b" l="l" r="r" t="t"/>
              <a:pathLst>
                <a:path extrusionOk="0" h="848" w="882">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
        <p:nvSpPr>
          <p:cNvPr id="203" name="Google Shape;203;p86"/>
          <p:cNvSpPr/>
          <p:nvPr/>
        </p:nvSpPr>
        <p:spPr>
          <a:xfrm>
            <a:off x="562897" y="762000"/>
            <a:ext cx="2956568" cy="312470"/>
          </a:xfrm>
          <a:custGeom>
            <a:rect b="b" l="l" r="r" t="t"/>
            <a:pathLst>
              <a:path extrusionOk="0" h="161" w="2065">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rgbClr val="4D144A"/>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Black" showMasterSp="0">
  <p:cSld name="Title Slide_Black">
    <p:bg>
      <p:bgPr>
        <a:solidFill>
          <a:schemeClr val="dk1"/>
        </a:solidFill>
      </p:bgPr>
    </p:bg>
    <p:spTree>
      <p:nvGrpSpPr>
        <p:cNvPr id="204" name="Shape 204"/>
        <p:cNvGrpSpPr/>
        <p:nvPr/>
      </p:nvGrpSpPr>
      <p:grpSpPr>
        <a:xfrm>
          <a:off x="0" y="0"/>
          <a:ext cx="0" cy="0"/>
          <a:chOff x="0" y="0"/>
          <a:chExt cx="0" cy="0"/>
        </a:xfrm>
      </p:grpSpPr>
      <p:pic>
        <p:nvPicPr>
          <p:cNvPr descr="Background pattern&#10;&#10;Description automatically generated" id="205" name="Google Shape;205;p87"/>
          <p:cNvPicPr preferRelativeResize="0"/>
          <p:nvPr/>
        </p:nvPicPr>
        <p:blipFill rotWithShape="1">
          <a:blip r:embed="rId2">
            <a:alphaModFix/>
          </a:blip>
          <a:srcRect b="0" l="0" r="0" t="0"/>
          <a:stretch/>
        </p:blipFill>
        <p:spPr>
          <a:xfrm>
            <a:off x="0" y="72"/>
            <a:ext cx="9144000" cy="6857929"/>
          </a:xfrm>
          <a:prstGeom prst="rect">
            <a:avLst/>
          </a:prstGeom>
          <a:noFill/>
          <a:ln>
            <a:noFill/>
          </a:ln>
        </p:spPr>
      </p:pic>
      <p:sp>
        <p:nvSpPr>
          <p:cNvPr id="206" name="Google Shape;206;p87"/>
          <p:cNvSpPr txBox="1"/>
          <p:nvPr>
            <p:ph type="title"/>
          </p:nvPr>
        </p:nvSpPr>
        <p:spPr>
          <a:xfrm>
            <a:off x="562897" y="1524000"/>
            <a:ext cx="7436008" cy="3273368"/>
          </a:xfrm>
          <a:prstGeom prst="rect">
            <a:avLst/>
          </a:prstGeom>
          <a:noFill/>
          <a:ln>
            <a:noFill/>
          </a:ln>
        </p:spPr>
        <p:txBody>
          <a:bodyPr anchorCtr="0" anchor="b" bIns="0" lIns="0" spcFirstLastPara="1" rIns="121875" wrap="square" tIns="0">
            <a:noAutofit/>
          </a:bodyPr>
          <a:lstStyle>
            <a:lvl1pPr lvl="0" marR="0" rtl="0" algn="l">
              <a:lnSpc>
                <a:spcPct val="75000"/>
              </a:lnSpc>
              <a:spcBef>
                <a:spcPts val="0"/>
              </a:spcBef>
              <a:spcAft>
                <a:spcPts val="0"/>
              </a:spcAft>
              <a:buClr>
                <a:schemeClr val="lt1"/>
              </a:buClr>
              <a:buSzPts val="6002"/>
              <a:buFont typeface="Arial"/>
              <a:buNone/>
              <a:defRPr b="1" i="0" sz="6002"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7" name="Google Shape;207;p87"/>
          <p:cNvSpPr txBox="1"/>
          <p:nvPr>
            <p:ph idx="1" type="subTitle"/>
          </p:nvPr>
        </p:nvSpPr>
        <p:spPr>
          <a:xfrm>
            <a:off x="570459" y="5046115"/>
            <a:ext cx="7436008" cy="356616"/>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1"/>
              </a:buClr>
              <a:buSzPts val="1951"/>
              <a:buFont typeface="Arial"/>
              <a:buNone/>
              <a:defRPr b="0" i="0" sz="1951" u="none" cap="none" strike="noStrike">
                <a:solidFill>
                  <a:schemeClr val="lt1"/>
                </a:solidFill>
                <a:latin typeface="Arial"/>
                <a:ea typeface="Arial"/>
                <a:cs typeface="Arial"/>
                <a:sym typeface="Arial"/>
              </a:defRPr>
            </a:lvl1pPr>
            <a:lvl2pPr lvl="1" marR="0" rtl="0" algn="ctr">
              <a:spcBef>
                <a:spcPts val="555"/>
              </a:spcBef>
              <a:spcAft>
                <a:spcPts val="0"/>
              </a:spcAft>
              <a:buClr>
                <a:srgbClr val="888888"/>
              </a:buClr>
              <a:buSzPts val="2776"/>
              <a:buFont typeface="Arial"/>
              <a:buNone/>
              <a:defRPr b="0" i="0" sz="2776" u="none" cap="none" strike="noStrike">
                <a:solidFill>
                  <a:srgbClr val="888888"/>
                </a:solidFill>
                <a:latin typeface="Arial"/>
                <a:ea typeface="Arial"/>
                <a:cs typeface="Arial"/>
                <a:sym typeface="Arial"/>
              </a:defRPr>
            </a:lvl2pPr>
            <a:lvl3pPr lvl="2" marR="0" rtl="0" algn="ctr">
              <a:spcBef>
                <a:spcPts val="480"/>
              </a:spcBef>
              <a:spcAft>
                <a:spcPts val="0"/>
              </a:spcAft>
              <a:buClr>
                <a:srgbClr val="888888"/>
              </a:buClr>
              <a:buSzPts val="2401"/>
              <a:buFont typeface="Arial"/>
              <a:buNone/>
              <a:defRPr b="0" i="0" sz="2401" u="none" cap="none" strike="noStrike">
                <a:solidFill>
                  <a:srgbClr val="888888"/>
                </a:solidFill>
                <a:latin typeface="Arial"/>
                <a:ea typeface="Arial"/>
                <a:cs typeface="Arial"/>
                <a:sym typeface="Arial"/>
              </a:defRPr>
            </a:lvl3pPr>
            <a:lvl4pPr lvl="3"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4pPr>
            <a:lvl5pPr lvl="4"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5pPr>
            <a:lvl6pPr lvl="5"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6pPr>
            <a:lvl7pPr lvl="6"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7pPr>
            <a:lvl8pPr lvl="7"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8pPr>
            <a:lvl9pPr lvl="8"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9pPr>
          </a:lstStyle>
          <a:p/>
        </p:txBody>
      </p:sp>
      <p:grpSp>
        <p:nvGrpSpPr>
          <p:cNvPr id="208" name="Google Shape;208;p87"/>
          <p:cNvGrpSpPr/>
          <p:nvPr/>
        </p:nvGrpSpPr>
        <p:grpSpPr>
          <a:xfrm rot="-5400000">
            <a:off x="7232203" y="2670363"/>
            <a:ext cx="3058160" cy="765435"/>
            <a:chOff x="547688" y="952500"/>
            <a:chExt cx="12190413" cy="4067175"/>
          </a:xfrm>
        </p:grpSpPr>
        <p:sp>
          <p:nvSpPr>
            <p:cNvPr id="209" name="Google Shape;209;p87"/>
            <p:cNvSpPr/>
            <p:nvPr/>
          </p:nvSpPr>
          <p:spPr>
            <a:xfrm>
              <a:off x="547688" y="952500"/>
              <a:ext cx="12190413" cy="40671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0" name="Google Shape;210;p87"/>
            <p:cNvSpPr/>
            <p:nvPr/>
          </p:nvSpPr>
          <p:spPr>
            <a:xfrm>
              <a:off x="4922838" y="2319338"/>
              <a:ext cx="1571625" cy="1590675"/>
            </a:xfrm>
            <a:custGeom>
              <a:rect b="b" l="l" r="r" t="t"/>
              <a:pathLst>
                <a:path extrusionOk="0" h="834" w="825">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1" name="Google Shape;211;p87"/>
            <p:cNvSpPr/>
            <p:nvPr/>
          </p:nvSpPr>
          <p:spPr>
            <a:xfrm>
              <a:off x="8277225" y="2346325"/>
              <a:ext cx="1755775" cy="1563688"/>
            </a:xfrm>
            <a:custGeom>
              <a:rect b="b" l="l" r="r" t="t"/>
              <a:pathLst>
                <a:path extrusionOk="0" h="985" w="1106">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2" name="Google Shape;212;p87"/>
            <p:cNvSpPr/>
            <p:nvPr/>
          </p:nvSpPr>
          <p:spPr>
            <a:xfrm>
              <a:off x="3138488" y="2319338"/>
              <a:ext cx="1630363" cy="1617663"/>
            </a:xfrm>
            <a:custGeom>
              <a:rect b="b" l="l" r="r" t="t"/>
              <a:pathLst>
                <a:path extrusionOk="0" h="848" w="856">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3" name="Google Shape;213;p87"/>
            <p:cNvSpPr/>
            <p:nvPr/>
          </p:nvSpPr>
          <p:spPr>
            <a:xfrm>
              <a:off x="1685925" y="1879600"/>
              <a:ext cx="1409700" cy="2030413"/>
            </a:xfrm>
            <a:custGeom>
              <a:rect b="b" l="l" r="r" t="t"/>
              <a:pathLst>
                <a:path extrusionOk="0" h="1279" w="888">
                  <a:moveTo>
                    <a:pt x="888" y="1030"/>
                  </a:moveTo>
                  <a:lnTo>
                    <a:pt x="274" y="1030"/>
                  </a:lnTo>
                  <a:lnTo>
                    <a:pt x="274" y="0"/>
                  </a:lnTo>
                  <a:lnTo>
                    <a:pt x="0" y="0"/>
                  </a:lnTo>
                  <a:lnTo>
                    <a:pt x="0" y="1279"/>
                  </a:lnTo>
                  <a:lnTo>
                    <a:pt x="888" y="1279"/>
                  </a:lnTo>
                  <a:lnTo>
                    <a:pt x="888" y="103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4" name="Google Shape;214;p87"/>
            <p:cNvSpPr/>
            <p:nvPr/>
          </p:nvSpPr>
          <p:spPr>
            <a:xfrm>
              <a:off x="9966325" y="2319338"/>
              <a:ext cx="1677988" cy="1617663"/>
            </a:xfrm>
            <a:custGeom>
              <a:rect b="b" l="l" r="r" t="t"/>
              <a:pathLst>
                <a:path extrusionOk="0" h="848" w="881">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5" name="Google Shape;215;p87"/>
            <p:cNvSpPr/>
            <p:nvPr/>
          </p:nvSpPr>
          <p:spPr>
            <a:xfrm>
              <a:off x="6664325" y="2319338"/>
              <a:ext cx="1679575" cy="1617663"/>
            </a:xfrm>
            <a:custGeom>
              <a:rect b="b" l="l" r="r" t="t"/>
              <a:pathLst>
                <a:path extrusionOk="0" h="848" w="882">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
        <p:nvSpPr>
          <p:cNvPr id="216" name="Google Shape;216;p87"/>
          <p:cNvSpPr/>
          <p:nvPr/>
        </p:nvSpPr>
        <p:spPr>
          <a:xfrm>
            <a:off x="562897" y="762000"/>
            <a:ext cx="2956568" cy="312470"/>
          </a:xfrm>
          <a:custGeom>
            <a:rect b="b" l="l" r="r" t="t"/>
            <a:pathLst>
              <a:path extrusionOk="0" h="161" w="2065">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17" name="Google Shape;217;p87"/>
          <p:cNvSpPr txBox="1"/>
          <p:nvPr/>
        </p:nvSpPr>
        <p:spPr>
          <a:xfrm>
            <a:off x="562897" y="6401580"/>
            <a:ext cx="3086904" cy="1154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750">
                <a:solidFill>
                  <a:schemeClr val="lt1"/>
                </a:solidFill>
                <a:latin typeface="Arial"/>
                <a:ea typeface="Arial"/>
                <a:cs typeface="Arial"/>
                <a:sym typeface="Arial"/>
              </a:rPr>
              <a:t>2023 Lenovo Internal. All rights reserved.</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_Black_Alt" showMasterSp="0">
  <p:cSld name="Title Slide_Black_Alt">
    <p:bg>
      <p:bgPr>
        <a:solidFill>
          <a:schemeClr val="dk1"/>
        </a:solidFill>
      </p:bgPr>
    </p:bg>
    <p:spTree>
      <p:nvGrpSpPr>
        <p:cNvPr id="218" name="Shape 218"/>
        <p:cNvGrpSpPr/>
        <p:nvPr/>
      </p:nvGrpSpPr>
      <p:grpSpPr>
        <a:xfrm>
          <a:off x="0" y="0"/>
          <a:ext cx="0" cy="0"/>
          <a:chOff x="0" y="0"/>
          <a:chExt cx="0" cy="0"/>
        </a:xfrm>
      </p:grpSpPr>
      <p:pic>
        <p:nvPicPr>
          <p:cNvPr descr="Background pattern&#10;&#10;Description automatically generated" id="219" name="Google Shape;219;p88"/>
          <p:cNvPicPr preferRelativeResize="0"/>
          <p:nvPr/>
        </p:nvPicPr>
        <p:blipFill rotWithShape="1">
          <a:blip r:embed="rId2">
            <a:alphaModFix/>
          </a:blip>
          <a:srcRect b="0" l="0" r="0" t="0"/>
          <a:stretch/>
        </p:blipFill>
        <p:spPr>
          <a:xfrm>
            <a:off x="0" y="72"/>
            <a:ext cx="9144000" cy="6857929"/>
          </a:xfrm>
          <a:prstGeom prst="rect">
            <a:avLst/>
          </a:prstGeom>
          <a:noFill/>
          <a:ln>
            <a:noFill/>
          </a:ln>
        </p:spPr>
      </p:pic>
      <p:sp>
        <p:nvSpPr>
          <p:cNvPr id="220" name="Google Shape;220;p88"/>
          <p:cNvSpPr txBox="1"/>
          <p:nvPr>
            <p:ph type="title"/>
          </p:nvPr>
        </p:nvSpPr>
        <p:spPr>
          <a:xfrm>
            <a:off x="562897" y="1524000"/>
            <a:ext cx="7436008" cy="3273368"/>
          </a:xfrm>
          <a:prstGeom prst="rect">
            <a:avLst/>
          </a:prstGeom>
          <a:noFill/>
          <a:ln>
            <a:noFill/>
          </a:ln>
        </p:spPr>
        <p:txBody>
          <a:bodyPr anchorCtr="0" anchor="b" bIns="0" lIns="0" spcFirstLastPara="1" rIns="121875" wrap="square" tIns="0">
            <a:noAutofit/>
          </a:bodyPr>
          <a:lstStyle>
            <a:lvl1pPr lvl="0" marR="0" rtl="0" algn="l">
              <a:lnSpc>
                <a:spcPct val="75000"/>
              </a:lnSpc>
              <a:spcBef>
                <a:spcPts val="0"/>
              </a:spcBef>
              <a:spcAft>
                <a:spcPts val="0"/>
              </a:spcAft>
              <a:buClr>
                <a:schemeClr val="lt1"/>
              </a:buClr>
              <a:buSzPts val="6002"/>
              <a:buFont typeface="Arial"/>
              <a:buNone/>
              <a:defRPr b="1" i="0" sz="6002"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1" name="Google Shape;221;p88"/>
          <p:cNvSpPr txBox="1"/>
          <p:nvPr>
            <p:ph idx="1" type="subTitle"/>
          </p:nvPr>
        </p:nvSpPr>
        <p:spPr>
          <a:xfrm>
            <a:off x="570459" y="5046115"/>
            <a:ext cx="7436008" cy="356616"/>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lt1"/>
              </a:buClr>
              <a:buSzPts val="1951"/>
              <a:buFont typeface="Arial"/>
              <a:buNone/>
              <a:defRPr b="0" i="0" sz="1951" u="none" cap="none" strike="noStrike">
                <a:solidFill>
                  <a:schemeClr val="lt1"/>
                </a:solidFill>
                <a:latin typeface="Arial"/>
                <a:ea typeface="Arial"/>
                <a:cs typeface="Arial"/>
                <a:sym typeface="Arial"/>
              </a:defRPr>
            </a:lvl1pPr>
            <a:lvl2pPr lvl="1" marR="0" rtl="0" algn="ctr">
              <a:spcBef>
                <a:spcPts val="555"/>
              </a:spcBef>
              <a:spcAft>
                <a:spcPts val="0"/>
              </a:spcAft>
              <a:buClr>
                <a:srgbClr val="888888"/>
              </a:buClr>
              <a:buSzPts val="2776"/>
              <a:buFont typeface="Arial"/>
              <a:buNone/>
              <a:defRPr b="0" i="0" sz="2776" u="none" cap="none" strike="noStrike">
                <a:solidFill>
                  <a:srgbClr val="888888"/>
                </a:solidFill>
                <a:latin typeface="Arial"/>
                <a:ea typeface="Arial"/>
                <a:cs typeface="Arial"/>
                <a:sym typeface="Arial"/>
              </a:defRPr>
            </a:lvl2pPr>
            <a:lvl3pPr lvl="2" marR="0" rtl="0" algn="ctr">
              <a:spcBef>
                <a:spcPts val="480"/>
              </a:spcBef>
              <a:spcAft>
                <a:spcPts val="0"/>
              </a:spcAft>
              <a:buClr>
                <a:srgbClr val="888888"/>
              </a:buClr>
              <a:buSzPts val="2401"/>
              <a:buFont typeface="Arial"/>
              <a:buNone/>
              <a:defRPr b="0" i="0" sz="2401" u="none" cap="none" strike="noStrike">
                <a:solidFill>
                  <a:srgbClr val="888888"/>
                </a:solidFill>
                <a:latin typeface="Arial"/>
                <a:ea typeface="Arial"/>
                <a:cs typeface="Arial"/>
                <a:sym typeface="Arial"/>
              </a:defRPr>
            </a:lvl3pPr>
            <a:lvl4pPr lvl="3"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4pPr>
            <a:lvl5pPr lvl="4"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5pPr>
            <a:lvl6pPr lvl="5"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6pPr>
            <a:lvl7pPr lvl="6"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7pPr>
            <a:lvl8pPr lvl="7"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8pPr>
            <a:lvl9pPr lvl="8" marR="0" rtl="0" algn="ctr">
              <a:spcBef>
                <a:spcPts val="405"/>
              </a:spcBef>
              <a:spcAft>
                <a:spcPts val="0"/>
              </a:spcAft>
              <a:buClr>
                <a:srgbClr val="888888"/>
              </a:buClr>
              <a:buSzPts val="2026"/>
              <a:buFont typeface="Arial"/>
              <a:buNone/>
              <a:defRPr b="0" i="0" sz="2026" u="none" cap="none" strike="noStrike">
                <a:solidFill>
                  <a:srgbClr val="888888"/>
                </a:solidFill>
                <a:latin typeface="Arial"/>
                <a:ea typeface="Arial"/>
                <a:cs typeface="Arial"/>
                <a:sym typeface="Arial"/>
              </a:defRPr>
            </a:lvl9pPr>
          </a:lstStyle>
          <a:p/>
        </p:txBody>
      </p:sp>
      <p:grpSp>
        <p:nvGrpSpPr>
          <p:cNvPr id="222" name="Google Shape;222;p88"/>
          <p:cNvGrpSpPr/>
          <p:nvPr/>
        </p:nvGrpSpPr>
        <p:grpSpPr>
          <a:xfrm rot="-5400000">
            <a:off x="7232203" y="2670363"/>
            <a:ext cx="3058160" cy="765435"/>
            <a:chOff x="547688" y="952500"/>
            <a:chExt cx="12190413" cy="4067175"/>
          </a:xfrm>
        </p:grpSpPr>
        <p:sp>
          <p:nvSpPr>
            <p:cNvPr id="223" name="Google Shape;223;p88"/>
            <p:cNvSpPr/>
            <p:nvPr/>
          </p:nvSpPr>
          <p:spPr>
            <a:xfrm>
              <a:off x="547688" y="952500"/>
              <a:ext cx="12190413" cy="40671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24" name="Google Shape;224;p88"/>
            <p:cNvSpPr/>
            <p:nvPr/>
          </p:nvSpPr>
          <p:spPr>
            <a:xfrm>
              <a:off x="4922838" y="2319338"/>
              <a:ext cx="1571625" cy="1590675"/>
            </a:xfrm>
            <a:custGeom>
              <a:rect b="b" l="l" r="r" t="t"/>
              <a:pathLst>
                <a:path extrusionOk="0" h="834" w="825">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25" name="Google Shape;225;p88"/>
            <p:cNvSpPr/>
            <p:nvPr/>
          </p:nvSpPr>
          <p:spPr>
            <a:xfrm>
              <a:off x="8277225" y="2346325"/>
              <a:ext cx="1755775" cy="1563688"/>
            </a:xfrm>
            <a:custGeom>
              <a:rect b="b" l="l" r="r" t="t"/>
              <a:pathLst>
                <a:path extrusionOk="0" h="985" w="1106">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26" name="Google Shape;226;p88"/>
            <p:cNvSpPr/>
            <p:nvPr/>
          </p:nvSpPr>
          <p:spPr>
            <a:xfrm>
              <a:off x="3138488" y="2319338"/>
              <a:ext cx="1630363" cy="1617663"/>
            </a:xfrm>
            <a:custGeom>
              <a:rect b="b" l="l" r="r" t="t"/>
              <a:pathLst>
                <a:path extrusionOk="0" h="848" w="856">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27" name="Google Shape;227;p88"/>
            <p:cNvSpPr/>
            <p:nvPr/>
          </p:nvSpPr>
          <p:spPr>
            <a:xfrm>
              <a:off x="1685925" y="1879600"/>
              <a:ext cx="1409700" cy="2030413"/>
            </a:xfrm>
            <a:custGeom>
              <a:rect b="b" l="l" r="r" t="t"/>
              <a:pathLst>
                <a:path extrusionOk="0" h="1279" w="888">
                  <a:moveTo>
                    <a:pt x="888" y="1030"/>
                  </a:moveTo>
                  <a:lnTo>
                    <a:pt x="274" y="1030"/>
                  </a:lnTo>
                  <a:lnTo>
                    <a:pt x="274" y="0"/>
                  </a:lnTo>
                  <a:lnTo>
                    <a:pt x="0" y="0"/>
                  </a:lnTo>
                  <a:lnTo>
                    <a:pt x="0" y="1279"/>
                  </a:lnTo>
                  <a:lnTo>
                    <a:pt x="888" y="1279"/>
                  </a:lnTo>
                  <a:lnTo>
                    <a:pt x="888" y="103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28" name="Google Shape;228;p88"/>
            <p:cNvSpPr/>
            <p:nvPr/>
          </p:nvSpPr>
          <p:spPr>
            <a:xfrm>
              <a:off x="9966325" y="2319338"/>
              <a:ext cx="1677988" cy="1617663"/>
            </a:xfrm>
            <a:custGeom>
              <a:rect b="b" l="l" r="r" t="t"/>
              <a:pathLst>
                <a:path extrusionOk="0" h="848" w="881">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29" name="Google Shape;229;p88"/>
            <p:cNvSpPr/>
            <p:nvPr/>
          </p:nvSpPr>
          <p:spPr>
            <a:xfrm>
              <a:off x="6664325" y="2319338"/>
              <a:ext cx="1679575" cy="1617663"/>
            </a:xfrm>
            <a:custGeom>
              <a:rect b="b" l="l" r="r" t="t"/>
              <a:pathLst>
                <a:path extrusionOk="0" h="848" w="882">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
        <p:nvSpPr>
          <p:cNvPr id="230" name="Google Shape;230;p88"/>
          <p:cNvSpPr/>
          <p:nvPr/>
        </p:nvSpPr>
        <p:spPr>
          <a:xfrm>
            <a:off x="562897" y="762000"/>
            <a:ext cx="2956568" cy="312470"/>
          </a:xfrm>
          <a:custGeom>
            <a:rect b="b" l="l" r="r" t="t"/>
            <a:pathLst>
              <a:path extrusionOk="0" h="161" w="2065">
                <a:moveTo>
                  <a:pt x="530" y="34"/>
                </a:moveTo>
                <a:cubicBezTo>
                  <a:pt x="502" y="34"/>
                  <a:pt x="483" y="57"/>
                  <a:pt x="483" y="84"/>
                </a:cubicBezTo>
                <a:cubicBezTo>
                  <a:pt x="483" y="84"/>
                  <a:pt x="483" y="84"/>
                  <a:pt x="483" y="84"/>
                </a:cubicBezTo>
                <a:cubicBezTo>
                  <a:pt x="483" y="114"/>
                  <a:pt x="504" y="134"/>
                  <a:pt x="533" y="134"/>
                </a:cubicBezTo>
                <a:cubicBezTo>
                  <a:pt x="551" y="134"/>
                  <a:pt x="563" y="127"/>
                  <a:pt x="572" y="116"/>
                </a:cubicBezTo>
                <a:cubicBezTo>
                  <a:pt x="557" y="102"/>
                  <a:pt x="557" y="102"/>
                  <a:pt x="557" y="102"/>
                </a:cubicBezTo>
                <a:cubicBezTo>
                  <a:pt x="549" y="109"/>
                  <a:pt x="543" y="112"/>
                  <a:pt x="533" y="112"/>
                </a:cubicBezTo>
                <a:cubicBezTo>
                  <a:pt x="521" y="112"/>
                  <a:pt x="513" y="106"/>
                  <a:pt x="510" y="93"/>
                </a:cubicBezTo>
                <a:cubicBezTo>
                  <a:pt x="577" y="93"/>
                  <a:pt x="577" y="93"/>
                  <a:pt x="577" y="93"/>
                </a:cubicBezTo>
                <a:cubicBezTo>
                  <a:pt x="577" y="91"/>
                  <a:pt x="577" y="88"/>
                  <a:pt x="577" y="86"/>
                </a:cubicBezTo>
                <a:cubicBezTo>
                  <a:pt x="577" y="59"/>
                  <a:pt x="563" y="34"/>
                  <a:pt x="530" y="34"/>
                </a:cubicBezTo>
                <a:close/>
                <a:moveTo>
                  <a:pt x="510" y="76"/>
                </a:moveTo>
                <a:cubicBezTo>
                  <a:pt x="512" y="64"/>
                  <a:pt x="519" y="56"/>
                  <a:pt x="530" y="56"/>
                </a:cubicBezTo>
                <a:cubicBezTo>
                  <a:pt x="542" y="56"/>
                  <a:pt x="549" y="64"/>
                  <a:pt x="551" y="76"/>
                </a:cubicBezTo>
                <a:lnTo>
                  <a:pt x="510" y="76"/>
                </a:lnTo>
                <a:close/>
                <a:moveTo>
                  <a:pt x="610" y="55"/>
                </a:moveTo>
                <a:cubicBezTo>
                  <a:pt x="610" y="36"/>
                  <a:pt x="610" y="36"/>
                  <a:pt x="610" y="36"/>
                </a:cubicBezTo>
                <a:cubicBezTo>
                  <a:pt x="583" y="36"/>
                  <a:pt x="583" y="36"/>
                  <a:pt x="583" y="36"/>
                </a:cubicBezTo>
                <a:cubicBezTo>
                  <a:pt x="583" y="132"/>
                  <a:pt x="583" y="132"/>
                  <a:pt x="583" y="132"/>
                </a:cubicBezTo>
                <a:cubicBezTo>
                  <a:pt x="610" y="132"/>
                  <a:pt x="610" y="132"/>
                  <a:pt x="610" y="132"/>
                </a:cubicBezTo>
                <a:cubicBezTo>
                  <a:pt x="610" y="97"/>
                  <a:pt x="610" y="97"/>
                  <a:pt x="610" y="97"/>
                </a:cubicBezTo>
                <a:cubicBezTo>
                  <a:pt x="610" y="74"/>
                  <a:pt x="621" y="63"/>
                  <a:pt x="640" y="63"/>
                </a:cubicBezTo>
                <a:cubicBezTo>
                  <a:pt x="641" y="63"/>
                  <a:pt x="641" y="63"/>
                  <a:pt x="641" y="63"/>
                </a:cubicBezTo>
                <a:cubicBezTo>
                  <a:pt x="641" y="34"/>
                  <a:pt x="641" y="34"/>
                  <a:pt x="641" y="34"/>
                </a:cubicBezTo>
                <a:cubicBezTo>
                  <a:pt x="625" y="33"/>
                  <a:pt x="616" y="42"/>
                  <a:pt x="610" y="55"/>
                </a:cubicBezTo>
                <a:close/>
                <a:moveTo>
                  <a:pt x="2038" y="1"/>
                </a:moveTo>
                <a:cubicBezTo>
                  <a:pt x="2038" y="132"/>
                  <a:pt x="2038" y="132"/>
                  <a:pt x="2038" y="132"/>
                </a:cubicBezTo>
                <a:cubicBezTo>
                  <a:pt x="2065" y="132"/>
                  <a:pt x="2065" y="132"/>
                  <a:pt x="2065" y="132"/>
                </a:cubicBezTo>
                <a:cubicBezTo>
                  <a:pt x="2065" y="1"/>
                  <a:pt x="2065" y="1"/>
                  <a:pt x="2065" y="1"/>
                </a:cubicBezTo>
                <a:lnTo>
                  <a:pt x="2038" y="1"/>
                </a:lnTo>
                <a:close/>
                <a:moveTo>
                  <a:pt x="733" y="11"/>
                </a:moveTo>
                <a:cubicBezTo>
                  <a:pt x="706" y="11"/>
                  <a:pt x="706" y="11"/>
                  <a:pt x="706" y="11"/>
                </a:cubicBezTo>
                <a:cubicBezTo>
                  <a:pt x="706" y="36"/>
                  <a:pt x="706" y="36"/>
                  <a:pt x="706" y="36"/>
                </a:cubicBezTo>
                <a:cubicBezTo>
                  <a:pt x="694" y="36"/>
                  <a:pt x="694" y="36"/>
                  <a:pt x="694" y="36"/>
                </a:cubicBezTo>
                <a:cubicBezTo>
                  <a:pt x="694" y="59"/>
                  <a:pt x="694" y="59"/>
                  <a:pt x="694" y="59"/>
                </a:cubicBezTo>
                <a:cubicBezTo>
                  <a:pt x="706" y="59"/>
                  <a:pt x="706" y="59"/>
                  <a:pt x="706" y="59"/>
                </a:cubicBezTo>
                <a:cubicBezTo>
                  <a:pt x="706" y="105"/>
                  <a:pt x="706" y="105"/>
                  <a:pt x="706" y="105"/>
                </a:cubicBezTo>
                <a:cubicBezTo>
                  <a:pt x="706" y="127"/>
                  <a:pt x="717" y="134"/>
                  <a:pt x="734" y="134"/>
                </a:cubicBezTo>
                <a:cubicBezTo>
                  <a:pt x="743" y="134"/>
                  <a:pt x="750" y="132"/>
                  <a:pt x="755" y="128"/>
                </a:cubicBezTo>
                <a:cubicBezTo>
                  <a:pt x="755" y="106"/>
                  <a:pt x="755" y="106"/>
                  <a:pt x="755" y="106"/>
                </a:cubicBezTo>
                <a:cubicBezTo>
                  <a:pt x="752" y="108"/>
                  <a:pt x="747" y="110"/>
                  <a:pt x="742" y="110"/>
                </a:cubicBezTo>
                <a:cubicBezTo>
                  <a:pt x="736" y="110"/>
                  <a:pt x="733" y="107"/>
                  <a:pt x="733" y="100"/>
                </a:cubicBezTo>
                <a:cubicBezTo>
                  <a:pt x="733" y="59"/>
                  <a:pt x="733" y="59"/>
                  <a:pt x="733" y="59"/>
                </a:cubicBezTo>
                <a:cubicBezTo>
                  <a:pt x="756" y="59"/>
                  <a:pt x="756" y="59"/>
                  <a:pt x="756" y="59"/>
                </a:cubicBezTo>
                <a:cubicBezTo>
                  <a:pt x="756" y="36"/>
                  <a:pt x="756" y="36"/>
                  <a:pt x="756" y="36"/>
                </a:cubicBezTo>
                <a:cubicBezTo>
                  <a:pt x="733" y="36"/>
                  <a:pt x="733" y="36"/>
                  <a:pt x="733" y="36"/>
                </a:cubicBezTo>
                <a:lnTo>
                  <a:pt x="733" y="11"/>
                </a:lnTo>
                <a:close/>
                <a:moveTo>
                  <a:pt x="1999" y="132"/>
                </a:moveTo>
                <a:cubicBezTo>
                  <a:pt x="2027" y="132"/>
                  <a:pt x="2027" y="132"/>
                  <a:pt x="2027" y="132"/>
                </a:cubicBezTo>
                <a:cubicBezTo>
                  <a:pt x="2027" y="1"/>
                  <a:pt x="2027" y="1"/>
                  <a:pt x="2027" y="1"/>
                </a:cubicBezTo>
                <a:cubicBezTo>
                  <a:pt x="1999" y="1"/>
                  <a:pt x="1999" y="1"/>
                  <a:pt x="1999" y="1"/>
                </a:cubicBezTo>
                <a:lnTo>
                  <a:pt x="1999" y="132"/>
                </a:lnTo>
                <a:close/>
                <a:moveTo>
                  <a:pt x="807" y="34"/>
                </a:moveTo>
                <a:cubicBezTo>
                  <a:pt x="779" y="34"/>
                  <a:pt x="760" y="57"/>
                  <a:pt x="760" y="84"/>
                </a:cubicBezTo>
                <a:cubicBezTo>
                  <a:pt x="760" y="84"/>
                  <a:pt x="760" y="84"/>
                  <a:pt x="760" y="84"/>
                </a:cubicBezTo>
                <a:cubicBezTo>
                  <a:pt x="760" y="114"/>
                  <a:pt x="781" y="134"/>
                  <a:pt x="810" y="134"/>
                </a:cubicBezTo>
                <a:cubicBezTo>
                  <a:pt x="827" y="134"/>
                  <a:pt x="840" y="127"/>
                  <a:pt x="849" y="116"/>
                </a:cubicBezTo>
                <a:cubicBezTo>
                  <a:pt x="834" y="102"/>
                  <a:pt x="834" y="102"/>
                  <a:pt x="834" y="102"/>
                </a:cubicBezTo>
                <a:cubicBezTo>
                  <a:pt x="826" y="109"/>
                  <a:pt x="820" y="112"/>
                  <a:pt x="810" y="112"/>
                </a:cubicBezTo>
                <a:cubicBezTo>
                  <a:pt x="798" y="112"/>
                  <a:pt x="790" y="106"/>
                  <a:pt x="787" y="93"/>
                </a:cubicBezTo>
                <a:cubicBezTo>
                  <a:pt x="854" y="93"/>
                  <a:pt x="854" y="93"/>
                  <a:pt x="854" y="93"/>
                </a:cubicBezTo>
                <a:cubicBezTo>
                  <a:pt x="854" y="91"/>
                  <a:pt x="854" y="88"/>
                  <a:pt x="854" y="86"/>
                </a:cubicBezTo>
                <a:cubicBezTo>
                  <a:pt x="854" y="59"/>
                  <a:pt x="839" y="34"/>
                  <a:pt x="807" y="34"/>
                </a:cubicBezTo>
                <a:close/>
                <a:moveTo>
                  <a:pt x="787" y="76"/>
                </a:moveTo>
                <a:cubicBezTo>
                  <a:pt x="789" y="64"/>
                  <a:pt x="796" y="56"/>
                  <a:pt x="807" y="56"/>
                </a:cubicBezTo>
                <a:cubicBezTo>
                  <a:pt x="819" y="56"/>
                  <a:pt x="826" y="64"/>
                  <a:pt x="828" y="76"/>
                </a:cubicBezTo>
                <a:lnTo>
                  <a:pt x="787" y="76"/>
                </a:lnTo>
                <a:close/>
                <a:moveTo>
                  <a:pt x="220" y="34"/>
                </a:moveTo>
                <a:cubicBezTo>
                  <a:pt x="207" y="34"/>
                  <a:pt x="197" y="39"/>
                  <a:pt x="189" y="49"/>
                </a:cubicBezTo>
                <a:cubicBezTo>
                  <a:pt x="184" y="40"/>
                  <a:pt x="174" y="34"/>
                  <a:pt x="161" y="34"/>
                </a:cubicBezTo>
                <a:cubicBezTo>
                  <a:pt x="148" y="34"/>
                  <a:pt x="139" y="41"/>
                  <a:pt x="133" y="50"/>
                </a:cubicBezTo>
                <a:cubicBezTo>
                  <a:pt x="133" y="36"/>
                  <a:pt x="133" y="36"/>
                  <a:pt x="133" y="36"/>
                </a:cubicBezTo>
                <a:cubicBezTo>
                  <a:pt x="106" y="36"/>
                  <a:pt x="106" y="36"/>
                  <a:pt x="106" y="36"/>
                </a:cubicBezTo>
                <a:cubicBezTo>
                  <a:pt x="106" y="132"/>
                  <a:pt x="106" y="132"/>
                  <a:pt x="106" y="132"/>
                </a:cubicBezTo>
                <a:cubicBezTo>
                  <a:pt x="133" y="132"/>
                  <a:pt x="133" y="132"/>
                  <a:pt x="133" y="132"/>
                </a:cubicBezTo>
                <a:cubicBezTo>
                  <a:pt x="133" y="78"/>
                  <a:pt x="133" y="78"/>
                  <a:pt x="133" y="78"/>
                </a:cubicBezTo>
                <a:cubicBezTo>
                  <a:pt x="133" y="65"/>
                  <a:pt x="139" y="59"/>
                  <a:pt x="150" y="59"/>
                </a:cubicBezTo>
                <a:cubicBezTo>
                  <a:pt x="160" y="59"/>
                  <a:pt x="166" y="65"/>
                  <a:pt x="166" y="78"/>
                </a:cubicBezTo>
                <a:cubicBezTo>
                  <a:pt x="166" y="132"/>
                  <a:pt x="166" y="132"/>
                  <a:pt x="166" y="132"/>
                </a:cubicBezTo>
                <a:cubicBezTo>
                  <a:pt x="193" y="132"/>
                  <a:pt x="193" y="132"/>
                  <a:pt x="193" y="132"/>
                </a:cubicBezTo>
                <a:cubicBezTo>
                  <a:pt x="193" y="78"/>
                  <a:pt x="193" y="78"/>
                  <a:pt x="193" y="78"/>
                </a:cubicBezTo>
                <a:cubicBezTo>
                  <a:pt x="193" y="65"/>
                  <a:pt x="199" y="59"/>
                  <a:pt x="209" y="59"/>
                </a:cubicBezTo>
                <a:cubicBezTo>
                  <a:pt x="220" y="59"/>
                  <a:pt x="225" y="65"/>
                  <a:pt x="225" y="78"/>
                </a:cubicBezTo>
                <a:cubicBezTo>
                  <a:pt x="225" y="132"/>
                  <a:pt x="225" y="132"/>
                  <a:pt x="225" y="132"/>
                </a:cubicBezTo>
                <a:cubicBezTo>
                  <a:pt x="253" y="132"/>
                  <a:pt x="253" y="132"/>
                  <a:pt x="253" y="132"/>
                </a:cubicBezTo>
                <a:cubicBezTo>
                  <a:pt x="253" y="69"/>
                  <a:pt x="253" y="69"/>
                  <a:pt x="253" y="69"/>
                </a:cubicBezTo>
                <a:cubicBezTo>
                  <a:pt x="253" y="46"/>
                  <a:pt x="240" y="34"/>
                  <a:pt x="220" y="34"/>
                </a:cubicBezTo>
                <a:close/>
                <a:moveTo>
                  <a:pt x="59" y="57"/>
                </a:moveTo>
                <a:cubicBezTo>
                  <a:pt x="38" y="51"/>
                  <a:pt x="32" y="49"/>
                  <a:pt x="32" y="40"/>
                </a:cubicBezTo>
                <a:cubicBezTo>
                  <a:pt x="32" y="40"/>
                  <a:pt x="32" y="40"/>
                  <a:pt x="32" y="40"/>
                </a:cubicBezTo>
                <a:cubicBezTo>
                  <a:pt x="32" y="34"/>
                  <a:pt x="38" y="29"/>
                  <a:pt x="48" y="29"/>
                </a:cubicBezTo>
                <a:cubicBezTo>
                  <a:pt x="59" y="29"/>
                  <a:pt x="70" y="34"/>
                  <a:pt x="81" y="41"/>
                </a:cubicBezTo>
                <a:cubicBezTo>
                  <a:pt x="95" y="21"/>
                  <a:pt x="95" y="21"/>
                  <a:pt x="95" y="21"/>
                </a:cubicBezTo>
                <a:cubicBezTo>
                  <a:pt x="83" y="10"/>
                  <a:pt x="67" y="5"/>
                  <a:pt x="49" y="5"/>
                </a:cubicBezTo>
                <a:cubicBezTo>
                  <a:pt x="23" y="5"/>
                  <a:pt x="5" y="20"/>
                  <a:pt x="5" y="43"/>
                </a:cubicBezTo>
                <a:cubicBezTo>
                  <a:pt x="5" y="43"/>
                  <a:pt x="5" y="43"/>
                  <a:pt x="5" y="43"/>
                </a:cubicBezTo>
                <a:cubicBezTo>
                  <a:pt x="5" y="68"/>
                  <a:pt x="21" y="75"/>
                  <a:pt x="46" y="81"/>
                </a:cubicBezTo>
                <a:cubicBezTo>
                  <a:pt x="67" y="87"/>
                  <a:pt x="72" y="90"/>
                  <a:pt x="72" y="97"/>
                </a:cubicBezTo>
                <a:cubicBezTo>
                  <a:pt x="72" y="98"/>
                  <a:pt x="72" y="98"/>
                  <a:pt x="72" y="98"/>
                </a:cubicBezTo>
                <a:cubicBezTo>
                  <a:pt x="72" y="105"/>
                  <a:pt x="65" y="109"/>
                  <a:pt x="54" y="109"/>
                </a:cubicBezTo>
                <a:cubicBezTo>
                  <a:pt x="39" y="109"/>
                  <a:pt x="27" y="104"/>
                  <a:pt x="16" y="94"/>
                </a:cubicBezTo>
                <a:cubicBezTo>
                  <a:pt x="0" y="114"/>
                  <a:pt x="0" y="114"/>
                  <a:pt x="0" y="114"/>
                </a:cubicBezTo>
                <a:cubicBezTo>
                  <a:pt x="15" y="127"/>
                  <a:pt x="34" y="134"/>
                  <a:pt x="53" y="134"/>
                </a:cubicBezTo>
                <a:cubicBezTo>
                  <a:pt x="80" y="134"/>
                  <a:pt x="99" y="120"/>
                  <a:pt x="99" y="95"/>
                </a:cubicBezTo>
                <a:cubicBezTo>
                  <a:pt x="99" y="95"/>
                  <a:pt x="99" y="95"/>
                  <a:pt x="99" y="95"/>
                </a:cubicBezTo>
                <a:cubicBezTo>
                  <a:pt x="99" y="73"/>
                  <a:pt x="85" y="63"/>
                  <a:pt x="59" y="57"/>
                </a:cubicBezTo>
                <a:close/>
                <a:moveTo>
                  <a:pt x="304" y="35"/>
                </a:moveTo>
                <a:cubicBezTo>
                  <a:pt x="287" y="35"/>
                  <a:pt x="277" y="38"/>
                  <a:pt x="266" y="43"/>
                </a:cubicBezTo>
                <a:cubicBezTo>
                  <a:pt x="273" y="63"/>
                  <a:pt x="273" y="63"/>
                  <a:pt x="273" y="63"/>
                </a:cubicBezTo>
                <a:cubicBezTo>
                  <a:pt x="282" y="60"/>
                  <a:pt x="289" y="58"/>
                  <a:pt x="300" y="58"/>
                </a:cubicBezTo>
                <a:cubicBezTo>
                  <a:pt x="313" y="58"/>
                  <a:pt x="320" y="64"/>
                  <a:pt x="320" y="76"/>
                </a:cubicBezTo>
                <a:cubicBezTo>
                  <a:pt x="320" y="77"/>
                  <a:pt x="320" y="77"/>
                  <a:pt x="320" y="77"/>
                </a:cubicBezTo>
                <a:cubicBezTo>
                  <a:pt x="314" y="75"/>
                  <a:pt x="307" y="73"/>
                  <a:pt x="297" y="73"/>
                </a:cubicBezTo>
                <a:cubicBezTo>
                  <a:pt x="274" y="73"/>
                  <a:pt x="258" y="83"/>
                  <a:pt x="258" y="104"/>
                </a:cubicBezTo>
                <a:cubicBezTo>
                  <a:pt x="258" y="104"/>
                  <a:pt x="258" y="104"/>
                  <a:pt x="258" y="104"/>
                </a:cubicBezTo>
                <a:cubicBezTo>
                  <a:pt x="258" y="123"/>
                  <a:pt x="273" y="134"/>
                  <a:pt x="291" y="134"/>
                </a:cubicBezTo>
                <a:cubicBezTo>
                  <a:pt x="304" y="134"/>
                  <a:pt x="314" y="129"/>
                  <a:pt x="320" y="122"/>
                </a:cubicBezTo>
                <a:cubicBezTo>
                  <a:pt x="320" y="132"/>
                  <a:pt x="320" y="132"/>
                  <a:pt x="320" y="132"/>
                </a:cubicBezTo>
                <a:cubicBezTo>
                  <a:pt x="347" y="132"/>
                  <a:pt x="347" y="132"/>
                  <a:pt x="347" y="132"/>
                </a:cubicBezTo>
                <a:cubicBezTo>
                  <a:pt x="347" y="76"/>
                  <a:pt x="347" y="76"/>
                  <a:pt x="347" y="76"/>
                </a:cubicBezTo>
                <a:cubicBezTo>
                  <a:pt x="347" y="63"/>
                  <a:pt x="343" y="53"/>
                  <a:pt x="336" y="46"/>
                </a:cubicBezTo>
                <a:cubicBezTo>
                  <a:pt x="329" y="39"/>
                  <a:pt x="319" y="35"/>
                  <a:pt x="304" y="35"/>
                </a:cubicBezTo>
                <a:close/>
                <a:moveTo>
                  <a:pt x="321" y="98"/>
                </a:moveTo>
                <a:cubicBezTo>
                  <a:pt x="321" y="108"/>
                  <a:pt x="312" y="115"/>
                  <a:pt x="299" y="115"/>
                </a:cubicBezTo>
                <a:cubicBezTo>
                  <a:pt x="291" y="115"/>
                  <a:pt x="285" y="111"/>
                  <a:pt x="285" y="103"/>
                </a:cubicBezTo>
                <a:cubicBezTo>
                  <a:pt x="285" y="103"/>
                  <a:pt x="285" y="103"/>
                  <a:pt x="285" y="103"/>
                </a:cubicBezTo>
                <a:cubicBezTo>
                  <a:pt x="285" y="94"/>
                  <a:pt x="292" y="90"/>
                  <a:pt x="303" y="90"/>
                </a:cubicBezTo>
                <a:cubicBezTo>
                  <a:pt x="310" y="90"/>
                  <a:pt x="316" y="91"/>
                  <a:pt x="321" y="93"/>
                </a:cubicBezTo>
                <a:lnTo>
                  <a:pt x="321" y="98"/>
                </a:lnTo>
                <a:close/>
                <a:moveTo>
                  <a:pt x="457" y="11"/>
                </a:moveTo>
                <a:cubicBezTo>
                  <a:pt x="429" y="11"/>
                  <a:pt x="429" y="11"/>
                  <a:pt x="429" y="11"/>
                </a:cubicBezTo>
                <a:cubicBezTo>
                  <a:pt x="429" y="36"/>
                  <a:pt x="429" y="36"/>
                  <a:pt x="429" y="36"/>
                </a:cubicBezTo>
                <a:cubicBezTo>
                  <a:pt x="418" y="36"/>
                  <a:pt x="418" y="36"/>
                  <a:pt x="418" y="36"/>
                </a:cubicBezTo>
                <a:cubicBezTo>
                  <a:pt x="418" y="59"/>
                  <a:pt x="418" y="59"/>
                  <a:pt x="418" y="59"/>
                </a:cubicBezTo>
                <a:cubicBezTo>
                  <a:pt x="429" y="59"/>
                  <a:pt x="429" y="59"/>
                  <a:pt x="429" y="59"/>
                </a:cubicBezTo>
                <a:cubicBezTo>
                  <a:pt x="429" y="105"/>
                  <a:pt x="429" y="105"/>
                  <a:pt x="429" y="105"/>
                </a:cubicBezTo>
                <a:cubicBezTo>
                  <a:pt x="429" y="127"/>
                  <a:pt x="441" y="134"/>
                  <a:pt x="457" y="134"/>
                </a:cubicBezTo>
                <a:cubicBezTo>
                  <a:pt x="466" y="134"/>
                  <a:pt x="473" y="132"/>
                  <a:pt x="479" y="128"/>
                </a:cubicBezTo>
                <a:cubicBezTo>
                  <a:pt x="479" y="106"/>
                  <a:pt x="479" y="106"/>
                  <a:pt x="479" y="106"/>
                </a:cubicBezTo>
                <a:cubicBezTo>
                  <a:pt x="475" y="108"/>
                  <a:pt x="470" y="110"/>
                  <a:pt x="465" y="110"/>
                </a:cubicBezTo>
                <a:cubicBezTo>
                  <a:pt x="459" y="110"/>
                  <a:pt x="457" y="107"/>
                  <a:pt x="457" y="100"/>
                </a:cubicBezTo>
                <a:cubicBezTo>
                  <a:pt x="457" y="59"/>
                  <a:pt x="457" y="59"/>
                  <a:pt x="457" y="59"/>
                </a:cubicBezTo>
                <a:cubicBezTo>
                  <a:pt x="479" y="59"/>
                  <a:pt x="479" y="59"/>
                  <a:pt x="479" y="59"/>
                </a:cubicBezTo>
                <a:cubicBezTo>
                  <a:pt x="479" y="36"/>
                  <a:pt x="479" y="36"/>
                  <a:pt x="479" y="36"/>
                </a:cubicBezTo>
                <a:cubicBezTo>
                  <a:pt x="457" y="36"/>
                  <a:pt x="457" y="36"/>
                  <a:pt x="457" y="36"/>
                </a:cubicBezTo>
                <a:lnTo>
                  <a:pt x="457" y="11"/>
                </a:lnTo>
                <a:close/>
                <a:moveTo>
                  <a:pt x="382" y="55"/>
                </a:moveTo>
                <a:cubicBezTo>
                  <a:pt x="382" y="36"/>
                  <a:pt x="382" y="36"/>
                  <a:pt x="382" y="36"/>
                </a:cubicBezTo>
                <a:cubicBezTo>
                  <a:pt x="354" y="36"/>
                  <a:pt x="354" y="36"/>
                  <a:pt x="354" y="36"/>
                </a:cubicBezTo>
                <a:cubicBezTo>
                  <a:pt x="354" y="132"/>
                  <a:pt x="354" y="132"/>
                  <a:pt x="354" y="132"/>
                </a:cubicBezTo>
                <a:cubicBezTo>
                  <a:pt x="382" y="132"/>
                  <a:pt x="382" y="132"/>
                  <a:pt x="382" y="132"/>
                </a:cubicBezTo>
                <a:cubicBezTo>
                  <a:pt x="382" y="97"/>
                  <a:pt x="382" y="97"/>
                  <a:pt x="382" y="97"/>
                </a:cubicBezTo>
                <a:cubicBezTo>
                  <a:pt x="382" y="74"/>
                  <a:pt x="393" y="63"/>
                  <a:pt x="411" y="63"/>
                </a:cubicBezTo>
                <a:cubicBezTo>
                  <a:pt x="412" y="63"/>
                  <a:pt x="412" y="63"/>
                  <a:pt x="412" y="63"/>
                </a:cubicBezTo>
                <a:cubicBezTo>
                  <a:pt x="412" y="34"/>
                  <a:pt x="412" y="34"/>
                  <a:pt x="412" y="34"/>
                </a:cubicBezTo>
                <a:cubicBezTo>
                  <a:pt x="396" y="33"/>
                  <a:pt x="387" y="42"/>
                  <a:pt x="382" y="55"/>
                </a:cubicBezTo>
                <a:close/>
                <a:moveTo>
                  <a:pt x="1335" y="34"/>
                </a:moveTo>
                <a:cubicBezTo>
                  <a:pt x="1305" y="34"/>
                  <a:pt x="1283" y="56"/>
                  <a:pt x="1283" y="84"/>
                </a:cubicBezTo>
                <a:cubicBezTo>
                  <a:pt x="1283" y="84"/>
                  <a:pt x="1283" y="84"/>
                  <a:pt x="1283" y="84"/>
                </a:cubicBezTo>
                <a:cubicBezTo>
                  <a:pt x="1283" y="112"/>
                  <a:pt x="1305" y="134"/>
                  <a:pt x="1335" y="134"/>
                </a:cubicBezTo>
                <a:cubicBezTo>
                  <a:pt x="1365" y="134"/>
                  <a:pt x="1387" y="112"/>
                  <a:pt x="1387" y="84"/>
                </a:cubicBezTo>
                <a:cubicBezTo>
                  <a:pt x="1387" y="84"/>
                  <a:pt x="1387" y="84"/>
                  <a:pt x="1387" y="84"/>
                </a:cubicBezTo>
                <a:cubicBezTo>
                  <a:pt x="1387" y="56"/>
                  <a:pt x="1365" y="34"/>
                  <a:pt x="1335" y="34"/>
                </a:cubicBezTo>
                <a:close/>
                <a:moveTo>
                  <a:pt x="1360" y="84"/>
                </a:moveTo>
                <a:cubicBezTo>
                  <a:pt x="1360" y="99"/>
                  <a:pt x="1351" y="111"/>
                  <a:pt x="1335" y="111"/>
                </a:cubicBezTo>
                <a:cubicBezTo>
                  <a:pt x="1320" y="111"/>
                  <a:pt x="1310" y="98"/>
                  <a:pt x="1310" y="84"/>
                </a:cubicBezTo>
                <a:cubicBezTo>
                  <a:pt x="1310" y="84"/>
                  <a:pt x="1310" y="84"/>
                  <a:pt x="1310" y="84"/>
                </a:cubicBezTo>
                <a:cubicBezTo>
                  <a:pt x="1310" y="70"/>
                  <a:pt x="1319" y="58"/>
                  <a:pt x="1335" y="58"/>
                </a:cubicBezTo>
                <a:cubicBezTo>
                  <a:pt x="1350" y="58"/>
                  <a:pt x="1360" y="70"/>
                  <a:pt x="1360" y="84"/>
                </a:cubicBezTo>
                <a:close/>
                <a:moveTo>
                  <a:pt x="1834" y="55"/>
                </a:moveTo>
                <a:cubicBezTo>
                  <a:pt x="1834" y="36"/>
                  <a:pt x="1834" y="36"/>
                  <a:pt x="1834" y="36"/>
                </a:cubicBezTo>
                <a:cubicBezTo>
                  <a:pt x="1807" y="36"/>
                  <a:pt x="1807" y="36"/>
                  <a:pt x="1807" y="36"/>
                </a:cubicBezTo>
                <a:cubicBezTo>
                  <a:pt x="1807" y="132"/>
                  <a:pt x="1807" y="132"/>
                  <a:pt x="1807" y="132"/>
                </a:cubicBezTo>
                <a:cubicBezTo>
                  <a:pt x="1834" y="132"/>
                  <a:pt x="1834" y="132"/>
                  <a:pt x="1834" y="132"/>
                </a:cubicBezTo>
                <a:cubicBezTo>
                  <a:pt x="1834" y="97"/>
                  <a:pt x="1834" y="97"/>
                  <a:pt x="1834" y="97"/>
                </a:cubicBezTo>
                <a:cubicBezTo>
                  <a:pt x="1834" y="74"/>
                  <a:pt x="1845" y="63"/>
                  <a:pt x="1863" y="63"/>
                </a:cubicBezTo>
                <a:cubicBezTo>
                  <a:pt x="1865" y="63"/>
                  <a:pt x="1865" y="63"/>
                  <a:pt x="1865" y="63"/>
                </a:cubicBezTo>
                <a:cubicBezTo>
                  <a:pt x="1865" y="34"/>
                  <a:pt x="1865" y="34"/>
                  <a:pt x="1865" y="34"/>
                </a:cubicBezTo>
                <a:cubicBezTo>
                  <a:pt x="1848" y="33"/>
                  <a:pt x="1839" y="42"/>
                  <a:pt x="1834" y="55"/>
                </a:cubicBezTo>
                <a:close/>
                <a:moveTo>
                  <a:pt x="1748" y="34"/>
                </a:moveTo>
                <a:cubicBezTo>
                  <a:pt x="1718" y="34"/>
                  <a:pt x="1696" y="56"/>
                  <a:pt x="1696" y="84"/>
                </a:cubicBezTo>
                <a:cubicBezTo>
                  <a:pt x="1696" y="84"/>
                  <a:pt x="1696" y="84"/>
                  <a:pt x="1696" y="84"/>
                </a:cubicBezTo>
                <a:cubicBezTo>
                  <a:pt x="1696" y="112"/>
                  <a:pt x="1718" y="134"/>
                  <a:pt x="1748" y="134"/>
                </a:cubicBezTo>
                <a:cubicBezTo>
                  <a:pt x="1778" y="134"/>
                  <a:pt x="1800" y="112"/>
                  <a:pt x="1800" y="84"/>
                </a:cubicBezTo>
                <a:cubicBezTo>
                  <a:pt x="1800" y="84"/>
                  <a:pt x="1800" y="84"/>
                  <a:pt x="1800" y="84"/>
                </a:cubicBezTo>
                <a:cubicBezTo>
                  <a:pt x="1800" y="56"/>
                  <a:pt x="1778" y="34"/>
                  <a:pt x="1748" y="34"/>
                </a:cubicBezTo>
                <a:close/>
                <a:moveTo>
                  <a:pt x="1773" y="84"/>
                </a:moveTo>
                <a:cubicBezTo>
                  <a:pt x="1773" y="99"/>
                  <a:pt x="1764" y="111"/>
                  <a:pt x="1748" y="111"/>
                </a:cubicBezTo>
                <a:cubicBezTo>
                  <a:pt x="1733" y="111"/>
                  <a:pt x="1723" y="98"/>
                  <a:pt x="1723" y="84"/>
                </a:cubicBezTo>
                <a:cubicBezTo>
                  <a:pt x="1723" y="84"/>
                  <a:pt x="1723" y="84"/>
                  <a:pt x="1723" y="84"/>
                </a:cubicBezTo>
                <a:cubicBezTo>
                  <a:pt x="1723" y="70"/>
                  <a:pt x="1732" y="58"/>
                  <a:pt x="1748" y="58"/>
                </a:cubicBezTo>
                <a:cubicBezTo>
                  <a:pt x="1763" y="58"/>
                  <a:pt x="1773" y="70"/>
                  <a:pt x="1773" y="84"/>
                </a:cubicBezTo>
                <a:close/>
                <a:moveTo>
                  <a:pt x="1465" y="48"/>
                </a:moveTo>
                <a:cubicBezTo>
                  <a:pt x="1458" y="40"/>
                  <a:pt x="1449" y="34"/>
                  <a:pt x="1434" y="34"/>
                </a:cubicBezTo>
                <a:cubicBezTo>
                  <a:pt x="1412" y="34"/>
                  <a:pt x="1391" y="50"/>
                  <a:pt x="1391" y="79"/>
                </a:cubicBezTo>
                <a:cubicBezTo>
                  <a:pt x="1391" y="79"/>
                  <a:pt x="1391" y="79"/>
                  <a:pt x="1391" y="79"/>
                </a:cubicBezTo>
                <a:cubicBezTo>
                  <a:pt x="1391" y="108"/>
                  <a:pt x="1412" y="124"/>
                  <a:pt x="1434" y="124"/>
                </a:cubicBezTo>
                <a:cubicBezTo>
                  <a:pt x="1448" y="124"/>
                  <a:pt x="1457" y="118"/>
                  <a:pt x="1465" y="109"/>
                </a:cubicBezTo>
                <a:cubicBezTo>
                  <a:pt x="1465" y="113"/>
                  <a:pt x="1465" y="113"/>
                  <a:pt x="1465" y="113"/>
                </a:cubicBezTo>
                <a:cubicBezTo>
                  <a:pt x="1465" y="130"/>
                  <a:pt x="1457" y="139"/>
                  <a:pt x="1438" y="139"/>
                </a:cubicBezTo>
                <a:cubicBezTo>
                  <a:pt x="1425" y="139"/>
                  <a:pt x="1415" y="136"/>
                  <a:pt x="1405" y="131"/>
                </a:cubicBezTo>
                <a:cubicBezTo>
                  <a:pt x="1396" y="151"/>
                  <a:pt x="1396" y="151"/>
                  <a:pt x="1396" y="151"/>
                </a:cubicBezTo>
                <a:cubicBezTo>
                  <a:pt x="1408" y="158"/>
                  <a:pt x="1423" y="161"/>
                  <a:pt x="1439" y="161"/>
                </a:cubicBezTo>
                <a:cubicBezTo>
                  <a:pt x="1457" y="161"/>
                  <a:pt x="1471" y="157"/>
                  <a:pt x="1480" y="148"/>
                </a:cubicBezTo>
                <a:cubicBezTo>
                  <a:pt x="1488" y="140"/>
                  <a:pt x="1492" y="128"/>
                  <a:pt x="1492" y="110"/>
                </a:cubicBezTo>
                <a:cubicBezTo>
                  <a:pt x="1492" y="36"/>
                  <a:pt x="1492" y="36"/>
                  <a:pt x="1492" y="36"/>
                </a:cubicBezTo>
                <a:cubicBezTo>
                  <a:pt x="1465" y="36"/>
                  <a:pt x="1465" y="36"/>
                  <a:pt x="1465" y="36"/>
                </a:cubicBezTo>
                <a:lnTo>
                  <a:pt x="1465" y="48"/>
                </a:lnTo>
                <a:close/>
                <a:moveTo>
                  <a:pt x="1465" y="79"/>
                </a:moveTo>
                <a:cubicBezTo>
                  <a:pt x="1465" y="92"/>
                  <a:pt x="1455" y="102"/>
                  <a:pt x="1442" y="102"/>
                </a:cubicBezTo>
                <a:cubicBezTo>
                  <a:pt x="1429" y="102"/>
                  <a:pt x="1419" y="93"/>
                  <a:pt x="1419" y="79"/>
                </a:cubicBezTo>
                <a:cubicBezTo>
                  <a:pt x="1419" y="79"/>
                  <a:pt x="1419" y="79"/>
                  <a:pt x="1419" y="79"/>
                </a:cubicBezTo>
                <a:cubicBezTo>
                  <a:pt x="1419" y="66"/>
                  <a:pt x="1429" y="57"/>
                  <a:pt x="1442" y="57"/>
                </a:cubicBezTo>
                <a:cubicBezTo>
                  <a:pt x="1455" y="57"/>
                  <a:pt x="1465" y="66"/>
                  <a:pt x="1465" y="79"/>
                </a:cubicBezTo>
                <a:close/>
                <a:moveTo>
                  <a:pt x="1697" y="37"/>
                </a:moveTo>
                <a:cubicBezTo>
                  <a:pt x="1675" y="37"/>
                  <a:pt x="1675" y="37"/>
                  <a:pt x="1675" y="37"/>
                </a:cubicBezTo>
                <a:cubicBezTo>
                  <a:pt x="1675" y="33"/>
                  <a:pt x="1675" y="33"/>
                  <a:pt x="1675" y="33"/>
                </a:cubicBezTo>
                <a:cubicBezTo>
                  <a:pt x="1675" y="26"/>
                  <a:pt x="1678" y="23"/>
                  <a:pt x="1684" y="23"/>
                </a:cubicBezTo>
                <a:cubicBezTo>
                  <a:pt x="1689" y="23"/>
                  <a:pt x="1693" y="24"/>
                  <a:pt x="1697" y="25"/>
                </a:cubicBezTo>
                <a:cubicBezTo>
                  <a:pt x="1697" y="2"/>
                  <a:pt x="1697" y="2"/>
                  <a:pt x="1697" y="2"/>
                </a:cubicBezTo>
                <a:cubicBezTo>
                  <a:pt x="1692" y="1"/>
                  <a:pt x="1686" y="0"/>
                  <a:pt x="1677" y="0"/>
                </a:cubicBezTo>
                <a:cubicBezTo>
                  <a:pt x="1668" y="0"/>
                  <a:pt x="1660" y="2"/>
                  <a:pt x="1655" y="7"/>
                </a:cubicBezTo>
                <a:cubicBezTo>
                  <a:pt x="1650" y="12"/>
                  <a:pt x="1648" y="20"/>
                  <a:pt x="1648" y="31"/>
                </a:cubicBezTo>
                <a:cubicBezTo>
                  <a:pt x="1648" y="37"/>
                  <a:pt x="1648" y="37"/>
                  <a:pt x="1648" y="37"/>
                </a:cubicBezTo>
                <a:cubicBezTo>
                  <a:pt x="1636" y="37"/>
                  <a:pt x="1636" y="37"/>
                  <a:pt x="1636" y="37"/>
                </a:cubicBezTo>
                <a:cubicBezTo>
                  <a:pt x="1636" y="59"/>
                  <a:pt x="1636" y="59"/>
                  <a:pt x="1636" y="59"/>
                </a:cubicBezTo>
                <a:cubicBezTo>
                  <a:pt x="1648" y="59"/>
                  <a:pt x="1648" y="59"/>
                  <a:pt x="1648" y="59"/>
                </a:cubicBezTo>
                <a:cubicBezTo>
                  <a:pt x="1648" y="132"/>
                  <a:pt x="1648" y="132"/>
                  <a:pt x="1648" y="132"/>
                </a:cubicBezTo>
                <a:cubicBezTo>
                  <a:pt x="1675" y="132"/>
                  <a:pt x="1675" y="132"/>
                  <a:pt x="1675" y="132"/>
                </a:cubicBezTo>
                <a:cubicBezTo>
                  <a:pt x="1675" y="59"/>
                  <a:pt x="1675" y="59"/>
                  <a:pt x="1675" y="59"/>
                </a:cubicBezTo>
                <a:cubicBezTo>
                  <a:pt x="1697" y="59"/>
                  <a:pt x="1697" y="59"/>
                  <a:pt x="1697" y="59"/>
                </a:cubicBezTo>
                <a:lnTo>
                  <a:pt x="1697" y="37"/>
                </a:lnTo>
                <a:close/>
                <a:moveTo>
                  <a:pt x="1548" y="101"/>
                </a:moveTo>
                <a:cubicBezTo>
                  <a:pt x="1526" y="36"/>
                  <a:pt x="1526" y="36"/>
                  <a:pt x="1526" y="36"/>
                </a:cubicBezTo>
                <a:cubicBezTo>
                  <a:pt x="1497" y="36"/>
                  <a:pt x="1497" y="36"/>
                  <a:pt x="1497" y="36"/>
                </a:cubicBezTo>
                <a:cubicBezTo>
                  <a:pt x="1535" y="132"/>
                  <a:pt x="1535" y="132"/>
                  <a:pt x="1535" y="132"/>
                </a:cubicBezTo>
                <a:cubicBezTo>
                  <a:pt x="1532" y="137"/>
                  <a:pt x="1530" y="139"/>
                  <a:pt x="1525" y="139"/>
                </a:cubicBezTo>
                <a:cubicBezTo>
                  <a:pt x="1521" y="139"/>
                  <a:pt x="1517" y="137"/>
                  <a:pt x="1513" y="135"/>
                </a:cubicBezTo>
                <a:cubicBezTo>
                  <a:pt x="1504" y="155"/>
                  <a:pt x="1504" y="155"/>
                  <a:pt x="1504" y="155"/>
                </a:cubicBezTo>
                <a:cubicBezTo>
                  <a:pt x="1511" y="159"/>
                  <a:pt x="1519" y="161"/>
                  <a:pt x="1528" y="161"/>
                </a:cubicBezTo>
                <a:cubicBezTo>
                  <a:pt x="1545" y="161"/>
                  <a:pt x="1553" y="154"/>
                  <a:pt x="1560" y="134"/>
                </a:cubicBezTo>
                <a:cubicBezTo>
                  <a:pt x="1597" y="36"/>
                  <a:pt x="1597" y="36"/>
                  <a:pt x="1597" y="36"/>
                </a:cubicBezTo>
                <a:cubicBezTo>
                  <a:pt x="1569" y="36"/>
                  <a:pt x="1569" y="36"/>
                  <a:pt x="1569" y="36"/>
                </a:cubicBezTo>
                <a:lnTo>
                  <a:pt x="1548" y="101"/>
                </a:lnTo>
                <a:close/>
                <a:moveTo>
                  <a:pt x="1008" y="34"/>
                </a:moveTo>
                <a:cubicBezTo>
                  <a:pt x="994" y="34"/>
                  <a:pt x="986" y="41"/>
                  <a:pt x="980" y="49"/>
                </a:cubicBezTo>
                <a:cubicBezTo>
                  <a:pt x="980" y="1"/>
                  <a:pt x="980" y="1"/>
                  <a:pt x="980" y="1"/>
                </a:cubicBezTo>
                <a:cubicBezTo>
                  <a:pt x="952" y="1"/>
                  <a:pt x="952" y="1"/>
                  <a:pt x="952" y="1"/>
                </a:cubicBezTo>
                <a:cubicBezTo>
                  <a:pt x="952" y="132"/>
                  <a:pt x="952" y="132"/>
                  <a:pt x="952" y="132"/>
                </a:cubicBezTo>
                <a:cubicBezTo>
                  <a:pt x="980" y="132"/>
                  <a:pt x="980" y="132"/>
                  <a:pt x="980" y="132"/>
                </a:cubicBezTo>
                <a:cubicBezTo>
                  <a:pt x="980" y="78"/>
                  <a:pt x="980" y="78"/>
                  <a:pt x="980" y="78"/>
                </a:cubicBezTo>
                <a:cubicBezTo>
                  <a:pt x="980" y="65"/>
                  <a:pt x="986" y="59"/>
                  <a:pt x="997" y="59"/>
                </a:cubicBezTo>
                <a:cubicBezTo>
                  <a:pt x="1007" y="59"/>
                  <a:pt x="1013" y="65"/>
                  <a:pt x="1013" y="78"/>
                </a:cubicBezTo>
                <a:cubicBezTo>
                  <a:pt x="1013" y="132"/>
                  <a:pt x="1013" y="132"/>
                  <a:pt x="1013" y="132"/>
                </a:cubicBezTo>
                <a:cubicBezTo>
                  <a:pt x="1040" y="132"/>
                  <a:pt x="1040" y="132"/>
                  <a:pt x="1040" y="132"/>
                </a:cubicBezTo>
                <a:cubicBezTo>
                  <a:pt x="1040" y="70"/>
                  <a:pt x="1040" y="70"/>
                  <a:pt x="1040" y="70"/>
                </a:cubicBezTo>
                <a:cubicBezTo>
                  <a:pt x="1040" y="48"/>
                  <a:pt x="1028" y="34"/>
                  <a:pt x="1008" y="34"/>
                </a:cubicBezTo>
                <a:close/>
                <a:moveTo>
                  <a:pt x="1250" y="132"/>
                </a:moveTo>
                <a:cubicBezTo>
                  <a:pt x="1278" y="132"/>
                  <a:pt x="1278" y="132"/>
                  <a:pt x="1278" y="132"/>
                </a:cubicBezTo>
                <a:cubicBezTo>
                  <a:pt x="1278" y="1"/>
                  <a:pt x="1278" y="1"/>
                  <a:pt x="1278" y="1"/>
                </a:cubicBezTo>
                <a:cubicBezTo>
                  <a:pt x="1250" y="1"/>
                  <a:pt x="1250" y="1"/>
                  <a:pt x="1250" y="1"/>
                </a:cubicBezTo>
                <a:lnTo>
                  <a:pt x="1250" y="132"/>
                </a:lnTo>
                <a:close/>
                <a:moveTo>
                  <a:pt x="1103" y="34"/>
                </a:moveTo>
                <a:cubicBezTo>
                  <a:pt x="1089" y="34"/>
                  <a:pt x="1081" y="41"/>
                  <a:pt x="1075" y="49"/>
                </a:cubicBezTo>
                <a:cubicBezTo>
                  <a:pt x="1075" y="36"/>
                  <a:pt x="1075" y="36"/>
                  <a:pt x="1075" y="36"/>
                </a:cubicBezTo>
                <a:cubicBezTo>
                  <a:pt x="1047" y="36"/>
                  <a:pt x="1047" y="36"/>
                  <a:pt x="1047" y="36"/>
                </a:cubicBezTo>
                <a:cubicBezTo>
                  <a:pt x="1047" y="132"/>
                  <a:pt x="1047" y="132"/>
                  <a:pt x="1047" y="132"/>
                </a:cubicBezTo>
                <a:cubicBezTo>
                  <a:pt x="1075" y="132"/>
                  <a:pt x="1075" y="132"/>
                  <a:pt x="1075" y="132"/>
                </a:cubicBezTo>
                <a:cubicBezTo>
                  <a:pt x="1075" y="78"/>
                  <a:pt x="1075" y="78"/>
                  <a:pt x="1075" y="78"/>
                </a:cubicBezTo>
                <a:cubicBezTo>
                  <a:pt x="1075" y="65"/>
                  <a:pt x="1081" y="59"/>
                  <a:pt x="1092" y="59"/>
                </a:cubicBezTo>
                <a:cubicBezTo>
                  <a:pt x="1102" y="59"/>
                  <a:pt x="1108" y="65"/>
                  <a:pt x="1108" y="78"/>
                </a:cubicBezTo>
                <a:cubicBezTo>
                  <a:pt x="1108" y="132"/>
                  <a:pt x="1108" y="132"/>
                  <a:pt x="1108" y="132"/>
                </a:cubicBezTo>
                <a:cubicBezTo>
                  <a:pt x="1135" y="132"/>
                  <a:pt x="1135" y="132"/>
                  <a:pt x="1135" y="132"/>
                </a:cubicBezTo>
                <a:cubicBezTo>
                  <a:pt x="1135" y="70"/>
                  <a:pt x="1135" y="70"/>
                  <a:pt x="1135" y="70"/>
                </a:cubicBezTo>
                <a:cubicBezTo>
                  <a:pt x="1135" y="48"/>
                  <a:pt x="1123" y="34"/>
                  <a:pt x="1103" y="34"/>
                </a:cubicBezTo>
                <a:close/>
                <a:moveTo>
                  <a:pt x="910" y="111"/>
                </a:moveTo>
                <a:cubicBezTo>
                  <a:pt x="895" y="111"/>
                  <a:pt x="885" y="99"/>
                  <a:pt x="885" y="84"/>
                </a:cubicBezTo>
                <a:cubicBezTo>
                  <a:pt x="885" y="84"/>
                  <a:pt x="885" y="84"/>
                  <a:pt x="885" y="84"/>
                </a:cubicBezTo>
                <a:cubicBezTo>
                  <a:pt x="885" y="70"/>
                  <a:pt x="895" y="58"/>
                  <a:pt x="909" y="58"/>
                </a:cubicBezTo>
                <a:cubicBezTo>
                  <a:pt x="918" y="58"/>
                  <a:pt x="925" y="62"/>
                  <a:pt x="931" y="68"/>
                </a:cubicBezTo>
                <a:cubicBezTo>
                  <a:pt x="947" y="50"/>
                  <a:pt x="947" y="50"/>
                  <a:pt x="947" y="50"/>
                </a:cubicBezTo>
                <a:cubicBezTo>
                  <a:pt x="938" y="40"/>
                  <a:pt x="927" y="34"/>
                  <a:pt x="909" y="34"/>
                </a:cubicBezTo>
                <a:cubicBezTo>
                  <a:pt x="880" y="34"/>
                  <a:pt x="859" y="57"/>
                  <a:pt x="859" y="84"/>
                </a:cubicBezTo>
                <a:cubicBezTo>
                  <a:pt x="859" y="84"/>
                  <a:pt x="859" y="84"/>
                  <a:pt x="859" y="84"/>
                </a:cubicBezTo>
                <a:cubicBezTo>
                  <a:pt x="859" y="112"/>
                  <a:pt x="880" y="134"/>
                  <a:pt x="909" y="134"/>
                </a:cubicBezTo>
                <a:cubicBezTo>
                  <a:pt x="928" y="134"/>
                  <a:pt x="939" y="127"/>
                  <a:pt x="948" y="117"/>
                </a:cubicBezTo>
                <a:cubicBezTo>
                  <a:pt x="932" y="100"/>
                  <a:pt x="932" y="100"/>
                  <a:pt x="932" y="100"/>
                </a:cubicBezTo>
                <a:cubicBezTo>
                  <a:pt x="925" y="107"/>
                  <a:pt x="919" y="111"/>
                  <a:pt x="910" y="111"/>
                </a:cubicBezTo>
                <a:close/>
                <a:moveTo>
                  <a:pt x="1945" y="35"/>
                </a:moveTo>
                <a:cubicBezTo>
                  <a:pt x="1929" y="35"/>
                  <a:pt x="1918" y="38"/>
                  <a:pt x="1908" y="42"/>
                </a:cubicBezTo>
                <a:cubicBezTo>
                  <a:pt x="1915" y="63"/>
                  <a:pt x="1915" y="63"/>
                  <a:pt x="1915" y="63"/>
                </a:cubicBezTo>
                <a:cubicBezTo>
                  <a:pt x="1923" y="60"/>
                  <a:pt x="1931" y="58"/>
                  <a:pt x="1941" y="58"/>
                </a:cubicBezTo>
                <a:cubicBezTo>
                  <a:pt x="1955" y="58"/>
                  <a:pt x="1962" y="64"/>
                  <a:pt x="1962" y="76"/>
                </a:cubicBezTo>
                <a:cubicBezTo>
                  <a:pt x="1962" y="77"/>
                  <a:pt x="1962" y="77"/>
                  <a:pt x="1962" y="77"/>
                </a:cubicBezTo>
                <a:cubicBezTo>
                  <a:pt x="1955" y="75"/>
                  <a:pt x="1948" y="73"/>
                  <a:pt x="1938" y="73"/>
                </a:cubicBezTo>
                <a:cubicBezTo>
                  <a:pt x="1915" y="73"/>
                  <a:pt x="1899" y="83"/>
                  <a:pt x="1899" y="104"/>
                </a:cubicBezTo>
                <a:cubicBezTo>
                  <a:pt x="1899" y="104"/>
                  <a:pt x="1899" y="104"/>
                  <a:pt x="1899" y="104"/>
                </a:cubicBezTo>
                <a:cubicBezTo>
                  <a:pt x="1899" y="123"/>
                  <a:pt x="1914" y="134"/>
                  <a:pt x="1932" y="134"/>
                </a:cubicBezTo>
                <a:cubicBezTo>
                  <a:pt x="1946" y="134"/>
                  <a:pt x="1955" y="129"/>
                  <a:pt x="1962" y="122"/>
                </a:cubicBezTo>
                <a:cubicBezTo>
                  <a:pt x="1962" y="132"/>
                  <a:pt x="1962" y="132"/>
                  <a:pt x="1962" y="132"/>
                </a:cubicBezTo>
                <a:cubicBezTo>
                  <a:pt x="1988" y="132"/>
                  <a:pt x="1988" y="132"/>
                  <a:pt x="1988" y="132"/>
                </a:cubicBezTo>
                <a:cubicBezTo>
                  <a:pt x="1988" y="76"/>
                  <a:pt x="1988" y="76"/>
                  <a:pt x="1988" y="76"/>
                </a:cubicBezTo>
                <a:cubicBezTo>
                  <a:pt x="1988" y="63"/>
                  <a:pt x="1985" y="53"/>
                  <a:pt x="1978" y="46"/>
                </a:cubicBezTo>
                <a:cubicBezTo>
                  <a:pt x="1971" y="39"/>
                  <a:pt x="1960" y="35"/>
                  <a:pt x="1945" y="35"/>
                </a:cubicBezTo>
                <a:close/>
                <a:moveTo>
                  <a:pt x="1962" y="98"/>
                </a:moveTo>
                <a:cubicBezTo>
                  <a:pt x="1962" y="108"/>
                  <a:pt x="1953" y="115"/>
                  <a:pt x="1941" y="115"/>
                </a:cubicBezTo>
                <a:cubicBezTo>
                  <a:pt x="1932" y="115"/>
                  <a:pt x="1926" y="111"/>
                  <a:pt x="1926" y="103"/>
                </a:cubicBezTo>
                <a:cubicBezTo>
                  <a:pt x="1926" y="103"/>
                  <a:pt x="1926" y="103"/>
                  <a:pt x="1926" y="103"/>
                </a:cubicBezTo>
                <a:cubicBezTo>
                  <a:pt x="1926" y="94"/>
                  <a:pt x="1933" y="90"/>
                  <a:pt x="1945" y="90"/>
                </a:cubicBezTo>
                <a:cubicBezTo>
                  <a:pt x="1951" y="90"/>
                  <a:pt x="1957" y="91"/>
                  <a:pt x="1962" y="93"/>
                </a:cubicBezTo>
                <a:lnTo>
                  <a:pt x="1962" y="98"/>
                </a:lnTo>
                <a:close/>
                <a:moveTo>
                  <a:pt x="1193" y="34"/>
                </a:moveTo>
                <a:cubicBezTo>
                  <a:pt x="1163" y="34"/>
                  <a:pt x="1141" y="56"/>
                  <a:pt x="1141" y="84"/>
                </a:cubicBezTo>
                <a:cubicBezTo>
                  <a:pt x="1141" y="84"/>
                  <a:pt x="1141" y="84"/>
                  <a:pt x="1141" y="84"/>
                </a:cubicBezTo>
                <a:cubicBezTo>
                  <a:pt x="1141" y="112"/>
                  <a:pt x="1163" y="134"/>
                  <a:pt x="1193" y="134"/>
                </a:cubicBezTo>
                <a:cubicBezTo>
                  <a:pt x="1223" y="134"/>
                  <a:pt x="1245" y="112"/>
                  <a:pt x="1245" y="84"/>
                </a:cubicBezTo>
                <a:cubicBezTo>
                  <a:pt x="1245" y="84"/>
                  <a:pt x="1245" y="84"/>
                  <a:pt x="1245" y="84"/>
                </a:cubicBezTo>
                <a:cubicBezTo>
                  <a:pt x="1245" y="56"/>
                  <a:pt x="1223" y="34"/>
                  <a:pt x="1193" y="34"/>
                </a:cubicBezTo>
                <a:close/>
                <a:moveTo>
                  <a:pt x="1218" y="84"/>
                </a:moveTo>
                <a:cubicBezTo>
                  <a:pt x="1218" y="99"/>
                  <a:pt x="1209" y="111"/>
                  <a:pt x="1193" y="111"/>
                </a:cubicBezTo>
                <a:cubicBezTo>
                  <a:pt x="1178" y="111"/>
                  <a:pt x="1168" y="98"/>
                  <a:pt x="1168" y="84"/>
                </a:cubicBezTo>
                <a:cubicBezTo>
                  <a:pt x="1168" y="84"/>
                  <a:pt x="1168" y="84"/>
                  <a:pt x="1168" y="84"/>
                </a:cubicBezTo>
                <a:cubicBezTo>
                  <a:pt x="1168" y="70"/>
                  <a:pt x="1177" y="58"/>
                  <a:pt x="1193" y="58"/>
                </a:cubicBezTo>
                <a:cubicBezTo>
                  <a:pt x="1208" y="58"/>
                  <a:pt x="1218" y="70"/>
                  <a:pt x="1218" y="84"/>
                </a:cubicBezTo>
                <a:close/>
              </a:path>
            </a:pathLst>
          </a:cu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31" name="Google Shape;231;p88"/>
          <p:cNvSpPr txBox="1"/>
          <p:nvPr/>
        </p:nvSpPr>
        <p:spPr>
          <a:xfrm>
            <a:off x="562897" y="6401580"/>
            <a:ext cx="3086904" cy="1154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750">
                <a:solidFill>
                  <a:schemeClr val="lt1"/>
                </a:solidFill>
                <a:latin typeface="Arial"/>
                <a:ea typeface="Arial"/>
                <a:cs typeface="Arial"/>
                <a:sym typeface="Arial"/>
              </a:rPr>
              <a:t>2023 Lenovo Internal. All rights reserved.</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White" showMasterSp="0">
  <p:cSld name="Section Header_White">
    <p:bg>
      <p:bgPr>
        <a:solidFill>
          <a:schemeClr val="lt1"/>
        </a:solidFill>
      </p:bgPr>
    </p:bg>
    <p:spTree>
      <p:nvGrpSpPr>
        <p:cNvPr id="232" name="Shape 232"/>
        <p:cNvGrpSpPr/>
        <p:nvPr/>
      </p:nvGrpSpPr>
      <p:grpSpPr>
        <a:xfrm>
          <a:off x="0" y="0"/>
          <a:ext cx="0" cy="0"/>
          <a:chOff x="0" y="0"/>
          <a:chExt cx="0" cy="0"/>
        </a:xfrm>
      </p:grpSpPr>
      <p:pic>
        <p:nvPicPr>
          <p:cNvPr descr="Background pattern&#10;&#10;Description automatically generated" id="233" name="Google Shape;233;p89"/>
          <p:cNvPicPr preferRelativeResize="0"/>
          <p:nvPr/>
        </p:nvPicPr>
        <p:blipFill rotWithShape="1">
          <a:blip r:embed="rId2">
            <a:alphaModFix/>
          </a:blip>
          <a:srcRect b="0" l="0" r="0" t="0"/>
          <a:stretch/>
        </p:blipFill>
        <p:spPr>
          <a:xfrm>
            <a:off x="0" y="72"/>
            <a:ext cx="9144000" cy="6857929"/>
          </a:xfrm>
          <a:prstGeom prst="rect">
            <a:avLst/>
          </a:prstGeom>
          <a:noFill/>
          <a:ln>
            <a:noFill/>
          </a:ln>
        </p:spPr>
      </p:pic>
      <p:pic>
        <p:nvPicPr>
          <p:cNvPr id="234" name="Google Shape;234;p89"/>
          <p:cNvPicPr preferRelativeResize="0"/>
          <p:nvPr/>
        </p:nvPicPr>
        <p:blipFill rotWithShape="1">
          <a:blip r:embed="rId3">
            <a:alphaModFix/>
          </a:blip>
          <a:srcRect b="1413" l="0" r="1514" t="0"/>
          <a:stretch/>
        </p:blipFill>
        <p:spPr>
          <a:xfrm flipH="1">
            <a:off x="5714107" y="34"/>
            <a:ext cx="3429893" cy="6857966"/>
          </a:xfrm>
          <a:prstGeom prst="rect">
            <a:avLst/>
          </a:prstGeom>
          <a:noFill/>
          <a:ln>
            <a:noFill/>
          </a:ln>
        </p:spPr>
      </p:pic>
      <p:sp>
        <p:nvSpPr>
          <p:cNvPr id="235" name="Google Shape;235;p89"/>
          <p:cNvSpPr txBox="1"/>
          <p:nvPr/>
        </p:nvSpPr>
        <p:spPr>
          <a:xfrm>
            <a:off x="1202829" y="6401580"/>
            <a:ext cx="3086904" cy="1154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750">
                <a:solidFill>
                  <a:schemeClr val="dk1"/>
                </a:solidFill>
                <a:latin typeface="Arial"/>
                <a:ea typeface="Arial"/>
                <a:cs typeface="Arial"/>
                <a:sym typeface="Arial"/>
              </a:rPr>
              <a:t>2023 Lenovo Internal. All rights reserved.</a:t>
            </a:r>
            <a:endParaRPr/>
          </a:p>
        </p:txBody>
      </p:sp>
      <p:grpSp>
        <p:nvGrpSpPr>
          <p:cNvPr id="236" name="Google Shape;236;p89"/>
          <p:cNvGrpSpPr/>
          <p:nvPr/>
        </p:nvGrpSpPr>
        <p:grpSpPr>
          <a:xfrm>
            <a:off x="570458" y="6348283"/>
            <a:ext cx="583082" cy="259316"/>
            <a:chOff x="547688" y="952500"/>
            <a:chExt cx="12190413" cy="4067175"/>
          </a:xfrm>
        </p:grpSpPr>
        <p:sp>
          <p:nvSpPr>
            <p:cNvPr id="237" name="Google Shape;237;p89"/>
            <p:cNvSpPr/>
            <p:nvPr/>
          </p:nvSpPr>
          <p:spPr>
            <a:xfrm>
              <a:off x="547688" y="952500"/>
              <a:ext cx="12190413" cy="40671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38" name="Google Shape;238;p89"/>
            <p:cNvSpPr/>
            <p:nvPr/>
          </p:nvSpPr>
          <p:spPr>
            <a:xfrm>
              <a:off x="4922838" y="2319338"/>
              <a:ext cx="1571625" cy="1590675"/>
            </a:xfrm>
            <a:custGeom>
              <a:rect b="b" l="l" r="r" t="t"/>
              <a:pathLst>
                <a:path extrusionOk="0" h="834" w="825">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39" name="Google Shape;239;p89"/>
            <p:cNvSpPr/>
            <p:nvPr/>
          </p:nvSpPr>
          <p:spPr>
            <a:xfrm>
              <a:off x="8277225" y="2346325"/>
              <a:ext cx="1755775" cy="1563688"/>
            </a:xfrm>
            <a:custGeom>
              <a:rect b="b" l="l" r="r" t="t"/>
              <a:pathLst>
                <a:path extrusionOk="0" h="985" w="1106">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0" name="Google Shape;240;p89"/>
            <p:cNvSpPr/>
            <p:nvPr/>
          </p:nvSpPr>
          <p:spPr>
            <a:xfrm>
              <a:off x="3138488" y="2319338"/>
              <a:ext cx="1630363" cy="1617663"/>
            </a:xfrm>
            <a:custGeom>
              <a:rect b="b" l="l" r="r" t="t"/>
              <a:pathLst>
                <a:path extrusionOk="0" h="848" w="856">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1" name="Google Shape;241;p89"/>
            <p:cNvSpPr/>
            <p:nvPr/>
          </p:nvSpPr>
          <p:spPr>
            <a:xfrm>
              <a:off x="1685925" y="1879600"/>
              <a:ext cx="1409700" cy="2030413"/>
            </a:xfrm>
            <a:custGeom>
              <a:rect b="b" l="l" r="r" t="t"/>
              <a:pathLst>
                <a:path extrusionOk="0" h="1279" w="888">
                  <a:moveTo>
                    <a:pt x="888" y="1030"/>
                  </a:moveTo>
                  <a:lnTo>
                    <a:pt x="274" y="1030"/>
                  </a:lnTo>
                  <a:lnTo>
                    <a:pt x="274" y="0"/>
                  </a:lnTo>
                  <a:lnTo>
                    <a:pt x="0" y="0"/>
                  </a:lnTo>
                  <a:lnTo>
                    <a:pt x="0" y="1279"/>
                  </a:lnTo>
                  <a:lnTo>
                    <a:pt x="888" y="1279"/>
                  </a:lnTo>
                  <a:lnTo>
                    <a:pt x="888" y="103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2" name="Google Shape;242;p89"/>
            <p:cNvSpPr/>
            <p:nvPr/>
          </p:nvSpPr>
          <p:spPr>
            <a:xfrm>
              <a:off x="9966325" y="2319338"/>
              <a:ext cx="1677988" cy="1617663"/>
            </a:xfrm>
            <a:custGeom>
              <a:rect b="b" l="l" r="r" t="t"/>
              <a:pathLst>
                <a:path extrusionOk="0" h="848" w="881">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43" name="Google Shape;243;p89"/>
            <p:cNvSpPr/>
            <p:nvPr/>
          </p:nvSpPr>
          <p:spPr>
            <a:xfrm>
              <a:off x="6664325" y="2319338"/>
              <a:ext cx="1679575" cy="1617663"/>
            </a:xfrm>
            <a:custGeom>
              <a:rect b="b" l="l" r="r" t="t"/>
              <a:pathLst>
                <a:path extrusionOk="0" h="848" w="882">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
        <p:nvSpPr>
          <p:cNvPr id="244" name="Google Shape;244;p89"/>
          <p:cNvSpPr txBox="1"/>
          <p:nvPr>
            <p:ph type="title"/>
          </p:nvPr>
        </p:nvSpPr>
        <p:spPr>
          <a:xfrm>
            <a:off x="562896" y="1549492"/>
            <a:ext cx="4698954" cy="2405203"/>
          </a:xfrm>
          <a:prstGeom prst="rect">
            <a:avLst/>
          </a:prstGeom>
          <a:noFill/>
          <a:ln>
            <a:noFill/>
          </a:ln>
        </p:spPr>
        <p:txBody>
          <a:bodyPr anchorCtr="0" anchor="b" bIns="0" lIns="0" spcFirstLastPara="1" rIns="0" wrap="square" tIns="0">
            <a:noAutofit/>
          </a:bodyPr>
          <a:lstStyle>
            <a:lvl1pPr lvl="0" marR="0" rtl="0" algn="l">
              <a:lnSpc>
                <a:spcPct val="75000"/>
              </a:lnSpc>
              <a:spcBef>
                <a:spcPts val="0"/>
              </a:spcBef>
              <a:spcAft>
                <a:spcPts val="0"/>
              </a:spcAft>
              <a:buClr>
                <a:schemeClr val="accent4"/>
              </a:buClr>
              <a:buSzPts val="4501"/>
              <a:buFont typeface="Arial"/>
              <a:buNone/>
              <a:defRPr b="1" i="0" sz="4501" u="none" cap="none" strike="noStrike">
                <a:solidFill>
                  <a:schemeClr val="accent4"/>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45" name="Google Shape;245;p89"/>
          <p:cNvSpPr txBox="1"/>
          <p:nvPr>
            <p:ph idx="1" type="body"/>
          </p:nvPr>
        </p:nvSpPr>
        <p:spPr>
          <a:xfrm>
            <a:off x="562896" y="4328650"/>
            <a:ext cx="4698954" cy="245388"/>
          </a:xfrm>
          <a:prstGeom prst="rect">
            <a:avLst/>
          </a:prstGeom>
          <a:noFill/>
          <a:ln>
            <a:noFill/>
          </a:ln>
        </p:spPr>
        <p:txBody>
          <a:bodyPr anchorCtr="0" anchor="t" bIns="0" lIns="0" spcFirstLastPara="1" rIns="0" wrap="square" tIns="0">
            <a:spAutoFit/>
          </a:bodyPr>
          <a:lstStyle>
            <a:lvl1pPr indent="-228600" lvl="0" marL="457200" marR="0" rtl="0" algn="l">
              <a:lnSpc>
                <a:spcPct val="85000"/>
              </a:lnSpc>
              <a:spcBef>
                <a:spcPts val="0"/>
              </a:spcBef>
              <a:spcAft>
                <a:spcPts val="0"/>
              </a:spcAft>
              <a:buClr>
                <a:schemeClr val="accent4"/>
              </a:buClr>
              <a:buSzPts val="1876"/>
              <a:buFont typeface="Arial"/>
              <a:buNone/>
              <a:defRPr b="0" i="0" sz="1876" u="none" cap="none" strike="noStrike">
                <a:solidFill>
                  <a:schemeClr val="accent4"/>
                </a:solidFill>
                <a:latin typeface="Arial"/>
                <a:ea typeface="Arial"/>
                <a:cs typeface="Arial"/>
                <a:sym typeface="Arial"/>
              </a:defRPr>
            </a:lvl1pPr>
            <a:lvl2pPr indent="-228600" lvl="1" marL="914400" marR="0" rtl="0" algn="l">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2pPr>
            <a:lvl3pPr indent="-228600" lvl="2" marL="1371600" marR="0" rtl="0" algn="l">
              <a:spcBef>
                <a:spcPts val="270"/>
              </a:spcBef>
              <a:spcAft>
                <a:spcPts val="0"/>
              </a:spcAft>
              <a:buClr>
                <a:srgbClr val="888888"/>
              </a:buClr>
              <a:buSzPts val="1350"/>
              <a:buFont typeface="Arial"/>
              <a:buNone/>
              <a:defRPr b="0" i="0" sz="1350" u="none" cap="none" strike="noStrike">
                <a:solidFill>
                  <a:srgbClr val="888888"/>
                </a:solidFill>
                <a:latin typeface="Arial"/>
                <a:ea typeface="Arial"/>
                <a:cs typeface="Arial"/>
                <a:sym typeface="Arial"/>
              </a:defRPr>
            </a:lvl3pPr>
            <a:lvl4pPr indent="-228600" lvl="3" marL="18288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228600" lvl="4" marL="22860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228600" lvl="5" marL="27432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228600" lvl="6" marL="32004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228600" lvl="7" marL="36576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228600" lvl="8" marL="41148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p:txBody>
      </p:sp>
      <p:sp>
        <p:nvSpPr>
          <p:cNvPr id="246" name="Google Shape;246;p89"/>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White_Alt" showMasterSp="0">
  <p:cSld name="Section Header_White_Alt">
    <p:bg>
      <p:bgPr>
        <a:solidFill>
          <a:schemeClr val="lt1"/>
        </a:solidFill>
      </p:bgPr>
    </p:bg>
    <p:spTree>
      <p:nvGrpSpPr>
        <p:cNvPr id="247" name="Shape 247"/>
        <p:cNvGrpSpPr/>
        <p:nvPr/>
      </p:nvGrpSpPr>
      <p:grpSpPr>
        <a:xfrm>
          <a:off x="0" y="0"/>
          <a:ext cx="0" cy="0"/>
          <a:chOff x="0" y="0"/>
          <a:chExt cx="0" cy="0"/>
        </a:xfrm>
      </p:grpSpPr>
      <p:pic>
        <p:nvPicPr>
          <p:cNvPr descr="Background pattern&#10;&#10;Description automatically generated" id="248" name="Google Shape;248;p90"/>
          <p:cNvPicPr preferRelativeResize="0"/>
          <p:nvPr/>
        </p:nvPicPr>
        <p:blipFill rotWithShape="1">
          <a:blip r:embed="rId2">
            <a:alphaModFix/>
          </a:blip>
          <a:srcRect b="0" l="0" r="0" t="0"/>
          <a:stretch/>
        </p:blipFill>
        <p:spPr>
          <a:xfrm>
            <a:off x="0" y="72"/>
            <a:ext cx="9144000" cy="6857929"/>
          </a:xfrm>
          <a:prstGeom prst="rect">
            <a:avLst/>
          </a:prstGeom>
          <a:noFill/>
          <a:ln>
            <a:noFill/>
          </a:ln>
        </p:spPr>
      </p:pic>
      <p:pic>
        <p:nvPicPr>
          <p:cNvPr descr="A person in a white dress&#10;&#10;Description automatically generated with low confidence" id="249" name="Google Shape;249;p90"/>
          <p:cNvPicPr preferRelativeResize="0"/>
          <p:nvPr/>
        </p:nvPicPr>
        <p:blipFill rotWithShape="1">
          <a:blip r:embed="rId3">
            <a:alphaModFix/>
          </a:blip>
          <a:srcRect b="0" l="0" r="0" t="0"/>
          <a:stretch/>
        </p:blipFill>
        <p:spPr>
          <a:xfrm>
            <a:off x="5714107" y="0"/>
            <a:ext cx="3429893" cy="6858000"/>
          </a:xfrm>
          <a:prstGeom prst="rect">
            <a:avLst/>
          </a:prstGeom>
          <a:noFill/>
          <a:ln>
            <a:noFill/>
          </a:ln>
        </p:spPr>
      </p:pic>
      <p:sp>
        <p:nvSpPr>
          <p:cNvPr id="250" name="Google Shape;250;p90"/>
          <p:cNvSpPr txBox="1"/>
          <p:nvPr/>
        </p:nvSpPr>
        <p:spPr>
          <a:xfrm>
            <a:off x="1202829" y="6401580"/>
            <a:ext cx="3086904" cy="1154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750">
                <a:solidFill>
                  <a:schemeClr val="dk1"/>
                </a:solidFill>
                <a:latin typeface="Arial"/>
                <a:ea typeface="Arial"/>
                <a:cs typeface="Arial"/>
                <a:sym typeface="Arial"/>
              </a:rPr>
              <a:t>2023 Lenovo Internal. All rights reserved.</a:t>
            </a:r>
            <a:endParaRPr/>
          </a:p>
        </p:txBody>
      </p:sp>
      <p:grpSp>
        <p:nvGrpSpPr>
          <p:cNvPr id="251" name="Google Shape;251;p90"/>
          <p:cNvGrpSpPr/>
          <p:nvPr/>
        </p:nvGrpSpPr>
        <p:grpSpPr>
          <a:xfrm>
            <a:off x="570458" y="6348283"/>
            <a:ext cx="583082" cy="259316"/>
            <a:chOff x="547688" y="952500"/>
            <a:chExt cx="12190413" cy="4067175"/>
          </a:xfrm>
        </p:grpSpPr>
        <p:sp>
          <p:nvSpPr>
            <p:cNvPr id="252" name="Google Shape;252;p90"/>
            <p:cNvSpPr/>
            <p:nvPr/>
          </p:nvSpPr>
          <p:spPr>
            <a:xfrm>
              <a:off x="547688" y="952500"/>
              <a:ext cx="12190413" cy="40671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53" name="Google Shape;253;p90"/>
            <p:cNvSpPr/>
            <p:nvPr/>
          </p:nvSpPr>
          <p:spPr>
            <a:xfrm>
              <a:off x="4922838" y="2319338"/>
              <a:ext cx="1571625" cy="1590675"/>
            </a:xfrm>
            <a:custGeom>
              <a:rect b="b" l="l" r="r" t="t"/>
              <a:pathLst>
                <a:path extrusionOk="0" h="834" w="825">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54" name="Google Shape;254;p90"/>
            <p:cNvSpPr/>
            <p:nvPr/>
          </p:nvSpPr>
          <p:spPr>
            <a:xfrm>
              <a:off x="8277225" y="2346325"/>
              <a:ext cx="1755775" cy="1563688"/>
            </a:xfrm>
            <a:custGeom>
              <a:rect b="b" l="l" r="r" t="t"/>
              <a:pathLst>
                <a:path extrusionOk="0" h="985" w="1106">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55" name="Google Shape;255;p90"/>
            <p:cNvSpPr/>
            <p:nvPr/>
          </p:nvSpPr>
          <p:spPr>
            <a:xfrm>
              <a:off x="3138488" y="2319338"/>
              <a:ext cx="1630363" cy="1617663"/>
            </a:xfrm>
            <a:custGeom>
              <a:rect b="b" l="l" r="r" t="t"/>
              <a:pathLst>
                <a:path extrusionOk="0" h="848" w="856">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56" name="Google Shape;256;p90"/>
            <p:cNvSpPr/>
            <p:nvPr/>
          </p:nvSpPr>
          <p:spPr>
            <a:xfrm>
              <a:off x="1685925" y="1879600"/>
              <a:ext cx="1409700" cy="2030413"/>
            </a:xfrm>
            <a:custGeom>
              <a:rect b="b" l="l" r="r" t="t"/>
              <a:pathLst>
                <a:path extrusionOk="0" h="1279" w="888">
                  <a:moveTo>
                    <a:pt x="888" y="1030"/>
                  </a:moveTo>
                  <a:lnTo>
                    <a:pt x="274" y="1030"/>
                  </a:lnTo>
                  <a:lnTo>
                    <a:pt x="274" y="0"/>
                  </a:lnTo>
                  <a:lnTo>
                    <a:pt x="0" y="0"/>
                  </a:lnTo>
                  <a:lnTo>
                    <a:pt x="0" y="1279"/>
                  </a:lnTo>
                  <a:lnTo>
                    <a:pt x="888" y="1279"/>
                  </a:lnTo>
                  <a:lnTo>
                    <a:pt x="888" y="103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57" name="Google Shape;257;p90"/>
            <p:cNvSpPr/>
            <p:nvPr/>
          </p:nvSpPr>
          <p:spPr>
            <a:xfrm>
              <a:off x="9966325" y="2319338"/>
              <a:ext cx="1677988" cy="1617663"/>
            </a:xfrm>
            <a:custGeom>
              <a:rect b="b" l="l" r="r" t="t"/>
              <a:pathLst>
                <a:path extrusionOk="0" h="848" w="881">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58" name="Google Shape;258;p90"/>
            <p:cNvSpPr/>
            <p:nvPr/>
          </p:nvSpPr>
          <p:spPr>
            <a:xfrm>
              <a:off x="6664325" y="2319338"/>
              <a:ext cx="1679575" cy="1617663"/>
            </a:xfrm>
            <a:custGeom>
              <a:rect b="b" l="l" r="r" t="t"/>
              <a:pathLst>
                <a:path extrusionOk="0" h="848" w="882">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
        <p:nvSpPr>
          <p:cNvPr id="259" name="Google Shape;259;p90"/>
          <p:cNvSpPr txBox="1"/>
          <p:nvPr>
            <p:ph type="title"/>
          </p:nvPr>
        </p:nvSpPr>
        <p:spPr>
          <a:xfrm>
            <a:off x="562896" y="1549492"/>
            <a:ext cx="4698954" cy="2405203"/>
          </a:xfrm>
          <a:prstGeom prst="rect">
            <a:avLst/>
          </a:prstGeom>
          <a:noFill/>
          <a:ln>
            <a:noFill/>
          </a:ln>
        </p:spPr>
        <p:txBody>
          <a:bodyPr anchorCtr="0" anchor="b" bIns="0" lIns="0" spcFirstLastPara="1" rIns="0" wrap="square" tIns="0">
            <a:noAutofit/>
          </a:bodyPr>
          <a:lstStyle>
            <a:lvl1pPr lvl="0" marR="0" rtl="0" algn="l">
              <a:lnSpc>
                <a:spcPct val="75000"/>
              </a:lnSpc>
              <a:spcBef>
                <a:spcPts val="0"/>
              </a:spcBef>
              <a:spcAft>
                <a:spcPts val="0"/>
              </a:spcAft>
              <a:buClr>
                <a:schemeClr val="accent4"/>
              </a:buClr>
              <a:buSzPts val="4501"/>
              <a:buFont typeface="Arial"/>
              <a:buNone/>
              <a:defRPr b="1" i="0" sz="4501" u="none" cap="none" strike="noStrike">
                <a:solidFill>
                  <a:schemeClr val="accent4"/>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0" name="Google Shape;260;p90"/>
          <p:cNvSpPr txBox="1"/>
          <p:nvPr>
            <p:ph idx="1" type="body"/>
          </p:nvPr>
        </p:nvSpPr>
        <p:spPr>
          <a:xfrm>
            <a:off x="562896" y="4328650"/>
            <a:ext cx="4698954" cy="245388"/>
          </a:xfrm>
          <a:prstGeom prst="rect">
            <a:avLst/>
          </a:prstGeom>
          <a:noFill/>
          <a:ln>
            <a:noFill/>
          </a:ln>
        </p:spPr>
        <p:txBody>
          <a:bodyPr anchorCtr="0" anchor="t" bIns="0" lIns="0" spcFirstLastPara="1" rIns="0" wrap="square" tIns="0">
            <a:spAutoFit/>
          </a:bodyPr>
          <a:lstStyle>
            <a:lvl1pPr indent="-228600" lvl="0" marL="457200" marR="0" rtl="0" algn="l">
              <a:lnSpc>
                <a:spcPct val="85000"/>
              </a:lnSpc>
              <a:spcBef>
                <a:spcPts val="0"/>
              </a:spcBef>
              <a:spcAft>
                <a:spcPts val="0"/>
              </a:spcAft>
              <a:buClr>
                <a:schemeClr val="accent4"/>
              </a:buClr>
              <a:buSzPts val="1876"/>
              <a:buFont typeface="Arial"/>
              <a:buNone/>
              <a:defRPr b="0" i="0" sz="1876" u="none" cap="none" strike="noStrike">
                <a:solidFill>
                  <a:schemeClr val="accent4"/>
                </a:solidFill>
                <a:latin typeface="Arial"/>
                <a:ea typeface="Arial"/>
                <a:cs typeface="Arial"/>
                <a:sym typeface="Arial"/>
              </a:defRPr>
            </a:lvl1pPr>
            <a:lvl2pPr indent="-228600" lvl="1" marL="914400" marR="0" rtl="0" algn="l">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2pPr>
            <a:lvl3pPr indent="-228600" lvl="2" marL="1371600" marR="0" rtl="0" algn="l">
              <a:spcBef>
                <a:spcPts val="270"/>
              </a:spcBef>
              <a:spcAft>
                <a:spcPts val="0"/>
              </a:spcAft>
              <a:buClr>
                <a:srgbClr val="888888"/>
              </a:buClr>
              <a:buSzPts val="1350"/>
              <a:buFont typeface="Arial"/>
              <a:buNone/>
              <a:defRPr b="0" i="0" sz="1350" u="none" cap="none" strike="noStrike">
                <a:solidFill>
                  <a:srgbClr val="888888"/>
                </a:solidFill>
                <a:latin typeface="Arial"/>
                <a:ea typeface="Arial"/>
                <a:cs typeface="Arial"/>
                <a:sym typeface="Arial"/>
              </a:defRPr>
            </a:lvl3pPr>
            <a:lvl4pPr indent="-228600" lvl="3" marL="18288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228600" lvl="4" marL="22860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228600" lvl="5" marL="27432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228600" lvl="6" marL="32004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228600" lvl="7" marL="36576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228600" lvl="8" marL="41148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p:txBody>
      </p:sp>
      <p:sp>
        <p:nvSpPr>
          <p:cNvPr id="261" name="Google Shape;261;p90"/>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Black" showMasterSp="0">
  <p:cSld name="Section Header_Black">
    <p:bg>
      <p:bgPr>
        <a:solidFill>
          <a:schemeClr val="dk1"/>
        </a:solidFill>
      </p:bgPr>
    </p:bg>
    <p:spTree>
      <p:nvGrpSpPr>
        <p:cNvPr id="262" name="Shape 262"/>
        <p:cNvGrpSpPr/>
        <p:nvPr/>
      </p:nvGrpSpPr>
      <p:grpSpPr>
        <a:xfrm>
          <a:off x="0" y="0"/>
          <a:ext cx="0" cy="0"/>
          <a:chOff x="0" y="0"/>
          <a:chExt cx="0" cy="0"/>
        </a:xfrm>
      </p:grpSpPr>
      <p:pic>
        <p:nvPicPr>
          <p:cNvPr descr="Background pattern&#10;&#10;Description automatically generated" id="263" name="Google Shape;263;p91"/>
          <p:cNvPicPr preferRelativeResize="0"/>
          <p:nvPr/>
        </p:nvPicPr>
        <p:blipFill rotWithShape="1">
          <a:blip r:embed="rId2">
            <a:alphaModFix/>
          </a:blip>
          <a:srcRect b="0" l="0" r="0" t="0"/>
          <a:stretch/>
        </p:blipFill>
        <p:spPr>
          <a:xfrm>
            <a:off x="0" y="72"/>
            <a:ext cx="9144000" cy="6857929"/>
          </a:xfrm>
          <a:prstGeom prst="rect">
            <a:avLst/>
          </a:prstGeom>
          <a:noFill/>
          <a:ln>
            <a:noFill/>
          </a:ln>
        </p:spPr>
      </p:pic>
      <p:pic>
        <p:nvPicPr>
          <p:cNvPr id="264" name="Google Shape;264;p91"/>
          <p:cNvPicPr preferRelativeResize="0"/>
          <p:nvPr/>
        </p:nvPicPr>
        <p:blipFill rotWithShape="1">
          <a:blip r:embed="rId3">
            <a:alphaModFix/>
          </a:blip>
          <a:srcRect b="0" l="0" r="0" t="0"/>
          <a:stretch/>
        </p:blipFill>
        <p:spPr>
          <a:xfrm>
            <a:off x="5714107" y="36"/>
            <a:ext cx="3429893" cy="6857929"/>
          </a:xfrm>
          <a:prstGeom prst="rect">
            <a:avLst/>
          </a:prstGeom>
          <a:noFill/>
          <a:ln>
            <a:noFill/>
          </a:ln>
        </p:spPr>
      </p:pic>
      <p:sp>
        <p:nvSpPr>
          <p:cNvPr id="265" name="Google Shape;265;p91"/>
          <p:cNvSpPr txBox="1"/>
          <p:nvPr/>
        </p:nvSpPr>
        <p:spPr>
          <a:xfrm>
            <a:off x="1202829" y="6401580"/>
            <a:ext cx="3086904" cy="1154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750">
                <a:solidFill>
                  <a:schemeClr val="lt1"/>
                </a:solidFill>
                <a:latin typeface="Arial"/>
                <a:ea typeface="Arial"/>
                <a:cs typeface="Arial"/>
                <a:sym typeface="Arial"/>
              </a:rPr>
              <a:t>2023 Lenovo Internal. All rights reserved.</a:t>
            </a:r>
            <a:endParaRPr/>
          </a:p>
        </p:txBody>
      </p:sp>
      <p:grpSp>
        <p:nvGrpSpPr>
          <p:cNvPr id="266" name="Google Shape;266;p91"/>
          <p:cNvGrpSpPr/>
          <p:nvPr/>
        </p:nvGrpSpPr>
        <p:grpSpPr>
          <a:xfrm>
            <a:off x="570458" y="6348283"/>
            <a:ext cx="583082" cy="259316"/>
            <a:chOff x="547688" y="952500"/>
            <a:chExt cx="12190413" cy="4067175"/>
          </a:xfrm>
        </p:grpSpPr>
        <p:sp>
          <p:nvSpPr>
            <p:cNvPr id="267" name="Google Shape;267;p91"/>
            <p:cNvSpPr/>
            <p:nvPr/>
          </p:nvSpPr>
          <p:spPr>
            <a:xfrm>
              <a:off x="547688" y="952500"/>
              <a:ext cx="12190413" cy="40671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68" name="Google Shape;268;p91"/>
            <p:cNvSpPr/>
            <p:nvPr/>
          </p:nvSpPr>
          <p:spPr>
            <a:xfrm>
              <a:off x="4922838" y="2319338"/>
              <a:ext cx="1571625" cy="1590675"/>
            </a:xfrm>
            <a:custGeom>
              <a:rect b="b" l="l" r="r" t="t"/>
              <a:pathLst>
                <a:path extrusionOk="0" h="834" w="825">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69" name="Google Shape;269;p91"/>
            <p:cNvSpPr/>
            <p:nvPr/>
          </p:nvSpPr>
          <p:spPr>
            <a:xfrm>
              <a:off x="8277225" y="2346325"/>
              <a:ext cx="1755775" cy="1563688"/>
            </a:xfrm>
            <a:custGeom>
              <a:rect b="b" l="l" r="r" t="t"/>
              <a:pathLst>
                <a:path extrusionOk="0" h="985" w="1106">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70" name="Google Shape;270;p91"/>
            <p:cNvSpPr/>
            <p:nvPr/>
          </p:nvSpPr>
          <p:spPr>
            <a:xfrm>
              <a:off x="3138488" y="2319338"/>
              <a:ext cx="1630363" cy="1617663"/>
            </a:xfrm>
            <a:custGeom>
              <a:rect b="b" l="l" r="r" t="t"/>
              <a:pathLst>
                <a:path extrusionOk="0" h="848" w="856">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71" name="Google Shape;271;p91"/>
            <p:cNvSpPr/>
            <p:nvPr/>
          </p:nvSpPr>
          <p:spPr>
            <a:xfrm>
              <a:off x="1685925" y="1879600"/>
              <a:ext cx="1409700" cy="2030413"/>
            </a:xfrm>
            <a:custGeom>
              <a:rect b="b" l="l" r="r" t="t"/>
              <a:pathLst>
                <a:path extrusionOk="0" h="1279" w="888">
                  <a:moveTo>
                    <a:pt x="888" y="1030"/>
                  </a:moveTo>
                  <a:lnTo>
                    <a:pt x="274" y="1030"/>
                  </a:lnTo>
                  <a:lnTo>
                    <a:pt x="274" y="0"/>
                  </a:lnTo>
                  <a:lnTo>
                    <a:pt x="0" y="0"/>
                  </a:lnTo>
                  <a:lnTo>
                    <a:pt x="0" y="1279"/>
                  </a:lnTo>
                  <a:lnTo>
                    <a:pt x="888" y="1279"/>
                  </a:lnTo>
                  <a:lnTo>
                    <a:pt x="888" y="103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72" name="Google Shape;272;p91"/>
            <p:cNvSpPr/>
            <p:nvPr/>
          </p:nvSpPr>
          <p:spPr>
            <a:xfrm>
              <a:off x="9966325" y="2319338"/>
              <a:ext cx="1677988" cy="1617663"/>
            </a:xfrm>
            <a:custGeom>
              <a:rect b="b" l="l" r="r" t="t"/>
              <a:pathLst>
                <a:path extrusionOk="0" h="848" w="881">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73" name="Google Shape;273;p91"/>
            <p:cNvSpPr/>
            <p:nvPr/>
          </p:nvSpPr>
          <p:spPr>
            <a:xfrm>
              <a:off x="6664325" y="2319338"/>
              <a:ext cx="1679575" cy="1617663"/>
            </a:xfrm>
            <a:custGeom>
              <a:rect b="b" l="l" r="r" t="t"/>
              <a:pathLst>
                <a:path extrusionOk="0" h="848" w="882">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
        <p:nvSpPr>
          <p:cNvPr id="274" name="Google Shape;274;p91"/>
          <p:cNvSpPr txBox="1"/>
          <p:nvPr>
            <p:ph type="title"/>
          </p:nvPr>
        </p:nvSpPr>
        <p:spPr>
          <a:xfrm>
            <a:off x="562897" y="1549492"/>
            <a:ext cx="4698954" cy="2405203"/>
          </a:xfrm>
          <a:prstGeom prst="rect">
            <a:avLst/>
          </a:prstGeom>
          <a:noFill/>
          <a:ln>
            <a:noFill/>
          </a:ln>
        </p:spPr>
        <p:txBody>
          <a:bodyPr anchorCtr="0" anchor="b" bIns="0" lIns="0" spcFirstLastPara="1" rIns="0" wrap="square" tIns="0">
            <a:noAutofit/>
          </a:bodyPr>
          <a:lstStyle>
            <a:lvl1pPr lvl="0" marR="0" rtl="0" algn="l">
              <a:lnSpc>
                <a:spcPct val="85000"/>
              </a:lnSpc>
              <a:spcBef>
                <a:spcPts val="0"/>
              </a:spcBef>
              <a:spcAft>
                <a:spcPts val="0"/>
              </a:spcAft>
              <a:buClr>
                <a:schemeClr val="lt1"/>
              </a:buClr>
              <a:buSzPts val="4501"/>
              <a:buFont typeface="Arial"/>
              <a:buNone/>
              <a:defRPr b="1" i="0" sz="4501"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75" name="Google Shape;275;p91"/>
          <p:cNvSpPr txBox="1"/>
          <p:nvPr>
            <p:ph idx="1" type="body"/>
          </p:nvPr>
        </p:nvSpPr>
        <p:spPr>
          <a:xfrm>
            <a:off x="562897" y="4328650"/>
            <a:ext cx="4698954" cy="245388"/>
          </a:xfrm>
          <a:prstGeom prst="rect">
            <a:avLst/>
          </a:prstGeom>
          <a:noFill/>
          <a:ln>
            <a:noFill/>
          </a:ln>
        </p:spPr>
        <p:txBody>
          <a:bodyPr anchorCtr="0" anchor="t" bIns="0" lIns="0" spcFirstLastPara="1" rIns="0" wrap="square" tIns="0">
            <a:spAutoFit/>
          </a:bodyPr>
          <a:lstStyle>
            <a:lvl1pPr indent="-228600" lvl="0" marL="457200" marR="0" rtl="0" algn="l">
              <a:lnSpc>
                <a:spcPct val="85000"/>
              </a:lnSpc>
              <a:spcBef>
                <a:spcPts val="0"/>
              </a:spcBef>
              <a:spcAft>
                <a:spcPts val="0"/>
              </a:spcAft>
              <a:buClr>
                <a:schemeClr val="lt1"/>
              </a:buClr>
              <a:buSzPts val="1876"/>
              <a:buFont typeface="Arial"/>
              <a:buNone/>
              <a:defRPr b="0" i="0" sz="1876" u="none" cap="none" strike="noStrike">
                <a:solidFill>
                  <a:schemeClr val="lt1"/>
                </a:solidFill>
                <a:latin typeface="Arial"/>
                <a:ea typeface="Arial"/>
                <a:cs typeface="Arial"/>
                <a:sym typeface="Arial"/>
              </a:defRPr>
            </a:lvl1pPr>
            <a:lvl2pPr indent="-228600" lvl="1" marL="914400" marR="0" rtl="0" algn="l">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2pPr>
            <a:lvl3pPr indent="-228600" lvl="2" marL="1371600" marR="0" rtl="0" algn="l">
              <a:spcBef>
                <a:spcPts val="270"/>
              </a:spcBef>
              <a:spcAft>
                <a:spcPts val="0"/>
              </a:spcAft>
              <a:buClr>
                <a:srgbClr val="888888"/>
              </a:buClr>
              <a:buSzPts val="1350"/>
              <a:buFont typeface="Arial"/>
              <a:buNone/>
              <a:defRPr b="0" i="0" sz="1350" u="none" cap="none" strike="noStrike">
                <a:solidFill>
                  <a:srgbClr val="888888"/>
                </a:solidFill>
                <a:latin typeface="Arial"/>
                <a:ea typeface="Arial"/>
                <a:cs typeface="Arial"/>
                <a:sym typeface="Arial"/>
              </a:defRPr>
            </a:lvl3pPr>
            <a:lvl4pPr indent="-228600" lvl="3" marL="18288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228600" lvl="4" marL="22860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228600" lvl="5" marL="27432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228600" lvl="6" marL="32004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228600" lvl="7" marL="36576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228600" lvl="8" marL="41148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p:txBody>
      </p:sp>
      <p:sp>
        <p:nvSpPr>
          <p:cNvPr id="276" name="Google Shape;276;p91"/>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_Black_Alt" showMasterSp="0">
  <p:cSld name="Section Header_Black_Alt">
    <p:bg>
      <p:bgPr>
        <a:solidFill>
          <a:schemeClr val="dk1"/>
        </a:solidFill>
      </p:bgPr>
    </p:bg>
    <p:spTree>
      <p:nvGrpSpPr>
        <p:cNvPr id="277" name="Shape 277"/>
        <p:cNvGrpSpPr/>
        <p:nvPr/>
      </p:nvGrpSpPr>
      <p:grpSpPr>
        <a:xfrm>
          <a:off x="0" y="0"/>
          <a:ext cx="0" cy="0"/>
          <a:chOff x="0" y="0"/>
          <a:chExt cx="0" cy="0"/>
        </a:xfrm>
      </p:grpSpPr>
      <p:pic>
        <p:nvPicPr>
          <p:cNvPr descr="Background pattern&#10;&#10;Description automatically generated" id="278" name="Google Shape;278;p92"/>
          <p:cNvPicPr preferRelativeResize="0"/>
          <p:nvPr/>
        </p:nvPicPr>
        <p:blipFill rotWithShape="1">
          <a:blip r:embed="rId2">
            <a:alphaModFix/>
          </a:blip>
          <a:srcRect b="0" l="0" r="0" t="0"/>
          <a:stretch/>
        </p:blipFill>
        <p:spPr>
          <a:xfrm>
            <a:off x="0" y="72"/>
            <a:ext cx="9144000" cy="6857929"/>
          </a:xfrm>
          <a:prstGeom prst="rect">
            <a:avLst/>
          </a:prstGeom>
          <a:noFill/>
          <a:ln>
            <a:noFill/>
          </a:ln>
        </p:spPr>
      </p:pic>
      <p:pic>
        <p:nvPicPr>
          <p:cNvPr descr="A picture containing tree, plant&#10;&#10;Description automatically generated" id="279" name="Google Shape;279;p92"/>
          <p:cNvPicPr preferRelativeResize="0"/>
          <p:nvPr/>
        </p:nvPicPr>
        <p:blipFill rotWithShape="1">
          <a:blip r:embed="rId3">
            <a:alphaModFix/>
          </a:blip>
          <a:srcRect b="0" l="0" r="0" t="0"/>
          <a:stretch/>
        </p:blipFill>
        <p:spPr>
          <a:xfrm>
            <a:off x="5714107" y="0"/>
            <a:ext cx="3429893" cy="6858000"/>
          </a:xfrm>
          <a:prstGeom prst="rect">
            <a:avLst/>
          </a:prstGeom>
          <a:noFill/>
          <a:ln>
            <a:noFill/>
          </a:ln>
        </p:spPr>
      </p:pic>
      <p:sp>
        <p:nvSpPr>
          <p:cNvPr id="280" name="Google Shape;280;p92"/>
          <p:cNvSpPr txBox="1"/>
          <p:nvPr/>
        </p:nvSpPr>
        <p:spPr>
          <a:xfrm>
            <a:off x="1202829" y="6401580"/>
            <a:ext cx="3086904" cy="1154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750">
                <a:solidFill>
                  <a:schemeClr val="lt1"/>
                </a:solidFill>
                <a:latin typeface="Arial"/>
                <a:ea typeface="Arial"/>
                <a:cs typeface="Arial"/>
                <a:sym typeface="Arial"/>
              </a:rPr>
              <a:t>2023 Lenovo Internal. All rights reserved.</a:t>
            </a:r>
            <a:endParaRPr/>
          </a:p>
        </p:txBody>
      </p:sp>
      <p:grpSp>
        <p:nvGrpSpPr>
          <p:cNvPr id="281" name="Google Shape;281;p92"/>
          <p:cNvGrpSpPr/>
          <p:nvPr/>
        </p:nvGrpSpPr>
        <p:grpSpPr>
          <a:xfrm>
            <a:off x="570458" y="6348283"/>
            <a:ext cx="583082" cy="259316"/>
            <a:chOff x="547688" y="952500"/>
            <a:chExt cx="12190413" cy="4067175"/>
          </a:xfrm>
        </p:grpSpPr>
        <p:sp>
          <p:nvSpPr>
            <p:cNvPr id="282" name="Google Shape;282;p92"/>
            <p:cNvSpPr/>
            <p:nvPr/>
          </p:nvSpPr>
          <p:spPr>
            <a:xfrm>
              <a:off x="547688" y="952500"/>
              <a:ext cx="12190413" cy="4067175"/>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83" name="Google Shape;283;p92"/>
            <p:cNvSpPr/>
            <p:nvPr/>
          </p:nvSpPr>
          <p:spPr>
            <a:xfrm>
              <a:off x="4922838" y="2319338"/>
              <a:ext cx="1571625" cy="1590675"/>
            </a:xfrm>
            <a:custGeom>
              <a:rect b="b" l="l" r="r" t="t"/>
              <a:pathLst>
                <a:path extrusionOk="0" h="834" w="825">
                  <a:moveTo>
                    <a:pt x="492" y="0"/>
                  </a:moveTo>
                  <a:cubicBezTo>
                    <a:pt x="398" y="0"/>
                    <a:pt x="291" y="44"/>
                    <a:pt x="225" y="132"/>
                  </a:cubicBezTo>
                  <a:cubicBezTo>
                    <a:pt x="225" y="132"/>
                    <a:pt x="225" y="132"/>
                    <a:pt x="225" y="132"/>
                  </a:cubicBezTo>
                  <a:cubicBezTo>
                    <a:pt x="225" y="132"/>
                    <a:pt x="225" y="132"/>
                    <a:pt x="225" y="132"/>
                  </a:cubicBezTo>
                  <a:cubicBezTo>
                    <a:pt x="225" y="14"/>
                    <a:pt x="225" y="14"/>
                    <a:pt x="225" y="14"/>
                  </a:cubicBezTo>
                  <a:cubicBezTo>
                    <a:pt x="0" y="14"/>
                    <a:pt x="0" y="14"/>
                    <a:pt x="0" y="14"/>
                  </a:cubicBezTo>
                  <a:cubicBezTo>
                    <a:pt x="0" y="834"/>
                    <a:pt x="0" y="834"/>
                    <a:pt x="0" y="834"/>
                  </a:cubicBezTo>
                  <a:cubicBezTo>
                    <a:pt x="225" y="834"/>
                    <a:pt x="225" y="834"/>
                    <a:pt x="225" y="834"/>
                  </a:cubicBezTo>
                  <a:cubicBezTo>
                    <a:pt x="225" y="367"/>
                    <a:pt x="225" y="367"/>
                    <a:pt x="225" y="367"/>
                  </a:cubicBezTo>
                  <a:cubicBezTo>
                    <a:pt x="225" y="283"/>
                    <a:pt x="290" y="194"/>
                    <a:pt x="411" y="194"/>
                  </a:cubicBezTo>
                  <a:cubicBezTo>
                    <a:pt x="504" y="194"/>
                    <a:pt x="600" y="259"/>
                    <a:pt x="600" y="367"/>
                  </a:cubicBezTo>
                  <a:cubicBezTo>
                    <a:pt x="600" y="834"/>
                    <a:pt x="600" y="834"/>
                    <a:pt x="600" y="834"/>
                  </a:cubicBezTo>
                  <a:cubicBezTo>
                    <a:pt x="825" y="834"/>
                    <a:pt x="825" y="834"/>
                    <a:pt x="825" y="834"/>
                  </a:cubicBezTo>
                  <a:cubicBezTo>
                    <a:pt x="825" y="326"/>
                    <a:pt x="825" y="326"/>
                    <a:pt x="825" y="326"/>
                  </a:cubicBezTo>
                  <a:cubicBezTo>
                    <a:pt x="825" y="137"/>
                    <a:pt x="690" y="0"/>
                    <a:pt x="492" y="0"/>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84" name="Google Shape;284;p92"/>
            <p:cNvSpPr/>
            <p:nvPr/>
          </p:nvSpPr>
          <p:spPr>
            <a:xfrm>
              <a:off x="8277225" y="2346325"/>
              <a:ext cx="1755775" cy="1563688"/>
            </a:xfrm>
            <a:custGeom>
              <a:rect b="b" l="l" r="r" t="t"/>
              <a:pathLst>
                <a:path extrusionOk="0" h="985" w="1106">
                  <a:moveTo>
                    <a:pt x="797" y="0"/>
                  </a:moveTo>
                  <a:lnTo>
                    <a:pt x="553" y="671"/>
                  </a:lnTo>
                  <a:lnTo>
                    <a:pt x="308" y="0"/>
                  </a:lnTo>
                  <a:lnTo>
                    <a:pt x="0" y="0"/>
                  </a:lnTo>
                  <a:lnTo>
                    <a:pt x="405" y="985"/>
                  </a:lnTo>
                  <a:lnTo>
                    <a:pt x="701" y="985"/>
                  </a:lnTo>
                  <a:lnTo>
                    <a:pt x="1106" y="0"/>
                  </a:lnTo>
                  <a:lnTo>
                    <a:pt x="797"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85" name="Google Shape;285;p92"/>
            <p:cNvSpPr/>
            <p:nvPr/>
          </p:nvSpPr>
          <p:spPr>
            <a:xfrm>
              <a:off x="3138488" y="2319338"/>
              <a:ext cx="1630363" cy="1617663"/>
            </a:xfrm>
            <a:custGeom>
              <a:rect b="b" l="l" r="r" t="t"/>
              <a:pathLst>
                <a:path extrusionOk="0" h="848" w="856">
                  <a:moveTo>
                    <a:pt x="697" y="582"/>
                  </a:moveTo>
                  <a:cubicBezTo>
                    <a:pt x="602" y="652"/>
                    <a:pt x="548" y="669"/>
                    <a:pt x="462" y="669"/>
                  </a:cubicBezTo>
                  <a:cubicBezTo>
                    <a:pt x="384" y="669"/>
                    <a:pt x="323" y="645"/>
                    <a:pt x="280" y="602"/>
                  </a:cubicBezTo>
                  <a:cubicBezTo>
                    <a:pt x="856" y="363"/>
                    <a:pt x="856" y="363"/>
                    <a:pt x="856" y="363"/>
                  </a:cubicBezTo>
                  <a:cubicBezTo>
                    <a:pt x="843" y="275"/>
                    <a:pt x="810" y="195"/>
                    <a:pt x="758" y="135"/>
                  </a:cubicBezTo>
                  <a:cubicBezTo>
                    <a:pt x="682" y="47"/>
                    <a:pt x="570" y="0"/>
                    <a:pt x="434" y="0"/>
                  </a:cubicBezTo>
                  <a:cubicBezTo>
                    <a:pt x="186" y="0"/>
                    <a:pt x="0" y="183"/>
                    <a:pt x="0" y="424"/>
                  </a:cubicBezTo>
                  <a:cubicBezTo>
                    <a:pt x="0" y="672"/>
                    <a:pt x="187" y="848"/>
                    <a:pt x="459" y="848"/>
                  </a:cubicBezTo>
                  <a:cubicBezTo>
                    <a:pt x="611" y="848"/>
                    <a:pt x="767" y="776"/>
                    <a:pt x="840" y="691"/>
                  </a:cubicBezTo>
                  <a:lnTo>
                    <a:pt x="697" y="582"/>
                  </a:lnTo>
                  <a:close/>
                  <a:moveTo>
                    <a:pt x="265" y="261"/>
                  </a:moveTo>
                  <a:cubicBezTo>
                    <a:pt x="303" y="210"/>
                    <a:pt x="364" y="179"/>
                    <a:pt x="438" y="179"/>
                  </a:cubicBezTo>
                  <a:cubicBezTo>
                    <a:pt x="519" y="179"/>
                    <a:pt x="581" y="226"/>
                    <a:pt x="612" y="294"/>
                  </a:cubicBezTo>
                  <a:cubicBezTo>
                    <a:pt x="219" y="457"/>
                    <a:pt x="219" y="457"/>
                    <a:pt x="219" y="457"/>
                  </a:cubicBezTo>
                  <a:cubicBezTo>
                    <a:pt x="208" y="374"/>
                    <a:pt x="230" y="308"/>
                    <a:pt x="265" y="261"/>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86" name="Google Shape;286;p92"/>
            <p:cNvSpPr/>
            <p:nvPr/>
          </p:nvSpPr>
          <p:spPr>
            <a:xfrm>
              <a:off x="1685925" y="1879600"/>
              <a:ext cx="1409700" cy="2030413"/>
            </a:xfrm>
            <a:custGeom>
              <a:rect b="b" l="l" r="r" t="t"/>
              <a:pathLst>
                <a:path extrusionOk="0" h="1279" w="888">
                  <a:moveTo>
                    <a:pt x="888" y="1030"/>
                  </a:moveTo>
                  <a:lnTo>
                    <a:pt x="274" y="1030"/>
                  </a:lnTo>
                  <a:lnTo>
                    <a:pt x="274" y="0"/>
                  </a:lnTo>
                  <a:lnTo>
                    <a:pt x="0" y="0"/>
                  </a:lnTo>
                  <a:lnTo>
                    <a:pt x="0" y="1279"/>
                  </a:lnTo>
                  <a:lnTo>
                    <a:pt x="888" y="1279"/>
                  </a:lnTo>
                  <a:lnTo>
                    <a:pt x="888" y="103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87" name="Google Shape;287;p92"/>
            <p:cNvSpPr/>
            <p:nvPr/>
          </p:nvSpPr>
          <p:spPr>
            <a:xfrm>
              <a:off x="9966325" y="2319338"/>
              <a:ext cx="1677988" cy="1617663"/>
            </a:xfrm>
            <a:custGeom>
              <a:rect b="b" l="l" r="r" t="t"/>
              <a:pathLst>
                <a:path extrusionOk="0" h="848" w="881">
                  <a:moveTo>
                    <a:pt x="439" y="848"/>
                  </a:moveTo>
                  <a:cubicBezTo>
                    <a:pt x="193" y="848"/>
                    <a:pt x="0" y="664"/>
                    <a:pt x="0" y="424"/>
                  </a:cubicBezTo>
                  <a:cubicBezTo>
                    <a:pt x="0" y="186"/>
                    <a:pt x="194" y="0"/>
                    <a:pt x="442" y="0"/>
                  </a:cubicBezTo>
                  <a:cubicBezTo>
                    <a:pt x="688" y="0"/>
                    <a:pt x="881" y="184"/>
                    <a:pt x="881" y="424"/>
                  </a:cubicBezTo>
                  <a:cubicBezTo>
                    <a:pt x="881" y="662"/>
                    <a:pt x="687" y="848"/>
                    <a:pt x="439" y="848"/>
                  </a:cubicBezTo>
                  <a:moveTo>
                    <a:pt x="439" y="193"/>
                  </a:moveTo>
                  <a:cubicBezTo>
                    <a:pt x="313" y="193"/>
                    <a:pt x="222" y="288"/>
                    <a:pt x="222" y="424"/>
                  </a:cubicBezTo>
                  <a:cubicBezTo>
                    <a:pt x="222" y="553"/>
                    <a:pt x="319" y="655"/>
                    <a:pt x="442" y="655"/>
                  </a:cubicBezTo>
                  <a:cubicBezTo>
                    <a:pt x="568" y="655"/>
                    <a:pt x="659" y="557"/>
                    <a:pt x="659" y="424"/>
                  </a:cubicBezTo>
                  <a:cubicBezTo>
                    <a:pt x="659" y="295"/>
                    <a:pt x="562"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288" name="Google Shape;288;p92"/>
            <p:cNvSpPr/>
            <p:nvPr/>
          </p:nvSpPr>
          <p:spPr>
            <a:xfrm>
              <a:off x="6664325" y="2319338"/>
              <a:ext cx="1679575" cy="1617663"/>
            </a:xfrm>
            <a:custGeom>
              <a:rect b="b" l="l" r="r" t="t"/>
              <a:pathLst>
                <a:path extrusionOk="0" h="848" w="882">
                  <a:moveTo>
                    <a:pt x="439" y="848"/>
                  </a:moveTo>
                  <a:cubicBezTo>
                    <a:pt x="193" y="848"/>
                    <a:pt x="0" y="664"/>
                    <a:pt x="0" y="424"/>
                  </a:cubicBezTo>
                  <a:cubicBezTo>
                    <a:pt x="0" y="186"/>
                    <a:pt x="195" y="0"/>
                    <a:pt x="442" y="0"/>
                  </a:cubicBezTo>
                  <a:cubicBezTo>
                    <a:pt x="689" y="0"/>
                    <a:pt x="882" y="184"/>
                    <a:pt x="882" y="424"/>
                  </a:cubicBezTo>
                  <a:cubicBezTo>
                    <a:pt x="882" y="662"/>
                    <a:pt x="687" y="848"/>
                    <a:pt x="439" y="848"/>
                  </a:cubicBezTo>
                  <a:moveTo>
                    <a:pt x="439" y="193"/>
                  </a:moveTo>
                  <a:cubicBezTo>
                    <a:pt x="314" y="193"/>
                    <a:pt x="222" y="288"/>
                    <a:pt x="222" y="424"/>
                  </a:cubicBezTo>
                  <a:cubicBezTo>
                    <a:pt x="222" y="553"/>
                    <a:pt x="319" y="655"/>
                    <a:pt x="442" y="655"/>
                  </a:cubicBezTo>
                  <a:cubicBezTo>
                    <a:pt x="568" y="655"/>
                    <a:pt x="660" y="557"/>
                    <a:pt x="660" y="424"/>
                  </a:cubicBezTo>
                  <a:cubicBezTo>
                    <a:pt x="660" y="295"/>
                    <a:pt x="563" y="193"/>
                    <a:pt x="439" y="193"/>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
        <p:nvSpPr>
          <p:cNvPr id="289" name="Google Shape;289;p92"/>
          <p:cNvSpPr txBox="1"/>
          <p:nvPr>
            <p:ph type="title"/>
          </p:nvPr>
        </p:nvSpPr>
        <p:spPr>
          <a:xfrm>
            <a:off x="562897" y="1549492"/>
            <a:ext cx="4698954" cy="2405203"/>
          </a:xfrm>
          <a:prstGeom prst="rect">
            <a:avLst/>
          </a:prstGeom>
          <a:noFill/>
          <a:ln>
            <a:noFill/>
          </a:ln>
        </p:spPr>
        <p:txBody>
          <a:bodyPr anchorCtr="0" anchor="b" bIns="0" lIns="0" spcFirstLastPara="1" rIns="0" wrap="square" tIns="0">
            <a:noAutofit/>
          </a:bodyPr>
          <a:lstStyle>
            <a:lvl1pPr lvl="0" marR="0" rtl="0" algn="l">
              <a:lnSpc>
                <a:spcPct val="85000"/>
              </a:lnSpc>
              <a:spcBef>
                <a:spcPts val="0"/>
              </a:spcBef>
              <a:spcAft>
                <a:spcPts val="0"/>
              </a:spcAft>
              <a:buClr>
                <a:schemeClr val="lt1"/>
              </a:buClr>
              <a:buSzPts val="4501"/>
              <a:buFont typeface="Arial"/>
              <a:buNone/>
              <a:defRPr b="1" i="0" sz="4501"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0" name="Google Shape;290;p92"/>
          <p:cNvSpPr txBox="1"/>
          <p:nvPr>
            <p:ph idx="1" type="body"/>
          </p:nvPr>
        </p:nvSpPr>
        <p:spPr>
          <a:xfrm>
            <a:off x="562897" y="4328650"/>
            <a:ext cx="4698954" cy="245388"/>
          </a:xfrm>
          <a:prstGeom prst="rect">
            <a:avLst/>
          </a:prstGeom>
          <a:noFill/>
          <a:ln>
            <a:noFill/>
          </a:ln>
        </p:spPr>
        <p:txBody>
          <a:bodyPr anchorCtr="0" anchor="t" bIns="0" lIns="0" spcFirstLastPara="1" rIns="0" wrap="square" tIns="0">
            <a:spAutoFit/>
          </a:bodyPr>
          <a:lstStyle>
            <a:lvl1pPr indent="-228600" lvl="0" marL="457200" marR="0" rtl="0" algn="l">
              <a:lnSpc>
                <a:spcPct val="85000"/>
              </a:lnSpc>
              <a:spcBef>
                <a:spcPts val="0"/>
              </a:spcBef>
              <a:spcAft>
                <a:spcPts val="0"/>
              </a:spcAft>
              <a:buClr>
                <a:schemeClr val="lt1"/>
              </a:buClr>
              <a:buSzPts val="1876"/>
              <a:buFont typeface="Arial"/>
              <a:buNone/>
              <a:defRPr b="0" i="0" sz="1876" u="none" cap="none" strike="noStrike">
                <a:solidFill>
                  <a:schemeClr val="lt1"/>
                </a:solidFill>
                <a:latin typeface="Arial"/>
                <a:ea typeface="Arial"/>
                <a:cs typeface="Arial"/>
                <a:sym typeface="Arial"/>
              </a:defRPr>
            </a:lvl1pPr>
            <a:lvl2pPr indent="-228600" lvl="1" marL="914400" marR="0" rtl="0" algn="l">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2pPr>
            <a:lvl3pPr indent="-228600" lvl="2" marL="1371600" marR="0" rtl="0" algn="l">
              <a:spcBef>
                <a:spcPts val="270"/>
              </a:spcBef>
              <a:spcAft>
                <a:spcPts val="0"/>
              </a:spcAft>
              <a:buClr>
                <a:srgbClr val="888888"/>
              </a:buClr>
              <a:buSzPts val="1350"/>
              <a:buFont typeface="Arial"/>
              <a:buNone/>
              <a:defRPr b="0" i="0" sz="1350" u="none" cap="none" strike="noStrike">
                <a:solidFill>
                  <a:srgbClr val="888888"/>
                </a:solidFill>
                <a:latin typeface="Arial"/>
                <a:ea typeface="Arial"/>
                <a:cs typeface="Arial"/>
                <a:sym typeface="Arial"/>
              </a:defRPr>
            </a:lvl3pPr>
            <a:lvl4pPr indent="-228600" lvl="3" marL="18288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4pPr>
            <a:lvl5pPr indent="-228600" lvl="4" marL="22860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5pPr>
            <a:lvl6pPr indent="-228600" lvl="5" marL="27432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6pPr>
            <a:lvl7pPr indent="-228600" lvl="6" marL="32004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7pPr>
            <a:lvl8pPr indent="-228600" lvl="7" marL="36576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8pPr>
            <a:lvl9pPr indent="-228600" lvl="8" marL="4114800" marR="0" rtl="0" algn="l">
              <a:spcBef>
                <a:spcPts val="240"/>
              </a:spcBef>
              <a:spcAft>
                <a:spcPts val="0"/>
              </a:spcAft>
              <a:buClr>
                <a:srgbClr val="888888"/>
              </a:buClr>
              <a:buSzPts val="1200"/>
              <a:buFont typeface="Arial"/>
              <a:buNone/>
              <a:defRPr b="0" i="0" sz="1200" u="none" cap="none" strike="noStrike">
                <a:solidFill>
                  <a:srgbClr val="888888"/>
                </a:solidFill>
                <a:latin typeface="Arial"/>
                <a:ea typeface="Arial"/>
                <a:cs typeface="Arial"/>
                <a:sym typeface="Arial"/>
              </a:defRPr>
            </a:lvl9pPr>
          </a:lstStyle>
          <a:p/>
        </p:txBody>
      </p:sp>
      <p:sp>
        <p:nvSpPr>
          <p:cNvPr id="291" name="Google Shape;291;p92"/>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92" name="Shape 292"/>
        <p:cNvGrpSpPr/>
        <p:nvPr/>
      </p:nvGrpSpPr>
      <p:grpSpPr>
        <a:xfrm>
          <a:off x="0" y="0"/>
          <a:ext cx="0" cy="0"/>
          <a:chOff x="0" y="0"/>
          <a:chExt cx="0" cy="0"/>
        </a:xfrm>
      </p:grpSpPr>
      <p:sp>
        <p:nvSpPr>
          <p:cNvPr id="293" name="Google Shape;293;p93"/>
          <p:cNvSpPr txBox="1"/>
          <p:nvPr>
            <p:ph type="title"/>
          </p:nvPr>
        </p:nvSpPr>
        <p:spPr>
          <a:xfrm>
            <a:off x="570458" y="442528"/>
            <a:ext cx="8003085"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2401"/>
              <a:buFont typeface="Arial"/>
              <a:buNone/>
              <a:defRPr b="1" i="0" sz="2401"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4" name="Google Shape;294;p93"/>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_Black" showMasterSp="0">
  <p:cSld name="Title Only_Black">
    <p:bg>
      <p:bgPr>
        <a:solidFill>
          <a:srgbClr val="1E0013"/>
        </a:solidFill>
      </p:bgPr>
    </p:bg>
    <p:spTree>
      <p:nvGrpSpPr>
        <p:cNvPr id="295" name="Shape 295"/>
        <p:cNvGrpSpPr/>
        <p:nvPr/>
      </p:nvGrpSpPr>
      <p:grpSpPr>
        <a:xfrm>
          <a:off x="0" y="0"/>
          <a:ext cx="0" cy="0"/>
          <a:chOff x="0" y="0"/>
          <a:chExt cx="0" cy="0"/>
        </a:xfrm>
      </p:grpSpPr>
      <p:sp>
        <p:nvSpPr>
          <p:cNvPr id="296" name="Google Shape;296;p94"/>
          <p:cNvSpPr txBox="1"/>
          <p:nvPr>
            <p:ph type="title"/>
          </p:nvPr>
        </p:nvSpPr>
        <p:spPr>
          <a:xfrm>
            <a:off x="570458" y="442528"/>
            <a:ext cx="8003085"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lt1"/>
              </a:buClr>
              <a:buSzPts val="2401"/>
              <a:buFont typeface="Arial"/>
              <a:buNone/>
              <a:defRPr b="1" i="0" sz="2401"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97" name="Google Shape;297;p94"/>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Subtitle Only">
  <p:cSld name="Title with Subtitle Only">
    <p:bg>
      <p:bgPr>
        <a:solidFill>
          <a:schemeClr val="lt1"/>
        </a:solidFill>
      </p:bgPr>
    </p:bg>
    <p:spTree>
      <p:nvGrpSpPr>
        <p:cNvPr id="298" name="Shape 298"/>
        <p:cNvGrpSpPr/>
        <p:nvPr/>
      </p:nvGrpSpPr>
      <p:grpSpPr>
        <a:xfrm>
          <a:off x="0" y="0"/>
          <a:ext cx="0" cy="0"/>
          <a:chOff x="0" y="0"/>
          <a:chExt cx="0" cy="0"/>
        </a:xfrm>
      </p:grpSpPr>
      <p:sp>
        <p:nvSpPr>
          <p:cNvPr id="299" name="Google Shape;299;p95"/>
          <p:cNvSpPr txBox="1"/>
          <p:nvPr>
            <p:ph idx="1" type="body"/>
          </p:nvPr>
        </p:nvSpPr>
        <p:spPr>
          <a:xfrm>
            <a:off x="570457" y="931563"/>
            <a:ext cx="8005371" cy="261610"/>
          </a:xfrm>
          <a:prstGeom prst="rect">
            <a:avLst/>
          </a:prstGeom>
          <a:noFill/>
          <a:ln>
            <a:noFill/>
          </a:ln>
        </p:spPr>
        <p:txBody>
          <a:bodyPr anchorCtr="0" anchor="t" bIns="0" lIns="0" spcFirstLastPara="1" rIns="0" wrap="square" tIns="0">
            <a:noAutofit/>
          </a:bodyPr>
          <a:lstStyle>
            <a:lvl1pPr indent="-228600" lvl="0" marL="457200" marR="0" rtl="0" algn="l">
              <a:lnSpc>
                <a:spcPct val="85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l">
              <a:spcBef>
                <a:spcPts val="405"/>
              </a:spcBef>
              <a:spcAft>
                <a:spcPts val="0"/>
              </a:spcAft>
              <a:buClr>
                <a:schemeClr val="dk1"/>
              </a:buClr>
              <a:buSzPts val="2026"/>
              <a:buFont typeface="Arial"/>
              <a:buNone/>
              <a:defRPr b="1" i="0" sz="2026"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4pPr>
            <a:lvl5pPr indent="-228600" lvl="4" marL="22860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5pPr>
            <a:lvl6pPr indent="-228600" lvl="5" marL="27432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6pPr>
            <a:lvl7pPr indent="-228600" lvl="6" marL="32004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7pPr>
            <a:lvl8pPr indent="-228600" lvl="7" marL="36576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8pPr>
            <a:lvl9pPr indent="-228600" lvl="8" marL="41148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9pPr>
          </a:lstStyle>
          <a:p/>
        </p:txBody>
      </p:sp>
      <p:sp>
        <p:nvSpPr>
          <p:cNvPr id="300" name="Google Shape;300;p95"/>
          <p:cNvSpPr txBox="1"/>
          <p:nvPr>
            <p:ph type="title"/>
          </p:nvPr>
        </p:nvSpPr>
        <p:spPr>
          <a:xfrm>
            <a:off x="570458" y="442528"/>
            <a:ext cx="8003085"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2401"/>
              <a:buFont typeface="Arial"/>
              <a:buNone/>
              <a:defRPr b="1" i="0" sz="2401"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1" name="Google Shape;301;p95"/>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Subtitle Only_Black" showMasterSp="0">
  <p:cSld name="Title with Subtitle Only_Black">
    <p:bg>
      <p:bgPr>
        <a:solidFill>
          <a:srgbClr val="1E0013"/>
        </a:solidFill>
      </p:bgPr>
    </p:bg>
    <p:spTree>
      <p:nvGrpSpPr>
        <p:cNvPr id="302" name="Shape 302"/>
        <p:cNvGrpSpPr/>
        <p:nvPr/>
      </p:nvGrpSpPr>
      <p:grpSpPr>
        <a:xfrm>
          <a:off x="0" y="0"/>
          <a:ext cx="0" cy="0"/>
          <a:chOff x="0" y="0"/>
          <a:chExt cx="0" cy="0"/>
        </a:xfrm>
      </p:grpSpPr>
      <p:sp>
        <p:nvSpPr>
          <p:cNvPr id="303" name="Google Shape;303;p96"/>
          <p:cNvSpPr txBox="1"/>
          <p:nvPr>
            <p:ph idx="1" type="body"/>
          </p:nvPr>
        </p:nvSpPr>
        <p:spPr>
          <a:xfrm>
            <a:off x="570457" y="931563"/>
            <a:ext cx="8005371" cy="261610"/>
          </a:xfrm>
          <a:prstGeom prst="rect">
            <a:avLst/>
          </a:prstGeom>
          <a:noFill/>
          <a:ln>
            <a:noFill/>
          </a:ln>
        </p:spPr>
        <p:txBody>
          <a:bodyPr anchorCtr="0" anchor="t" bIns="0" lIns="0" spcFirstLastPara="1" rIns="0" wrap="square" tIns="0">
            <a:noAutofit/>
          </a:bodyPr>
          <a:lstStyle>
            <a:lvl1pPr indent="-228600" lvl="0" marL="457200" marR="0" rtl="0" algn="l">
              <a:lnSpc>
                <a:spcPct val="85000"/>
              </a:lnSpc>
              <a:spcBef>
                <a:spcPts val="0"/>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1pPr>
            <a:lvl2pPr indent="-228600" lvl="1" marL="914400" marR="0" rtl="0" algn="l">
              <a:spcBef>
                <a:spcPts val="405"/>
              </a:spcBef>
              <a:spcAft>
                <a:spcPts val="0"/>
              </a:spcAft>
              <a:buClr>
                <a:schemeClr val="dk1"/>
              </a:buClr>
              <a:buSzPts val="2026"/>
              <a:buFont typeface="Arial"/>
              <a:buNone/>
              <a:defRPr b="1" i="0" sz="2026"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4pPr>
            <a:lvl5pPr indent="-228600" lvl="4" marL="22860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5pPr>
            <a:lvl6pPr indent="-228600" lvl="5" marL="27432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6pPr>
            <a:lvl7pPr indent="-228600" lvl="6" marL="32004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7pPr>
            <a:lvl8pPr indent="-228600" lvl="7" marL="36576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8pPr>
            <a:lvl9pPr indent="-228600" lvl="8" marL="41148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9pPr>
          </a:lstStyle>
          <a:p/>
        </p:txBody>
      </p:sp>
      <p:sp>
        <p:nvSpPr>
          <p:cNvPr id="304" name="Google Shape;304;p96"/>
          <p:cNvSpPr txBox="1"/>
          <p:nvPr>
            <p:ph type="title"/>
          </p:nvPr>
        </p:nvSpPr>
        <p:spPr>
          <a:xfrm>
            <a:off x="570457" y="442528"/>
            <a:ext cx="8005371"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lt1"/>
              </a:buClr>
              <a:buSzPts val="2401"/>
              <a:buFont typeface="Arial"/>
              <a:buNone/>
              <a:defRPr b="1" i="0" sz="2401"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5" name="Google Shape;305;p96"/>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06" name="Shape 306"/>
        <p:cNvGrpSpPr/>
        <p:nvPr/>
      </p:nvGrpSpPr>
      <p:grpSpPr>
        <a:xfrm>
          <a:off x="0" y="0"/>
          <a:ext cx="0" cy="0"/>
          <a:chOff x="0" y="0"/>
          <a:chExt cx="0" cy="0"/>
        </a:xfrm>
      </p:grpSpPr>
      <p:sp>
        <p:nvSpPr>
          <p:cNvPr id="307" name="Google Shape;307;p97"/>
          <p:cNvSpPr txBox="1"/>
          <p:nvPr>
            <p:ph type="title"/>
          </p:nvPr>
        </p:nvSpPr>
        <p:spPr>
          <a:xfrm>
            <a:off x="570457" y="442528"/>
            <a:ext cx="8005371"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2401"/>
              <a:buFont typeface="Arial"/>
              <a:buNone/>
              <a:defRPr b="1" i="0" sz="2401"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8" name="Google Shape;308;p97"/>
          <p:cNvSpPr txBox="1"/>
          <p:nvPr>
            <p:ph idx="1" type="body"/>
          </p:nvPr>
        </p:nvSpPr>
        <p:spPr>
          <a:xfrm>
            <a:off x="570458" y="1308880"/>
            <a:ext cx="8005371" cy="4787120"/>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1pPr>
            <a:lvl2pPr indent="-314325" lvl="1" marL="914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2pPr>
            <a:lvl3pPr indent="-314325" lvl="2" marL="1371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09" name="Google Shape;309;p97"/>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310" name="Shape 310"/>
        <p:cNvGrpSpPr/>
        <p:nvPr/>
      </p:nvGrpSpPr>
      <p:grpSpPr>
        <a:xfrm>
          <a:off x="0" y="0"/>
          <a:ext cx="0" cy="0"/>
          <a:chOff x="0" y="0"/>
          <a:chExt cx="0" cy="0"/>
        </a:xfrm>
      </p:grpSpPr>
      <p:sp>
        <p:nvSpPr>
          <p:cNvPr id="311" name="Google Shape;311;p98"/>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12" name="Google Shape;312;p98"/>
          <p:cNvSpPr txBox="1"/>
          <p:nvPr>
            <p:ph type="title"/>
          </p:nvPr>
        </p:nvSpPr>
        <p:spPr>
          <a:xfrm>
            <a:off x="570457" y="442528"/>
            <a:ext cx="8005371"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2401"/>
              <a:buFont typeface="Arial"/>
              <a:buNone/>
              <a:defRPr b="1" i="0" sz="2401"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3" name="Google Shape;313;p98"/>
          <p:cNvSpPr/>
          <p:nvPr>
            <p:ph idx="2" type="pic"/>
          </p:nvPr>
        </p:nvSpPr>
        <p:spPr>
          <a:xfrm>
            <a:off x="574077" y="1144588"/>
            <a:ext cx="947984" cy="1511300"/>
          </a:xfrm>
          <a:prstGeom prst="rect">
            <a:avLst/>
          </a:prstGeom>
          <a:solidFill>
            <a:srgbClr val="F2F2F2"/>
          </a:solidFill>
          <a:ln>
            <a:noFill/>
          </a:ln>
        </p:spPr>
      </p:sp>
      <p:sp>
        <p:nvSpPr>
          <p:cNvPr id="314" name="Google Shape;314;p98"/>
          <p:cNvSpPr/>
          <p:nvPr>
            <p:ph idx="3" type="pic"/>
          </p:nvPr>
        </p:nvSpPr>
        <p:spPr>
          <a:xfrm>
            <a:off x="4676561" y="1144588"/>
            <a:ext cx="947984" cy="1511300"/>
          </a:xfrm>
          <a:prstGeom prst="rect">
            <a:avLst/>
          </a:prstGeom>
          <a:solidFill>
            <a:srgbClr val="F2F2F2"/>
          </a:solid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315" name="Shape 315"/>
        <p:cNvGrpSpPr/>
        <p:nvPr/>
      </p:nvGrpSpPr>
      <p:grpSpPr>
        <a:xfrm>
          <a:off x="0" y="0"/>
          <a:ext cx="0" cy="0"/>
          <a:chOff x="0" y="0"/>
          <a:chExt cx="0" cy="0"/>
        </a:xfrm>
      </p:grpSpPr>
      <p:sp>
        <p:nvSpPr>
          <p:cNvPr id="316" name="Google Shape;316;p99"/>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solidFill>
                  <a:srgbClr val="000000"/>
                </a:solidFill>
              </a:defRPr>
            </a:lvl1pPr>
            <a:lvl2pPr indent="0" lvl="1" marL="0" algn="ctr">
              <a:spcBef>
                <a:spcPts val="0"/>
              </a:spcBef>
              <a:buNone/>
              <a:defRPr>
                <a:solidFill>
                  <a:srgbClr val="000000"/>
                </a:solidFill>
              </a:defRPr>
            </a:lvl2pPr>
            <a:lvl3pPr indent="0" lvl="2" marL="0" algn="ctr">
              <a:spcBef>
                <a:spcPts val="0"/>
              </a:spcBef>
              <a:buNone/>
              <a:defRPr>
                <a:solidFill>
                  <a:srgbClr val="000000"/>
                </a:solidFill>
              </a:defRPr>
            </a:lvl3pPr>
            <a:lvl4pPr indent="0" lvl="3" marL="0" algn="ctr">
              <a:spcBef>
                <a:spcPts val="0"/>
              </a:spcBef>
              <a:buNone/>
              <a:defRPr>
                <a:solidFill>
                  <a:srgbClr val="000000"/>
                </a:solidFill>
              </a:defRPr>
            </a:lvl4pPr>
            <a:lvl5pPr indent="0" lvl="4" marL="0" algn="ctr">
              <a:spcBef>
                <a:spcPts val="0"/>
              </a:spcBef>
              <a:buNone/>
              <a:defRPr>
                <a:solidFill>
                  <a:srgbClr val="000000"/>
                </a:solidFill>
              </a:defRPr>
            </a:lvl5pPr>
            <a:lvl6pPr indent="0" lvl="5" marL="0" algn="ctr">
              <a:spcBef>
                <a:spcPts val="0"/>
              </a:spcBef>
              <a:buNone/>
              <a:defRPr>
                <a:solidFill>
                  <a:srgbClr val="000000"/>
                </a:solidFill>
              </a:defRPr>
            </a:lvl6pPr>
            <a:lvl7pPr indent="0" lvl="6" marL="0" algn="ctr">
              <a:spcBef>
                <a:spcPts val="0"/>
              </a:spcBef>
              <a:buNone/>
              <a:defRPr>
                <a:solidFill>
                  <a:srgbClr val="000000"/>
                </a:solidFill>
              </a:defRPr>
            </a:lvl7pPr>
            <a:lvl8pPr indent="0" lvl="7" marL="0" algn="ctr">
              <a:spcBef>
                <a:spcPts val="0"/>
              </a:spcBef>
              <a:buNone/>
              <a:defRPr>
                <a:solidFill>
                  <a:srgbClr val="000000"/>
                </a:solidFill>
              </a:defRPr>
            </a:lvl8pPr>
            <a:lvl9pPr indent="0" lvl="8" marL="0" algn="ctr">
              <a:spcBef>
                <a:spcPts val="0"/>
              </a:spcBef>
              <a:buNone/>
              <a:defRPr>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sp>
        <p:nvSpPr>
          <p:cNvPr id="317" name="Google Shape;317;p99"/>
          <p:cNvSpPr/>
          <p:nvPr>
            <p:ph idx="2" type="pic"/>
          </p:nvPr>
        </p:nvSpPr>
        <p:spPr>
          <a:xfrm>
            <a:off x="574077" y="1144457"/>
            <a:ext cx="947984" cy="1511300"/>
          </a:xfrm>
          <a:prstGeom prst="rect">
            <a:avLst/>
          </a:prstGeom>
          <a:solidFill>
            <a:srgbClr val="F2F2F2"/>
          </a:solidFill>
          <a:ln>
            <a:noFill/>
          </a:ln>
        </p:spPr>
      </p:sp>
      <p:sp>
        <p:nvSpPr>
          <p:cNvPr id="318" name="Google Shape;318;p99"/>
          <p:cNvSpPr txBox="1"/>
          <p:nvPr>
            <p:ph type="title"/>
          </p:nvPr>
        </p:nvSpPr>
        <p:spPr>
          <a:xfrm>
            <a:off x="570457" y="442528"/>
            <a:ext cx="8005371"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2401"/>
              <a:buFont typeface="Arial"/>
              <a:buNone/>
              <a:defRPr b="1" i="0" sz="2401"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9" name="Google Shape;319;p99"/>
          <p:cNvSpPr/>
          <p:nvPr>
            <p:ph idx="3" type="pic"/>
          </p:nvPr>
        </p:nvSpPr>
        <p:spPr>
          <a:xfrm>
            <a:off x="574077" y="2867087"/>
            <a:ext cx="947984" cy="1511300"/>
          </a:xfrm>
          <a:prstGeom prst="rect">
            <a:avLst/>
          </a:prstGeom>
          <a:solidFill>
            <a:srgbClr val="F2F2F2"/>
          </a:solidFill>
          <a:ln>
            <a:noFill/>
          </a:ln>
        </p:spPr>
      </p:sp>
      <p:sp>
        <p:nvSpPr>
          <p:cNvPr id="320" name="Google Shape;320;p99"/>
          <p:cNvSpPr/>
          <p:nvPr>
            <p:ph idx="4" type="pic"/>
          </p:nvPr>
        </p:nvSpPr>
        <p:spPr>
          <a:xfrm>
            <a:off x="574077" y="4589717"/>
            <a:ext cx="947984" cy="1511300"/>
          </a:xfrm>
          <a:prstGeom prst="rect">
            <a:avLst/>
          </a:prstGeom>
          <a:solidFill>
            <a:srgbClr val="F2F2F2"/>
          </a:solidFill>
          <a:ln>
            <a:noFill/>
          </a:ln>
        </p:spPr>
      </p:sp>
      <p:sp>
        <p:nvSpPr>
          <p:cNvPr id="321" name="Google Shape;321;p99"/>
          <p:cNvSpPr/>
          <p:nvPr>
            <p:ph idx="5" type="pic"/>
          </p:nvPr>
        </p:nvSpPr>
        <p:spPr>
          <a:xfrm>
            <a:off x="4667988" y="1144457"/>
            <a:ext cx="947984" cy="1511300"/>
          </a:xfrm>
          <a:prstGeom prst="rect">
            <a:avLst/>
          </a:prstGeom>
          <a:solidFill>
            <a:srgbClr val="F2F2F2"/>
          </a:solidFill>
          <a:ln>
            <a:noFill/>
          </a:ln>
        </p:spPr>
      </p:sp>
      <p:sp>
        <p:nvSpPr>
          <p:cNvPr id="322" name="Google Shape;322;p99"/>
          <p:cNvSpPr/>
          <p:nvPr>
            <p:ph idx="6" type="pic"/>
          </p:nvPr>
        </p:nvSpPr>
        <p:spPr>
          <a:xfrm>
            <a:off x="4667988" y="2867087"/>
            <a:ext cx="947984" cy="1511300"/>
          </a:xfrm>
          <a:prstGeom prst="rect">
            <a:avLst/>
          </a:prstGeom>
          <a:solidFill>
            <a:srgbClr val="F2F2F2"/>
          </a:solidFill>
          <a:ln>
            <a:noFill/>
          </a:ln>
        </p:spPr>
      </p:sp>
      <p:sp>
        <p:nvSpPr>
          <p:cNvPr id="323" name="Google Shape;323;p99"/>
          <p:cNvSpPr/>
          <p:nvPr>
            <p:ph idx="7" type="pic"/>
          </p:nvPr>
        </p:nvSpPr>
        <p:spPr>
          <a:xfrm>
            <a:off x="4667988" y="4589717"/>
            <a:ext cx="947984" cy="1511300"/>
          </a:xfrm>
          <a:prstGeom prst="rect">
            <a:avLst/>
          </a:prstGeom>
          <a:solidFill>
            <a:srgbClr val="F2F2F2"/>
          </a:solidFill>
          <a:ln>
            <a:noFill/>
          </a:ln>
        </p:spPr>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324" name="Shape 324"/>
        <p:cNvGrpSpPr/>
        <p:nvPr/>
      </p:nvGrpSpPr>
      <p:grpSpPr>
        <a:xfrm>
          <a:off x="0" y="0"/>
          <a:ext cx="0" cy="0"/>
          <a:chOff x="0" y="0"/>
          <a:chExt cx="0" cy="0"/>
        </a:xfrm>
      </p:grpSpPr>
      <p:cxnSp>
        <p:nvCxnSpPr>
          <p:cNvPr id="325" name="Google Shape;325;p100"/>
          <p:cNvCxnSpPr/>
          <p:nvPr/>
        </p:nvCxnSpPr>
        <p:spPr>
          <a:xfrm>
            <a:off x="4260510" y="2343150"/>
            <a:ext cx="0" cy="591618"/>
          </a:xfrm>
          <a:prstGeom prst="straightConnector1">
            <a:avLst/>
          </a:prstGeom>
          <a:noFill/>
          <a:ln cap="flat" cmpd="sng" w="12700">
            <a:solidFill>
              <a:schemeClr val="lt2"/>
            </a:solidFill>
            <a:prstDash val="solid"/>
            <a:round/>
            <a:headEnd len="sm" w="sm" type="none"/>
            <a:tailEnd len="sm" w="sm" type="none"/>
          </a:ln>
        </p:spPr>
      </p:cxnSp>
      <p:cxnSp>
        <p:nvCxnSpPr>
          <p:cNvPr id="326" name="Google Shape;326;p100"/>
          <p:cNvCxnSpPr/>
          <p:nvPr/>
        </p:nvCxnSpPr>
        <p:spPr>
          <a:xfrm>
            <a:off x="864506" y="2704148"/>
            <a:ext cx="0" cy="230620"/>
          </a:xfrm>
          <a:prstGeom prst="straightConnector1">
            <a:avLst/>
          </a:prstGeom>
          <a:noFill/>
          <a:ln cap="flat" cmpd="sng" w="12700">
            <a:solidFill>
              <a:schemeClr val="lt2"/>
            </a:solidFill>
            <a:prstDash val="solid"/>
            <a:round/>
            <a:headEnd len="sm" w="sm" type="none"/>
            <a:tailEnd len="sm" w="sm" type="none"/>
          </a:ln>
        </p:spPr>
      </p:cxnSp>
      <p:cxnSp>
        <p:nvCxnSpPr>
          <p:cNvPr id="327" name="Google Shape;327;p100"/>
          <p:cNvCxnSpPr/>
          <p:nvPr/>
        </p:nvCxnSpPr>
        <p:spPr>
          <a:xfrm>
            <a:off x="2557994" y="2720182"/>
            <a:ext cx="0" cy="214587"/>
          </a:xfrm>
          <a:prstGeom prst="straightConnector1">
            <a:avLst/>
          </a:prstGeom>
          <a:noFill/>
          <a:ln cap="flat" cmpd="sng" w="12700">
            <a:solidFill>
              <a:schemeClr val="lt2"/>
            </a:solidFill>
            <a:prstDash val="solid"/>
            <a:round/>
            <a:headEnd len="sm" w="sm" type="none"/>
            <a:tailEnd len="sm" w="sm" type="none"/>
          </a:ln>
        </p:spPr>
      </p:cxnSp>
      <p:cxnSp>
        <p:nvCxnSpPr>
          <p:cNvPr id="328" name="Google Shape;328;p100"/>
          <p:cNvCxnSpPr/>
          <p:nvPr/>
        </p:nvCxnSpPr>
        <p:spPr>
          <a:xfrm>
            <a:off x="5951241" y="2720182"/>
            <a:ext cx="0" cy="214587"/>
          </a:xfrm>
          <a:prstGeom prst="straightConnector1">
            <a:avLst/>
          </a:prstGeom>
          <a:noFill/>
          <a:ln cap="flat" cmpd="sng" w="12700">
            <a:solidFill>
              <a:schemeClr val="lt2"/>
            </a:solidFill>
            <a:prstDash val="solid"/>
            <a:round/>
            <a:headEnd len="sm" w="sm" type="none"/>
            <a:tailEnd len="sm" w="sm" type="none"/>
          </a:ln>
        </p:spPr>
      </p:cxnSp>
      <p:cxnSp>
        <p:nvCxnSpPr>
          <p:cNvPr id="329" name="Google Shape;329;p100"/>
          <p:cNvCxnSpPr/>
          <p:nvPr/>
        </p:nvCxnSpPr>
        <p:spPr>
          <a:xfrm>
            <a:off x="7637978" y="2704148"/>
            <a:ext cx="0" cy="230620"/>
          </a:xfrm>
          <a:prstGeom prst="straightConnector1">
            <a:avLst/>
          </a:prstGeom>
          <a:noFill/>
          <a:ln cap="flat" cmpd="sng" w="12700">
            <a:solidFill>
              <a:schemeClr val="lt2"/>
            </a:solidFill>
            <a:prstDash val="solid"/>
            <a:round/>
            <a:headEnd len="sm" w="sm" type="none"/>
            <a:tailEnd len="sm" w="sm" type="none"/>
          </a:ln>
        </p:spPr>
      </p:cxnSp>
      <p:cxnSp>
        <p:nvCxnSpPr>
          <p:cNvPr id="330" name="Google Shape;330;p100"/>
          <p:cNvCxnSpPr/>
          <p:nvPr/>
        </p:nvCxnSpPr>
        <p:spPr>
          <a:xfrm>
            <a:off x="864506" y="2711965"/>
            <a:ext cx="6773472" cy="0"/>
          </a:xfrm>
          <a:prstGeom prst="straightConnector1">
            <a:avLst/>
          </a:prstGeom>
          <a:noFill/>
          <a:ln cap="flat" cmpd="sng" w="12700">
            <a:solidFill>
              <a:schemeClr val="lt2"/>
            </a:solidFill>
            <a:prstDash val="solid"/>
            <a:round/>
            <a:headEnd len="sm" w="sm" type="none"/>
            <a:tailEnd len="sm" w="sm" type="none"/>
          </a:ln>
        </p:spPr>
      </p:cxnSp>
      <p:sp>
        <p:nvSpPr>
          <p:cNvPr id="331" name="Google Shape;331;p100"/>
          <p:cNvSpPr/>
          <p:nvPr/>
        </p:nvSpPr>
        <p:spPr>
          <a:xfrm>
            <a:off x="3632569" y="2018909"/>
            <a:ext cx="1255881" cy="27007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1E0113"/>
              </a:buClr>
              <a:buSzPts val="1050"/>
              <a:buFont typeface="Arial"/>
              <a:buNone/>
            </a:pPr>
            <a:r>
              <a:rPr b="1" lang="en-US" sz="1050">
                <a:solidFill>
                  <a:srgbClr val="1E0113"/>
                </a:solidFill>
                <a:latin typeface="Arial"/>
                <a:ea typeface="Arial"/>
                <a:cs typeface="Arial"/>
                <a:sym typeface="Arial"/>
              </a:rPr>
              <a:t>First Last</a:t>
            </a:r>
            <a:br>
              <a:rPr lang="en-US" sz="1050">
                <a:solidFill>
                  <a:srgbClr val="1E0113"/>
                </a:solidFill>
                <a:latin typeface="Arial"/>
                <a:ea typeface="Arial"/>
                <a:cs typeface="Arial"/>
                <a:sym typeface="Arial"/>
              </a:rPr>
            </a:br>
            <a:r>
              <a:rPr lang="en-US" sz="900">
                <a:solidFill>
                  <a:srgbClr val="1E0113"/>
                </a:solidFill>
                <a:latin typeface="Arial"/>
                <a:ea typeface="Arial"/>
                <a:cs typeface="Arial"/>
                <a:sym typeface="Arial"/>
              </a:rPr>
              <a:t>Title</a:t>
            </a:r>
            <a:endParaRPr sz="900">
              <a:solidFill>
                <a:srgbClr val="1E0113"/>
              </a:solidFill>
              <a:latin typeface="Arial"/>
              <a:ea typeface="Arial"/>
              <a:cs typeface="Arial"/>
              <a:sym typeface="Arial"/>
            </a:endParaRPr>
          </a:p>
        </p:txBody>
      </p:sp>
      <p:sp>
        <p:nvSpPr>
          <p:cNvPr id="332" name="Google Shape;332;p100"/>
          <p:cNvSpPr/>
          <p:nvPr/>
        </p:nvSpPr>
        <p:spPr>
          <a:xfrm>
            <a:off x="227539" y="3764633"/>
            <a:ext cx="1255881" cy="27007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1E0113"/>
              </a:buClr>
              <a:buSzPts val="1050"/>
              <a:buFont typeface="Arial"/>
              <a:buNone/>
            </a:pPr>
            <a:r>
              <a:rPr b="1" lang="en-US" sz="1050">
                <a:solidFill>
                  <a:srgbClr val="1E0113"/>
                </a:solidFill>
                <a:latin typeface="Arial"/>
                <a:ea typeface="Arial"/>
                <a:cs typeface="Arial"/>
                <a:sym typeface="Arial"/>
              </a:rPr>
              <a:t>First Last</a:t>
            </a:r>
            <a:br>
              <a:rPr lang="en-US" sz="1050">
                <a:solidFill>
                  <a:srgbClr val="1E0113"/>
                </a:solidFill>
                <a:latin typeface="Arial"/>
                <a:ea typeface="Arial"/>
                <a:cs typeface="Arial"/>
                <a:sym typeface="Arial"/>
              </a:rPr>
            </a:br>
            <a:r>
              <a:rPr lang="en-US" sz="900">
                <a:solidFill>
                  <a:srgbClr val="1E0113"/>
                </a:solidFill>
                <a:latin typeface="Arial"/>
                <a:ea typeface="Arial"/>
                <a:cs typeface="Arial"/>
                <a:sym typeface="Arial"/>
              </a:rPr>
              <a:t>Title</a:t>
            </a:r>
            <a:endParaRPr sz="900">
              <a:solidFill>
                <a:srgbClr val="1E0113"/>
              </a:solidFill>
              <a:latin typeface="Arial"/>
              <a:ea typeface="Arial"/>
              <a:cs typeface="Arial"/>
              <a:sym typeface="Arial"/>
            </a:endParaRPr>
          </a:p>
        </p:txBody>
      </p:sp>
      <p:sp>
        <p:nvSpPr>
          <p:cNvPr id="333" name="Google Shape;333;p100"/>
          <p:cNvSpPr/>
          <p:nvPr/>
        </p:nvSpPr>
        <p:spPr>
          <a:xfrm>
            <a:off x="1930054" y="3764633"/>
            <a:ext cx="1255881" cy="27007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1E0113"/>
              </a:buClr>
              <a:buSzPts val="1050"/>
              <a:buFont typeface="Arial"/>
              <a:buNone/>
            </a:pPr>
            <a:r>
              <a:rPr b="1" lang="en-US" sz="1050">
                <a:solidFill>
                  <a:srgbClr val="1E0113"/>
                </a:solidFill>
                <a:latin typeface="Arial"/>
                <a:ea typeface="Arial"/>
                <a:cs typeface="Arial"/>
                <a:sym typeface="Arial"/>
              </a:rPr>
              <a:t>First Last</a:t>
            </a:r>
            <a:br>
              <a:rPr lang="en-US" sz="1050">
                <a:solidFill>
                  <a:srgbClr val="1E0113"/>
                </a:solidFill>
                <a:latin typeface="Arial"/>
                <a:ea typeface="Arial"/>
                <a:cs typeface="Arial"/>
                <a:sym typeface="Arial"/>
              </a:rPr>
            </a:br>
            <a:r>
              <a:rPr lang="en-US" sz="900">
                <a:solidFill>
                  <a:srgbClr val="1E0113"/>
                </a:solidFill>
                <a:latin typeface="Arial"/>
                <a:ea typeface="Arial"/>
                <a:cs typeface="Arial"/>
                <a:sym typeface="Arial"/>
              </a:rPr>
              <a:t>Title</a:t>
            </a:r>
            <a:endParaRPr sz="900">
              <a:solidFill>
                <a:srgbClr val="1E0113"/>
              </a:solidFill>
              <a:latin typeface="Arial"/>
              <a:ea typeface="Arial"/>
              <a:cs typeface="Arial"/>
              <a:sym typeface="Arial"/>
            </a:endParaRPr>
          </a:p>
        </p:txBody>
      </p:sp>
      <p:sp>
        <p:nvSpPr>
          <p:cNvPr id="334" name="Google Shape;334;p100"/>
          <p:cNvSpPr/>
          <p:nvPr/>
        </p:nvSpPr>
        <p:spPr>
          <a:xfrm>
            <a:off x="3632569" y="3764633"/>
            <a:ext cx="1255881" cy="27007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1E0113"/>
              </a:buClr>
              <a:buSzPts val="1050"/>
              <a:buFont typeface="Arial"/>
              <a:buNone/>
            </a:pPr>
            <a:r>
              <a:rPr b="1" lang="en-US" sz="1050">
                <a:solidFill>
                  <a:srgbClr val="1E0113"/>
                </a:solidFill>
                <a:latin typeface="Arial"/>
                <a:ea typeface="Arial"/>
                <a:cs typeface="Arial"/>
                <a:sym typeface="Arial"/>
              </a:rPr>
              <a:t>First Last</a:t>
            </a:r>
            <a:br>
              <a:rPr lang="en-US" sz="1050">
                <a:solidFill>
                  <a:srgbClr val="1E0113"/>
                </a:solidFill>
                <a:latin typeface="Arial"/>
                <a:ea typeface="Arial"/>
                <a:cs typeface="Arial"/>
                <a:sym typeface="Arial"/>
              </a:rPr>
            </a:br>
            <a:r>
              <a:rPr lang="en-US" sz="900">
                <a:solidFill>
                  <a:srgbClr val="1E0113"/>
                </a:solidFill>
                <a:latin typeface="Arial"/>
                <a:ea typeface="Arial"/>
                <a:cs typeface="Arial"/>
                <a:sym typeface="Arial"/>
              </a:rPr>
              <a:t>Title</a:t>
            </a:r>
            <a:endParaRPr sz="900">
              <a:solidFill>
                <a:srgbClr val="1E0113"/>
              </a:solidFill>
              <a:latin typeface="Arial"/>
              <a:ea typeface="Arial"/>
              <a:cs typeface="Arial"/>
              <a:sym typeface="Arial"/>
            </a:endParaRPr>
          </a:p>
        </p:txBody>
      </p:sp>
      <p:sp>
        <p:nvSpPr>
          <p:cNvPr id="335" name="Google Shape;335;p100"/>
          <p:cNvSpPr/>
          <p:nvPr/>
        </p:nvSpPr>
        <p:spPr>
          <a:xfrm>
            <a:off x="5319370" y="3764633"/>
            <a:ext cx="1255881" cy="27007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1E0113"/>
              </a:buClr>
              <a:buSzPts val="1050"/>
              <a:buFont typeface="Arial"/>
              <a:buNone/>
            </a:pPr>
            <a:r>
              <a:rPr b="1" lang="en-US" sz="1050">
                <a:solidFill>
                  <a:srgbClr val="1E0113"/>
                </a:solidFill>
                <a:latin typeface="Arial"/>
                <a:ea typeface="Arial"/>
                <a:cs typeface="Arial"/>
                <a:sym typeface="Arial"/>
              </a:rPr>
              <a:t>First Last</a:t>
            </a:r>
            <a:br>
              <a:rPr lang="en-US" sz="1050">
                <a:solidFill>
                  <a:srgbClr val="1E0113"/>
                </a:solidFill>
                <a:latin typeface="Arial"/>
                <a:ea typeface="Arial"/>
                <a:cs typeface="Arial"/>
                <a:sym typeface="Arial"/>
              </a:rPr>
            </a:br>
            <a:r>
              <a:rPr lang="en-US" sz="900">
                <a:solidFill>
                  <a:srgbClr val="1E0113"/>
                </a:solidFill>
                <a:latin typeface="Arial"/>
                <a:ea typeface="Arial"/>
                <a:cs typeface="Arial"/>
                <a:sym typeface="Arial"/>
              </a:rPr>
              <a:t>Title</a:t>
            </a:r>
            <a:endParaRPr sz="900">
              <a:solidFill>
                <a:srgbClr val="1E0113"/>
              </a:solidFill>
              <a:latin typeface="Arial"/>
              <a:ea typeface="Arial"/>
              <a:cs typeface="Arial"/>
              <a:sym typeface="Arial"/>
            </a:endParaRPr>
          </a:p>
        </p:txBody>
      </p:sp>
      <p:sp>
        <p:nvSpPr>
          <p:cNvPr id="336" name="Google Shape;336;p100"/>
          <p:cNvSpPr/>
          <p:nvPr/>
        </p:nvSpPr>
        <p:spPr>
          <a:xfrm>
            <a:off x="7006171" y="3764633"/>
            <a:ext cx="1255881" cy="27007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rgbClr val="1E0113"/>
              </a:buClr>
              <a:buSzPts val="1050"/>
              <a:buFont typeface="Arial"/>
              <a:buNone/>
            </a:pPr>
            <a:r>
              <a:rPr b="1" lang="en-US" sz="1050">
                <a:solidFill>
                  <a:srgbClr val="1E0113"/>
                </a:solidFill>
                <a:latin typeface="Arial"/>
                <a:ea typeface="Arial"/>
                <a:cs typeface="Arial"/>
                <a:sym typeface="Arial"/>
              </a:rPr>
              <a:t>First Last</a:t>
            </a:r>
            <a:br>
              <a:rPr lang="en-US" sz="1050">
                <a:solidFill>
                  <a:srgbClr val="1E0113"/>
                </a:solidFill>
                <a:latin typeface="Arial"/>
                <a:ea typeface="Arial"/>
                <a:cs typeface="Arial"/>
                <a:sym typeface="Arial"/>
              </a:rPr>
            </a:br>
            <a:r>
              <a:rPr lang="en-US" sz="900">
                <a:solidFill>
                  <a:srgbClr val="1E0113"/>
                </a:solidFill>
                <a:latin typeface="Arial"/>
                <a:ea typeface="Arial"/>
                <a:cs typeface="Arial"/>
                <a:sym typeface="Arial"/>
              </a:rPr>
              <a:t>Title</a:t>
            </a:r>
            <a:endParaRPr sz="900">
              <a:solidFill>
                <a:srgbClr val="1E0113"/>
              </a:solidFill>
              <a:latin typeface="Arial"/>
              <a:ea typeface="Arial"/>
              <a:cs typeface="Arial"/>
              <a:sym typeface="Arial"/>
            </a:endParaRPr>
          </a:p>
        </p:txBody>
      </p:sp>
      <p:sp>
        <p:nvSpPr>
          <p:cNvPr id="337" name="Google Shape;337;p100"/>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solidFill>
                  <a:srgbClr val="000000"/>
                </a:solidFill>
              </a:defRPr>
            </a:lvl1pPr>
            <a:lvl2pPr indent="0" lvl="1" marL="0" algn="ctr">
              <a:spcBef>
                <a:spcPts val="0"/>
              </a:spcBef>
              <a:buNone/>
              <a:defRPr>
                <a:solidFill>
                  <a:srgbClr val="000000"/>
                </a:solidFill>
              </a:defRPr>
            </a:lvl2pPr>
            <a:lvl3pPr indent="0" lvl="2" marL="0" algn="ctr">
              <a:spcBef>
                <a:spcPts val="0"/>
              </a:spcBef>
              <a:buNone/>
              <a:defRPr>
                <a:solidFill>
                  <a:srgbClr val="000000"/>
                </a:solidFill>
              </a:defRPr>
            </a:lvl3pPr>
            <a:lvl4pPr indent="0" lvl="3" marL="0" algn="ctr">
              <a:spcBef>
                <a:spcPts val="0"/>
              </a:spcBef>
              <a:buNone/>
              <a:defRPr>
                <a:solidFill>
                  <a:srgbClr val="000000"/>
                </a:solidFill>
              </a:defRPr>
            </a:lvl4pPr>
            <a:lvl5pPr indent="0" lvl="4" marL="0" algn="ctr">
              <a:spcBef>
                <a:spcPts val="0"/>
              </a:spcBef>
              <a:buNone/>
              <a:defRPr>
                <a:solidFill>
                  <a:srgbClr val="000000"/>
                </a:solidFill>
              </a:defRPr>
            </a:lvl5pPr>
            <a:lvl6pPr indent="0" lvl="5" marL="0" algn="ctr">
              <a:spcBef>
                <a:spcPts val="0"/>
              </a:spcBef>
              <a:buNone/>
              <a:defRPr>
                <a:solidFill>
                  <a:srgbClr val="000000"/>
                </a:solidFill>
              </a:defRPr>
            </a:lvl6pPr>
            <a:lvl7pPr indent="0" lvl="6" marL="0" algn="ctr">
              <a:spcBef>
                <a:spcPts val="0"/>
              </a:spcBef>
              <a:buNone/>
              <a:defRPr>
                <a:solidFill>
                  <a:srgbClr val="000000"/>
                </a:solidFill>
              </a:defRPr>
            </a:lvl7pPr>
            <a:lvl8pPr indent="0" lvl="7" marL="0" algn="ctr">
              <a:spcBef>
                <a:spcPts val="0"/>
              </a:spcBef>
              <a:buNone/>
              <a:defRPr>
                <a:solidFill>
                  <a:srgbClr val="000000"/>
                </a:solidFill>
              </a:defRPr>
            </a:lvl8pPr>
            <a:lvl9pPr indent="0" lvl="8" marL="0" algn="ctr">
              <a:spcBef>
                <a:spcPts val="0"/>
              </a:spcBef>
              <a:buNone/>
              <a:defRPr>
                <a:solidFill>
                  <a:srgbClr val="000000"/>
                </a:solidFill>
              </a:defRPr>
            </a:lvl9pPr>
          </a:lstStyle>
          <a:p>
            <a:pPr indent="0" lvl="0" marL="0" rtl="0" algn="ctr">
              <a:spcBef>
                <a:spcPts val="0"/>
              </a:spcBef>
              <a:spcAft>
                <a:spcPts val="0"/>
              </a:spcAft>
              <a:buNone/>
            </a:pPr>
            <a:fld id="{00000000-1234-1234-1234-123412341234}" type="slidenum">
              <a:rPr lang="en-US"/>
              <a:t>‹#›</a:t>
            </a:fld>
            <a:endParaRPr/>
          </a:p>
        </p:txBody>
      </p:sp>
      <p:cxnSp>
        <p:nvCxnSpPr>
          <p:cNvPr id="338" name="Google Shape;338;p100"/>
          <p:cNvCxnSpPr/>
          <p:nvPr/>
        </p:nvCxnSpPr>
        <p:spPr>
          <a:xfrm>
            <a:off x="5951241" y="4102323"/>
            <a:ext cx="0" cy="1743307"/>
          </a:xfrm>
          <a:prstGeom prst="straightConnector1">
            <a:avLst/>
          </a:prstGeom>
          <a:noFill/>
          <a:ln cap="flat" cmpd="sng" w="12700">
            <a:solidFill>
              <a:schemeClr val="lt2"/>
            </a:solidFill>
            <a:prstDash val="solid"/>
            <a:round/>
            <a:headEnd len="sm" w="sm" type="none"/>
            <a:tailEnd len="sm" w="sm" type="none"/>
          </a:ln>
        </p:spPr>
      </p:cxnSp>
      <p:sp>
        <p:nvSpPr>
          <p:cNvPr id="339" name="Google Shape;339;p100"/>
          <p:cNvSpPr/>
          <p:nvPr/>
        </p:nvSpPr>
        <p:spPr>
          <a:xfrm>
            <a:off x="6197545" y="4365199"/>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cxnSp>
        <p:nvCxnSpPr>
          <p:cNvPr id="340" name="Google Shape;340;p100"/>
          <p:cNvCxnSpPr/>
          <p:nvPr/>
        </p:nvCxnSpPr>
        <p:spPr>
          <a:xfrm>
            <a:off x="5951242" y="4398782"/>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41" name="Google Shape;341;p100"/>
          <p:cNvCxnSpPr/>
          <p:nvPr/>
        </p:nvCxnSpPr>
        <p:spPr>
          <a:xfrm>
            <a:off x="5951242" y="4896330"/>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42" name="Google Shape;342;p100"/>
          <p:cNvCxnSpPr/>
          <p:nvPr/>
        </p:nvCxnSpPr>
        <p:spPr>
          <a:xfrm>
            <a:off x="5951242" y="5393878"/>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43" name="Google Shape;343;p100"/>
          <p:cNvCxnSpPr/>
          <p:nvPr/>
        </p:nvCxnSpPr>
        <p:spPr>
          <a:xfrm>
            <a:off x="5951242" y="5837085"/>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44" name="Google Shape;344;p100"/>
          <p:cNvCxnSpPr/>
          <p:nvPr/>
        </p:nvCxnSpPr>
        <p:spPr>
          <a:xfrm>
            <a:off x="7629400" y="4102323"/>
            <a:ext cx="0" cy="1743307"/>
          </a:xfrm>
          <a:prstGeom prst="straightConnector1">
            <a:avLst/>
          </a:prstGeom>
          <a:noFill/>
          <a:ln cap="flat" cmpd="sng" w="12700">
            <a:solidFill>
              <a:schemeClr val="lt2"/>
            </a:solidFill>
            <a:prstDash val="solid"/>
            <a:round/>
            <a:headEnd len="sm" w="sm" type="none"/>
            <a:tailEnd len="sm" w="sm" type="none"/>
          </a:ln>
        </p:spPr>
      </p:cxnSp>
      <p:cxnSp>
        <p:nvCxnSpPr>
          <p:cNvPr id="345" name="Google Shape;345;p100"/>
          <p:cNvCxnSpPr/>
          <p:nvPr/>
        </p:nvCxnSpPr>
        <p:spPr>
          <a:xfrm>
            <a:off x="7629400" y="4398782"/>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46" name="Google Shape;346;p100"/>
          <p:cNvCxnSpPr/>
          <p:nvPr/>
        </p:nvCxnSpPr>
        <p:spPr>
          <a:xfrm>
            <a:off x="7629400" y="4896330"/>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47" name="Google Shape;347;p100"/>
          <p:cNvCxnSpPr/>
          <p:nvPr/>
        </p:nvCxnSpPr>
        <p:spPr>
          <a:xfrm>
            <a:off x="7629400" y="5393878"/>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48" name="Google Shape;348;p100"/>
          <p:cNvCxnSpPr/>
          <p:nvPr/>
        </p:nvCxnSpPr>
        <p:spPr>
          <a:xfrm>
            <a:off x="7629400" y="5837085"/>
            <a:ext cx="189835" cy="0"/>
          </a:xfrm>
          <a:prstGeom prst="straightConnector1">
            <a:avLst/>
          </a:prstGeom>
          <a:noFill/>
          <a:ln cap="flat" cmpd="sng" w="12700">
            <a:solidFill>
              <a:schemeClr val="dk1"/>
            </a:solidFill>
            <a:prstDash val="solid"/>
            <a:miter lim="800000"/>
            <a:headEnd len="sm" w="sm" type="none"/>
            <a:tailEnd len="sm" w="sm" type="none"/>
          </a:ln>
        </p:spPr>
      </p:cxnSp>
      <p:sp>
        <p:nvSpPr>
          <p:cNvPr id="349" name="Google Shape;349;p100"/>
          <p:cNvSpPr/>
          <p:nvPr/>
        </p:nvSpPr>
        <p:spPr>
          <a:xfrm>
            <a:off x="6197545" y="4862747"/>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50" name="Google Shape;350;p100"/>
          <p:cNvSpPr/>
          <p:nvPr/>
        </p:nvSpPr>
        <p:spPr>
          <a:xfrm>
            <a:off x="6197545" y="5360295"/>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51" name="Google Shape;351;p100"/>
          <p:cNvSpPr/>
          <p:nvPr/>
        </p:nvSpPr>
        <p:spPr>
          <a:xfrm>
            <a:off x="6197545" y="5795520"/>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52" name="Google Shape;352;p100"/>
          <p:cNvSpPr/>
          <p:nvPr/>
        </p:nvSpPr>
        <p:spPr>
          <a:xfrm>
            <a:off x="7875703" y="4365199"/>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53" name="Google Shape;353;p100"/>
          <p:cNvSpPr/>
          <p:nvPr/>
        </p:nvSpPr>
        <p:spPr>
          <a:xfrm>
            <a:off x="7875703" y="4862747"/>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54" name="Google Shape;354;p100"/>
          <p:cNvSpPr/>
          <p:nvPr/>
        </p:nvSpPr>
        <p:spPr>
          <a:xfrm>
            <a:off x="7875703" y="5360295"/>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55" name="Google Shape;355;p100"/>
          <p:cNvSpPr/>
          <p:nvPr/>
        </p:nvSpPr>
        <p:spPr>
          <a:xfrm>
            <a:off x="7875703" y="5795520"/>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cxnSp>
        <p:nvCxnSpPr>
          <p:cNvPr id="356" name="Google Shape;356;p100"/>
          <p:cNvCxnSpPr/>
          <p:nvPr/>
        </p:nvCxnSpPr>
        <p:spPr>
          <a:xfrm>
            <a:off x="4256575" y="4102323"/>
            <a:ext cx="0" cy="1743307"/>
          </a:xfrm>
          <a:prstGeom prst="straightConnector1">
            <a:avLst/>
          </a:prstGeom>
          <a:noFill/>
          <a:ln cap="flat" cmpd="sng" w="12700">
            <a:solidFill>
              <a:schemeClr val="lt2"/>
            </a:solidFill>
            <a:prstDash val="solid"/>
            <a:round/>
            <a:headEnd len="sm" w="sm" type="none"/>
            <a:tailEnd len="sm" w="sm" type="none"/>
          </a:ln>
        </p:spPr>
      </p:cxnSp>
      <p:sp>
        <p:nvSpPr>
          <p:cNvPr id="357" name="Google Shape;357;p100"/>
          <p:cNvSpPr/>
          <p:nvPr/>
        </p:nvSpPr>
        <p:spPr>
          <a:xfrm>
            <a:off x="4502879" y="4365199"/>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cxnSp>
        <p:nvCxnSpPr>
          <p:cNvPr id="358" name="Google Shape;358;p100"/>
          <p:cNvCxnSpPr/>
          <p:nvPr/>
        </p:nvCxnSpPr>
        <p:spPr>
          <a:xfrm>
            <a:off x="4256576" y="4398782"/>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59" name="Google Shape;359;p100"/>
          <p:cNvCxnSpPr/>
          <p:nvPr/>
        </p:nvCxnSpPr>
        <p:spPr>
          <a:xfrm>
            <a:off x="4256576" y="4896330"/>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60" name="Google Shape;360;p100"/>
          <p:cNvCxnSpPr/>
          <p:nvPr/>
        </p:nvCxnSpPr>
        <p:spPr>
          <a:xfrm>
            <a:off x="4256576" y="5393878"/>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61" name="Google Shape;361;p100"/>
          <p:cNvCxnSpPr/>
          <p:nvPr/>
        </p:nvCxnSpPr>
        <p:spPr>
          <a:xfrm>
            <a:off x="4256576" y="5837085"/>
            <a:ext cx="189835" cy="0"/>
          </a:xfrm>
          <a:prstGeom prst="straightConnector1">
            <a:avLst/>
          </a:prstGeom>
          <a:noFill/>
          <a:ln cap="flat" cmpd="sng" w="12700">
            <a:solidFill>
              <a:schemeClr val="dk1"/>
            </a:solidFill>
            <a:prstDash val="solid"/>
            <a:miter lim="800000"/>
            <a:headEnd len="sm" w="sm" type="none"/>
            <a:tailEnd len="sm" w="sm" type="none"/>
          </a:ln>
        </p:spPr>
      </p:cxnSp>
      <p:sp>
        <p:nvSpPr>
          <p:cNvPr id="362" name="Google Shape;362;p100"/>
          <p:cNvSpPr/>
          <p:nvPr/>
        </p:nvSpPr>
        <p:spPr>
          <a:xfrm>
            <a:off x="4502879" y="4862747"/>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63" name="Google Shape;363;p100"/>
          <p:cNvSpPr/>
          <p:nvPr/>
        </p:nvSpPr>
        <p:spPr>
          <a:xfrm>
            <a:off x="4502879" y="5360295"/>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64" name="Google Shape;364;p100"/>
          <p:cNvSpPr/>
          <p:nvPr/>
        </p:nvSpPr>
        <p:spPr>
          <a:xfrm>
            <a:off x="4502879" y="5795520"/>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cxnSp>
        <p:nvCxnSpPr>
          <p:cNvPr id="365" name="Google Shape;365;p100"/>
          <p:cNvCxnSpPr/>
          <p:nvPr/>
        </p:nvCxnSpPr>
        <p:spPr>
          <a:xfrm>
            <a:off x="2559348" y="4102323"/>
            <a:ext cx="0" cy="1743307"/>
          </a:xfrm>
          <a:prstGeom prst="straightConnector1">
            <a:avLst/>
          </a:prstGeom>
          <a:noFill/>
          <a:ln cap="flat" cmpd="sng" w="12700">
            <a:solidFill>
              <a:schemeClr val="lt2"/>
            </a:solidFill>
            <a:prstDash val="solid"/>
            <a:round/>
            <a:headEnd len="sm" w="sm" type="none"/>
            <a:tailEnd len="sm" w="sm" type="none"/>
          </a:ln>
        </p:spPr>
      </p:cxnSp>
      <p:sp>
        <p:nvSpPr>
          <p:cNvPr id="366" name="Google Shape;366;p100"/>
          <p:cNvSpPr/>
          <p:nvPr/>
        </p:nvSpPr>
        <p:spPr>
          <a:xfrm>
            <a:off x="2805652" y="4365199"/>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cxnSp>
        <p:nvCxnSpPr>
          <p:cNvPr id="367" name="Google Shape;367;p100"/>
          <p:cNvCxnSpPr/>
          <p:nvPr/>
        </p:nvCxnSpPr>
        <p:spPr>
          <a:xfrm>
            <a:off x="2559348" y="4398782"/>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68" name="Google Shape;368;p100"/>
          <p:cNvCxnSpPr/>
          <p:nvPr/>
        </p:nvCxnSpPr>
        <p:spPr>
          <a:xfrm>
            <a:off x="2559348" y="4896330"/>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69" name="Google Shape;369;p100"/>
          <p:cNvCxnSpPr/>
          <p:nvPr/>
        </p:nvCxnSpPr>
        <p:spPr>
          <a:xfrm>
            <a:off x="2559348" y="5393878"/>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70" name="Google Shape;370;p100"/>
          <p:cNvCxnSpPr/>
          <p:nvPr/>
        </p:nvCxnSpPr>
        <p:spPr>
          <a:xfrm>
            <a:off x="2559348" y="5837085"/>
            <a:ext cx="189835" cy="0"/>
          </a:xfrm>
          <a:prstGeom prst="straightConnector1">
            <a:avLst/>
          </a:prstGeom>
          <a:noFill/>
          <a:ln cap="flat" cmpd="sng" w="12700">
            <a:solidFill>
              <a:schemeClr val="dk1"/>
            </a:solidFill>
            <a:prstDash val="solid"/>
            <a:miter lim="800000"/>
            <a:headEnd len="sm" w="sm" type="none"/>
            <a:tailEnd len="sm" w="sm" type="none"/>
          </a:ln>
        </p:spPr>
      </p:cxnSp>
      <p:sp>
        <p:nvSpPr>
          <p:cNvPr id="371" name="Google Shape;371;p100"/>
          <p:cNvSpPr/>
          <p:nvPr/>
        </p:nvSpPr>
        <p:spPr>
          <a:xfrm>
            <a:off x="2805652" y="4862747"/>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72" name="Google Shape;372;p100"/>
          <p:cNvSpPr/>
          <p:nvPr/>
        </p:nvSpPr>
        <p:spPr>
          <a:xfrm>
            <a:off x="2805652" y="5360295"/>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73" name="Google Shape;373;p100"/>
          <p:cNvSpPr/>
          <p:nvPr/>
        </p:nvSpPr>
        <p:spPr>
          <a:xfrm>
            <a:off x="2805652" y="5795520"/>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cxnSp>
        <p:nvCxnSpPr>
          <p:cNvPr id="374" name="Google Shape;374;p100"/>
          <p:cNvCxnSpPr/>
          <p:nvPr/>
        </p:nvCxnSpPr>
        <p:spPr>
          <a:xfrm>
            <a:off x="862121" y="4102323"/>
            <a:ext cx="0" cy="1743307"/>
          </a:xfrm>
          <a:prstGeom prst="straightConnector1">
            <a:avLst/>
          </a:prstGeom>
          <a:noFill/>
          <a:ln cap="flat" cmpd="sng" w="12700">
            <a:solidFill>
              <a:schemeClr val="lt2"/>
            </a:solidFill>
            <a:prstDash val="solid"/>
            <a:round/>
            <a:headEnd len="sm" w="sm" type="none"/>
            <a:tailEnd len="sm" w="sm" type="none"/>
          </a:ln>
        </p:spPr>
      </p:cxnSp>
      <p:sp>
        <p:nvSpPr>
          <p:cNvPr id="375" name="Google Shape;375;p100"/>
          <p:cNvSpPr/>
          <p:nvPr/>
        </p:nvSpPr>
        <p:spPr>
          <a:xfrm>
            <a:off x="1108425" y="4365199"/>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cxnSp>
        <p:nvCxnSpPr>
          <p:cNvPr id="376" name="Google Shape;376;p100"/>
          <p:cNvCxnSpPr/>
          <p:nvPr/>
        </p:nvCxnSpPr>
        <p:spPr>
          <a:xfrm>
            <a:off x="862121" y="4398782"/>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77" name="Google Shape;377;p100"/>
          <p:cNvCxnSpPr/>
          <p:nvPr/>
        </p:nvCxnSpPr>
        <p:spPr>
          <a:xfrm>
            <a:off x="862121" y="4896330"/>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78" name="Google Shape;378;p100"/>
          <p:cNvCxnSpPr/>
          <p:nvPr/>
        </p:nvCxnSpPr>
        <p:spPr>
          <a:xfrm>
            <a:off x="862121" y="5393878"/>
            <a:ext cx="189835" cy="0"/>
          </a:xfrm>
          <a:prstGeom prst="straightConnector1">
            <a:avLst/>
          </a:prstGeom>
          <a:noFill/>
          <a:ln cap="flat" cmpd="sng" w="12700">
            <a:solidFill>
              <a:schemeClr val="dk1"/>
            </a:solidFill>
            <a:prstDash val="solid"/>
            <a:miter lim="800000"/>
            <a:headEnd len="sm" w="sm" type="none"/>
            <a:tailEnd len="sm" w="sm" type="none"/>
          </a:ln>
        </p:spPr>
      </p:cxnSp>
      <p:cxnSp>
        <p:nvCxnSpPr>
          <p:cNvPr id="379" name="Google Shape;379;p100"/>
          <p:cNvCxnSpPr/>
          <p:nvPr/>
        </p:nvCxnSpPr>
        <p:spPr>
          <a:xfrm>
            <a:off x="862121" y="5837085"/>
            <a:ext cx="189835" cy="0"/>
          </a:xfrm>
          <a:prstGeom prst="straightConnector1">
            <a:avLst/>
          </a:prstGeom>
          <a:noFill/>
          <a:ln cap="flat" cmpd="sng" w="12700">
            <a:solidFill>
              <a:schemeClr val="dk1"/>
            </a:solidFill>
            <a:prstDash val="solid"/>
            <a:miter lim="800000"/>
            <a:headEnd len="sm" w="sm" type="none"/>
            <a:tailEnd len="sm" w="sm" type="none"/>
          </a:ln>
        </p:spPr>
      </p:cxnSp>
      <p:sp>
        <p:nvSpPr>
          <p:cNvPr id="380" name="Google Shape;380;p100"/>
          <p:cNvSpPr/>
          <p:nvPr/>
        </p:nvSpPr>
        <p:spPr>
          <a:xfrm>
            <a:off x="1108425" y="4862747"/>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81" name="Google Shape;381;p100"/>
          <p:cNvSpPr/>
          <p:nvPr/>
        </p:nvSpPr>
        <p:spPr>
          <a:xfrm>
            <a:off x="1108425" y="5360295"/>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82" name="Google Shape;382;p100"/>
          <p:cNvSpPr/>
          <p:nvPr/>
        </p:nvSpPr>
        <p:spPr>
          <a:xfrm>
            <a:off x="1108425" y="5795520"/>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1E0113"/>
              </a:buClr>
              <a:buSzPts val="900"/>
              <a:buFont typeface="Arial"/>
              <a:buNone/>
            </a:pPr>
            <a:r>
              <a:rPr b="1" lang="en-US" sz="900">
                <a:solidFill>
                  <a:srgbClr val="1E0113"/>
                </a:solidFill>
                <a:latin typeface="Arial"/>
                <a:ea typeface="Arial"/>
                <a:cs typeface="Arial"/>
                <a:sym typeface="Arial"/>
              </a:rPr>
              <a:t>First Last</a:t>
            </a:r>
            <a:br>
              <a:rPr lang="en-US" sz="900">
                <a:solidFill>
                  <a:srgbClr val="1E0113"/>
                </a:solidFill>
                <a:latin typeface="Arial"/>
                <a:ea typeface="Arial"/>
                <a:cs typeface="Arial"/>
                <a:sym typeface="Arial"/>
              </a:rPr>
            </a:br>
            <a:r>
              <a:rPr lang="en-US" sz="750">
                <a:solidFill>
                  <a:srgbClr val="1E0113"/>
                </a:solidFill>
                <a:latin typeface="Arial"/>
                <a:ea typeface="Arial"/>
                <a:cs typeface="Arial"/>
                <a:sym typeface="Arial"/>
              </a:rPr>
              <a:t>Title</a:t>
            </a:r>
            <a:endParaRPr sz="750">
              <a:solidFill>
                <a:srgbClr val="1E0113"/>
              </a:solidFill>
              <a:latin typeface="Arial"/>
              <a:ea typeface="Arial"/>
              <a:cs typeface="Arial"/>
              <a:sym typeface="Arial"/>
            </a:endParaRPr>
          </a:p>
        </p:txBody>
      </p:sp>
      <p:sp>
        <p:nvSpPr>
          <p:cNvPr id="383" name="Google Shape;383;p100"/>
          <p:cNvSpPr txBox="1"/>
          <p:nvPr>
            <p:ph type="title"/>
          </p:nvPr>
        </p:nvSpPr>
        <p:spPr>
          <a:xfrm>
            <a:off x="570457" y="442528"/>
            <a:ext cx="8005371"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2401"/>
              <a:buFont typeface="Arial"/>
              <a:buNone/>
              <a:defRPr b="1" i="0" sz="2401"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84" name="Google Shape;384;p100"/>
          <p:cNvSpPr/>
          <p:nvPr>
            <p:ph idx="2" type="pic"/>
          </p:nvPr>
        </p:nvSpPr>
        <p:spPr>
          <a:xfrm>
            <a:off x="3974152" y="1179514"/>
            <a:ext cx="572839" cy="763587"/>
          </a:xfrm>
          <a:prstGeom prst="ellipse">
            <a:avLst/>
          </a:prstGeom>
          <a:solidFill>
            <a:srgbClr val="FCE0DB"/>
          </a:solidFill>
          <a:ln cap="flat" cmpd="sng" w="19050">
            <a:solidFill>
              <a:schemeClr val="dk2"/>
            </a:solidFill>
            <a:prstDash val="solid"/>
            <a:round/>
            <a:headEnd len="sm" w="sm" type="none"/>
            <a:tailEnd len="sm" w="sm" type="none"/>
          </a:ln>
        </p:spPr>
      </p:sp>
      <p:sp>
        <p:nvSpPr>
          <p:cNvPr id="385" name="Google Shape;385;p100"/>
          <p:cNvSpPr/>
          <p:nvPr>
            <p:ph idx="3" type="pic"/>
          </p:nvPr>
        </p:nvSpPr>
        <p:spPr>
          <a:xfrm>
            <a:off x="575701" y="2934769"/>
            <a:ext cx="572839" cy="763587"/>
          </a:xfrm>
          <a:prstGeom prst="ellipse">
            <a:avLst/>
          </a:prstGeom>
          <a:solidFill>
            <a:schemeClr val="accent3"/>
          </a:solidFill>
          <a:ln cap="flat" cmpd="sng" w="19050">
            <a:solidFill>
              <a:srgbClr val="7A126B"/>
            </a:solidFill>
            <a:prstDash val="solid"/>
            <a:round/>
            <a:headEnd len="sm" w="sm" type="none"/>
            <a:tailEnd len="sm" w="sm" type="none"/>
          </a:ln>
        </p:spPr>
      </p:sp>
      <p:sp>
        <p:nvSpPr>
          <p:cNvPr id="386" name="Google Shape;386;p100"/>
          <p:cNvSpPr/>
          <p:nvPr>
            <p:ph idx="4" type="pic"/>
          </p:nvPr>
        </p:nvSpPr>
        <p:spPr>
          <a:xfrm>
            <a:off x="5660827" y="2934769"/>
            <a:ext cx="572839" cy="763587"/>
          </a:xfrm>
          <a:prstGeom prst="ellipse">
            <a:avLst/>
          </a:prstGeom>
          <a:solidFill>
            <a:schemeClr val="accent5"/>
          </a:solidFill>
          <a:ln cap="flat" cmpd="sng" w="19050">
            <a:solidFill>
              <a:srgbClr val="294E95"/>
            </a:solidFill>
            <a:prstDash val="solid"/>
            <a:round/>
            <a:headEnd len="sm" w="sm" type="none"/>
            <a:tailEnd len="sm" w="sm" type="none"/>
          </a:ln>
        </p:spPr>
      </p:sp>
      <p:sp>
        <p:nvSpPr>
          <p:cNvPr id="387" name="Google Shape;387;p100"/>
          <p:cNvSpPr/>
          <p:nvPr>
            <p:ph idx="5" type="pic"/>
          </p:nvPr>
        </p:nvSpPr>
        <p:spPr>
          <a:xfrm>
            <a:off x="2274926" y="2934769"/>
            <a:ext cx="572839" cy="763587"/>
          </a:xfrm>
          <a:prstGeom prst="ellipse">
            <a:avLst/>
          </a:prstGeom>
          <a:solidFill>
            <a:schemeClr val="accent3"/>
          </a:solidFill>
          <a:ln cap="flat" cmpd="sng" w="19050">
            <a:solidFill>
              <a:srgbClr val="7A126B"/>
            </a:solidFill>
            <a:prstDash val="solid"/>
            <a:round/>
            <a:headEnd len="sm" w="sm" type="none"/>
            <a:tailEnd len="sm" w="sm" type="none"/>
          </a:ln>
        </p:spPr>
      </p:sp>
      <p:sp>
        <p:nvSpPr>
          <p:cNvPr id="388" name="Google Shape;388;p100"/>
          <p:cNvSpPr/>
          <p:nvPr>
            <p:ph idx="6" type="pic"/>
          </p:nvPr>
        </p:nvSpPr>
        <p:spPr>
          <a:xfrm>
            <a:off x="7347693" y="2934769"/>
            <a:ext cx="572839" cy="763587"/>
          </a:xfrm>
          <a:prstGeom prst="ellipse">
            <a:avLst/>
          </a:prstGeom>
          <a:solidFill>
            <a:schemeClr val="accent5"/>
          </a:solidFill>
          <a:ln cap="flat" cmpd="sng" w="19050">
            <a:solidFill>
              <a:srgbClr val="294E95"/>
            </a:solidFill>
            <a:prstDash val="solid"/>
            <a:round/>
            <a:headEnd len="sm" w="sm" type="none"/>
            <a:tailEnd len="sm" w="sm" type="none"/>
          </a:ln>
        </p:spPr>
      </p:sp>
      <p:sp>
        <p:nvSpPr>
          <p:cNvPr id="389" name="Google Shape;389;p100"/>
          <p:cNvSpPr/>
          <p:nvPr>
            <p:ph idx="7" type="pic"/>
          </p:nvPr>
        </p:nvSpPr>
        <p:spPr>
          <a:xfrm>
            <a:off x="3974152" y="2934769"/>
            <a:ext cx="572839" cy="763587"/>
          </a:xfrm>
          <a:prstGeom prst="ellipse">
            <a:avLst/>
          </a:prstGeom>
          <a:solidFill>
            <a:schemeClr val="accent5"/>
          </a:solidFill>
          <a:ln cap="flat" cmpd="sng" w="19050">
            <a:solidFill>
              <a:srgbClr val="294E95"/>
            </a:solidFill>
            <a:prstDash val="solid"/>
            <a:round/>
            <a:headEnd len="sm" w="sm" type="none"/>
            <a:tailEnd len="sm" w="sm" type="none"/>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_Black" showMasterSp="0">
  <p:cSld name="1_Title Only_Black">
    <p:bg>
      <p:bgPr>
        <a:solidFill>
          <a:srgbClr val="1E0013"/>
        </a:solidFill>
      </p:bgPr>
    </p:bg>
    <p:spTree>
      <p:nvGrpSpPr>
        <p:cNvPr id="390" name="Shape 390"/>
        <p:cNvGrpSpPr/>
        <p:nvPr/>
      </p:nvGrpSpPr>
      <p:grpSpPr>
        <a:xfrm>
          <a:off x="0" y="0"/>
          <a:ext cx="0" cy="0"/>
          <a:chOff x="0" y="0"/>
          <a:chExt cx="0" cy="0"/>
        </a:xfrm>
      </p:grpSpPr>
      <p:sp>
        <p:nvSpPr>
          <p:cNvPr id="391" name="Google Shape;391;p101"/>
          <p:cNvSpPr txBox="1"/>
          <p:nvPr>
            <p:ph type="title"/>
          </p:nvPr>
        </p:nvSpPr>
        <p:spPr>
          <a:xfrm>
            <a:off x="570458" y="442528"/>
            <a:ext cx="8003085"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lt1"/>
              </a:buClr>
              <a:buSzPts val="2401"/>
              <a:buFont typeface="Arial"/>
              <a:buNone/>
              <a:defRPr b="1" i="0" sz="2401"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2" name="Google Shape;392;p101"/>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cxnSp>
        <p:nvCxnSpPr>
          <p:cNvPr id="393" name="Google Shape;393;p101"/>
          <p:cNvCxnSpPr/>
          <p:nvPr/>
        </p:nvCxnSpPr>
        <p:spPr>
          <a:xfrm>
            <a:off x="4260510" y="2343150"/>
            <a:ext cx="0" cy="591618"/>
          </a:xfrm>
          <a:prstGeom prst="straightConnector1">
            <a:avLst/>
          </a:prstGeom>
          <a:noFill/>
          <a:ln cap="flat" cmpd="sng" w="9525">
            <a:solidFill>
              <a:schemeClr val="lt1"/>
            </a:solidFill>
            <a:prstDash val="solid"/>
            <a:round/>
            <a:headEnd len="sm" w="sm" type="none"/>
            <a:tailEnd len="sm" w="sm" type="none"/>
          </a:ln>
        </p:spPr>
      </p:cxnSp>
      <p:cxnSp>
        <p:nvCxnSpPr>
          <p:cNvPr id="394" name="Google Shape;394;p101"/>
          <p:cNvCxnSpPr/>
          <p:nvPr/>
        </p:nvCxnSpPr>
        <p:spPr>
          <a:xfrm>
            <a:off x="864506" y="2704148"/>
            <a:ext cx="0" cy="230620"/>
          </a:xfrm>
          <a:prstGeom prst="straightConnector1">
            <a:avLst/>
          </a:prstGeom>
          <a:noFill/>
          <a:ln cap="flat" cmpd="sng" w="9525">
            <a:solidFill>
              <a:schemeClr val="lt1"/>
            </a:solidFill>
            <a:prstDash val="solid"/>
            <a:round/>
            <a:headEnd len="sm" w="sm" type="none"/>
            <a:tailEnd len="sm" w="sm" type="none"/>
          </a:ln>
        </p:spPr>
      </p:cxnSp>
      <p:cxnSp>
        <p:nvCxnSpPr>
          <p:cNvPr id="395" name="Google Shape;395;p101"/>
          <p:cNvCxnSpPr/>
          <p:nvPr/>
        </p:nvCxnSpPr>
        <p:spPr>
          <a:xfrm>
            <a:off x="2557994" y="2711966"/>
            <a:ext cx="0" cy="222803"/>
          </a:xfrm>
          <a:prstGeom prst="straightConnector1">
            <a:avLst/>
          </a:prstGeom>
          <a:noFill/>
          <a:ln cap="flat" cmpd="sng" w="9525">
            <a:solidFill>
              <a:schemeClr val="lt1"/>
            </a:solidFill>
            <a:prstDash val="solid"/>
            <a:round/>
            <a:headEnd len="sm" w="sm" type="none"/>
            <a:tailEnd len="sm" w="sm" type="none"/>
          </a:ln>
        </p:spPr>
      </p:cxnSp>
      <p:cxnSp>
        <p:nvCxnSpPr>
          <p:cNvPr id="396" name="Google Shape;396;p101"/>
          <p:cNvCxnSpPr/>
          <p:nvPr/>
        </p:nvCxnSpPr>
        <p:spPr>
          <a:xfrm>
            <a:off x="5951241" y="2720182"/>
            <a:ext cx="0" cy="214587"/>
          </a:xfrm>
          <a:prstGeom prst="straightConnector1">
            <a:avLst/>
          </a:prstGeom>
          <a:noFill/>
          <a:ln cap="flat" cmpd="sng" w="9525">
            <a:solidFill>
              <a:schemeClr val="lt1"/>
            </a:solidFill>
            <a:prstDash val="solid"/>
            <a:round/>
            <a:headEnd len="sm" w="sm" type="none"/>
            <a:tailEnd len="sm" w="sm" type="none"/>
          </a:ln>
        </p:spPr>
      </p:cxnSp>
      <p:cxnSp>
        <p:nvCxnSpPr>
          <p:cNvPr id="397" name="Google Shape;397;p101"/>
          <p:cNvCxnSpPr/>
          <p:nvPr/>
        </p:nvCxnSpPr>
        <p:spPr>
          <a:xfrm>
            <a:off x="7637978" y="2704148"/>
            <a:ext cx="0" cy="230620"/>
          </a:xfrm>
          <a:prstGeom prst="straightConnector1">
            <a:avLst/>
          </a:prstGeom>
          <a:noFill/>
          <a:ln cap="flat" cmpd="sng" w="9525">
            <a:solidFill>
              <a:schemeClr val="lt1"/>
            </a:solidFill>
            <a:prstDash val="solid"/>
            <a:round/>
            <a:headEnd len="sm" w="sm" type="none"/>
            <a:tailEnd len="sm" w="sm" type="none"/>
          </a:ln>
        </p:spPr>
      </p:cxnSp>
      <p:cxnSp>
        <p:nvCxnSpPr>
          <p:cNvPr id="398" name="Google Shape;398;p101"/>
          <p:cNvCxnSpPr/>
          <p:nvPr/>
        </p:nvCxnSpPr>
        <p:spPr>
          <a:xfrm>
            <a:off x="864506" y="2711965"/>
            <a:ext cx="6773472" cy="0"/>
          </a:xfrm>
          <a:prstGeom prst="straightConnector1">
            <a:avLst/>
          </a:prstGeom>
          <a:noFill/>
          <a:ln cap="flat" cmpd="sng" w="9525">
            <a:solidFill>
              <a:schemeClr val="lt1"/>
            </a:solidFill>
            <a:prstDash val="solid"/>
            <a:round/>
            <a:headEnd len="sm" w="sm" type="none"/>
            <a:tailEnd len="sm" w="sm" type="none"/>
          </a:ln>
        </p:spPr>
      </p:cxnSp>
      <p:sp>
        <p:nvSpPr>
          <p:cNvPr id="399" name="Google Shape;399;p101"/>
          <p:cNvSpPr/>
          <p:nvPr/>
        </p:nvSpPr>
        <p:spPr>
          <a:xfrm>
            <a:off x="3632569" y="2018909"/>
            <a:ext cx="1255881" cy="27007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chemeClr val="lt1"/>
              </a:buClr>
              <a:buSzPts val="1050"/>
              <a:buFont typeface="Arial"/>
              <a:buNone/>
            </a:pPr>
            <a:r>
              <a:rPr b="1" lang="en-US" sz="1050">
                <a:solidFill>
                  <a:schemeClr val="lt1"/>
                </a:solidFill>
                <a:latin typeface="Arial"/>
                <a:ea typeface="Arial"/>
                <a:cs typeface="Arial"/>
                <a:sym typeface="Arial"/>
              </a:rPr>
              <a:t>First Last</a:t>
            </a:r>
            <a:br>
              <a:rPr lang="en-US" sz="1050">
                <a:solidFill>
                  <a:schemeClr val="lt1"/>
                </a:solidFill>
                <a:latin typeface="Arial"/>
                <a:ea typeface="Arial"/>
                <a:cs typeface="Arial"/>
                <a:sym typeface="Arial"/>
              </a:rPr>
            </a:br>
            <a:r>
              <a:rPr lang="en-US" sz="900">
                <a:solidFill>
                  <a:schemeClr val="lt1"/>
                </a:solidFill>
                <a:latin typeface="Arial"/>
                <a:ea typeface="Arial"/>
                <a:cs typeface="Arial"/>
                <a:sym typeface="Arial"/>
              </a:rPr>
              <a:t>Title</a:t>
            </a:r>
            <a:endParaRPr sz="900">
              <a:solidFill>
                <a:schemeClr val="lt1"/>
              </a:solidFill>
              <a:latin typeface="Arial"/>
              <a:ea typeface="Arial"/>
              <a:cs typeface="Arial"/>
              <a:sym typeface="Arial"/>
            </a:endParaRPr>
          </a:p>
        </p:txBody>
      </p:sp>
      <p:sp>
        <p:nvSpPr>
          <p:cNvPr id="400" name="Google Shape;400;p101"/>
          <p:cNvSpPr/>
          <p:nvPr/>
        </p:nvSpPr>
        <p:spPr>
          <a:xfrm>
            <a:off x="227539" y="3764633"/>
            <a:ext cx="1255881" cy="27007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chemeClr val="lt1"/>
              </a:buClr>
              <a:buSzPts val="1050"/>
              <a:buFont typeface="Arial"/>
              <a:buNone/>
            </a:pPr>
            <a:r>
              <a:rPr b="1" lang="en-US" sz="1050">
                <a:solidFill>
                  <a:schemeClr val="lt1"/>
                </a:solidFill>
                <a:latin typeface="Arial"/>
                <a:ea typeface="Arial"/>
                <a:cs typeface="Arial"/>
                <a:sym typeface="Arial"/>
              </a:rPr>
              <a:t>First Last</a:t>
            </a:r>
            <a:br>
              <a:rPr lang="en-US" sz="1050">
                <a:solidFill>
                  <a:schemeClr val="lt1"/>
                </a:solidFill>
                <a:latin typeface="Arial"/>
                <a:ea typeface="Arial"/>
                <a:cs typeface="Arial"/>
                <a:sym typeface="Arial"/>
              </a:rPr>
            </a:br>
            <a:r>
              <a:rPr lang="en-US" sz="900">
                <a:solidFill>
                  <a:schemeClr val="lt1"/>
                </a:solidFill>
                <a:latin typeface="Arial"/>
                <a:ea typeface="Arial"/>
                <a:cs typeface="Arial"/>
                <a:sym typeface="Arial"/>
              </a:rPr>
              <a:t>Title</a:t>
            </a:r>
            <a:endParaRPr sz="900">
              <a:solidFill>
                <a:schemeClr val="lt1"/>
              </a:solidFill>
              <a:latin typeface="Arial"/>
              <a:ea typeface="Arial"/>
              <a:cs typeface="Arial"/>
              <a:sym typeface="Arial"/>
            </a:endParaRPr>
          </a:p>
        </p:txBody>
      </p:sp>
      <p:sp>
        <p:nvSpPr>
          <p:cNvPr id="401" name="Google Shape;401;p101"/>
          <p:cNvSpPr/>
          <p:nvPr/>
        </p:nvSpPr>
        <p:spPr>
          <a:xfrm>
            <a:off x="1930054" y="3764633"/>
            <a:ext cx="1255881" cy="27007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chemeClr val="lt1"/>
              </a:buClr>
              <a:buSzPts val="1050"/>
              <a:buFont typeface="Arial"/>
              <a:buNone/>
            </a:pPr>
            <a:r>
              <a:rPr b="1" lang="en-US" sz="1050">
                <a:solidFill>
                  <a:schemeClr val="lt1"/>
                </a:solidFill>
                <a:latin typeface="Arial"/>
                <a:ea typeface="Arial"/>
                <a:cs typeface="Arial"/>
                <a:sym typeface="Arial"/>
              </a:rPr>
              <a:t>First Last</a:t>
            </a:r>
            <a:br>
              <a:rPr lang="en-US" sz="1050">
                <a:solidFill>
                  <a:schemeClr val="lt1"/>
                </a:solidFill>
                <a:latin typeface="Arial"/>
                <a:ea typeface="Arial"/>
                <a:cs typeface="Arial"/>
                <a:sym typeface="Arial"/>
              </a:rPr>
            </a:br>
            <a:r>
              <a:rPr lang="en-US" sz="900">
                <a:solidFill>
                  <a:schemeClr val="lt1"/>
                </a:solidFill>
                <a:latin typeface="Arial"/>
                <a:ea typeface="Arial"/>
                <a:cs typeface="Arial"/>
                <a:sym typeface="Arial"/>
              </a:rPr>
              <a:t>Title</a:t>
            </a:r>
            <a:endParaRPr sz="900">
              <a:solidFill>
                <a:schemeClr val="lt1"/>
              </a:solidFill>
              <a:latin typeface="Arial"/>
              <a:ea typeface="Arial"/>
              <a:cs typeface="Arial"/>
              <a:sym typeface="Arial"/>
            </a:endParaRPr>
          </a:p>
        </p:txBody>
      </p:sp>
      <p:sp>
        <p:nvSpPr>
          <p:cNvPr id="402" name="Google Shape;402;p101"/>
          <p:cNvSpPr/>
          <p:nvPr/>
        </p:nvSpPr>
        <p:spPr>
          <a:xfrm>
            <a:off x="3632569" y="3764633"/>
            <a:ext cx="1255881" cy="27007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chemeClr val="lt1"/>
              </a:buClr>
              <a:buSzPts val="1050"/>
              <a:buFont typeface="Arial"/>
              <a:buNone/>
            </a:pPr>
            <a:r>
              <a:rPr b="1" lang="en-US" sz="1050">
                <a:solidFill>
                  <a:schemeClr val="lt1"/>
                </a:solidFill>
                <a:latin typeface="Arial"/>
                <a:ea typeface="Arial"/>
                <a:cs typeface="Arial"/>
                <a:sym typeface="Arial"/>
              </a:rPr>
              <a:t>First Last</a:t>
            </a:r>
            <a:br>
              <a:rPr lang="en-US" sz="1050">
                <a:solidFill>
                  <a:schemeClr val="lt1"/>
                </a:solidFill>
                <a:latin typeface="Arial"/>
                <a:ea typeface="Arial"/>
                <a:cs typeface="Arial"/>
                <a:sym typeface="Arial"/>
              </a:rPr>
            </a:br>
            <a:r>
              <a:rPr lang="en-US" sz="900">
                <a:solidFill>
                  <a:schemeClr val="lt1"/>
                </a:solidFill>
                <a:latin typeface="Arial"/>
                <a:ea typeface="Arial"/>
                <a:cs typeface="Arial"/>
                <a:sym typeface="Arial"/>
              </a:rPr>
              <a:t>Title</a:t>
            </a:r>
            <a:endParaRPr sz="900">
              <a:solidFill>
                <a:schemeClr val="lt1"/>
              </a:solidFill>
              <a:latin typeface="Arial"/>
              <a:ea typeface="Arial"/>
              <a:cs typeface="Arial"/>
              <a:sym typeface="Arial"/>
            </a:endParaRPr>
          </a:p>
        </p:txBody>
      </p:sp>
      <p:sp>
        <p:nvSpPr>
          <p:cNvPr id="403" name="Google Shape;403;p101"/>
          <p:cNvSpPr/>
          <p:nvPr/>
        </p:nvSpPr>
        <p:spPr>
          <a:xfrm>
            <a:off x="5319370" y="3764633"/>
            <a:ext cx="1255881" cy="27007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chemeClr val="lt1"/>
              </a:buClr>
              <a:buSzPts val="1050"/>
              <a:buFont typeface="Arial"/>
              <a:buNone/>
            </a:pPr>
            <a:r>
              <a:rPr b="1" lang="en-US" sz="1050">
                <a:solidFill>
                  <a:schemeClr val="lt1"/>
                </a:solidFill>
                <a:latin typeface="Arial"/>
                <a:ea typeface="Arial"/>
                <a:cs typeface="Arial"/>
                <a:sym typeface="Arial"/>
              </a:rPr>
              <a:t>First Last</a:t>
            </a:r>
            <a:br>
              <a:rPr lang="en-US" sz="1050">
                <a:solidFill>
                  <a:schemeClr val="lt1"/>
                </a:solidFill>
                <a:latin typeface="Arial"/>
                <a:ea typeface="Arial"/>
                <a:cs typeface="Arial"/>
                <a:sym typeface="Arial"/>
              </a:rPr>
            </a:br>
            <a:r>
              <a:rPr lang="en-US" sz="900">
                <a:solidFill>
                  <a:schemeClr val="lt1"/>
                </a:solidFill>
                <a:latin typeface="Arial"/>
                <a:ea typeface="Arial"/>
                <a:cs typeface="Arial"/>
                <a:sym typeface="Arial"/>
              </a:rPr>
              <a:t>Title</a:t>
            </a:r>
            <a:endParaRPr sz="900">
              <a:solidFill>
                <a:schemeClr val="lt1"/>
              </a:solidFill>
              <a:latin typeface="Arial"/>
              <a:ea typeface="Arial"/>
              <a:cs typeface="Arial"/>
              <a:sym typeface="Arial"/>
            </a:endParaRPr>
          </a:p>
        </p:txBody>
      </p:sp>
      <p:sp>
        <p:nvSpPr>
          <p:cNvPr id="404" name="Google Shape;404;p101"/>
          <p:cNvSpPr/>
          <p:nvPr/>
        </p:nvSpPr>
        <p:spPr>
          <a:xfrm>
            <a:off x="7006171" y="3764633"/>
            <a:ext cx="1255881" cy="27007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ctr">
              <a:lnSpc>
                <a:spcPct val="90000"/>
              </a:lnSpc>
              <a:spcBef>
                <a:spcPts val="0"/>
              </a:spcBef>
              <a:spcAft>
                <a:spcPts val="0"/>
              </a:spcAft>
              <a:buClr>
                <a:schemeClr val="lt1"/>
              </a:buClr>
              <a:buSzPts val="1050"/>
              <a:buFont typeface="Arial"/>
              <a:buNone/>
            </a:pPr>
            <a:r>
              <a:rPr b="1" lang="en-US" sz="1050">
                <a:solidFill>
                  <a:schemeClr val="lt1"/>
                </a:solidFill>
                <a:latin typeface="Arial"/>
                <a:ea typeface="Arial"/>
                <a:cs typeface="Arial"/>
                <a:sym typeface="Arial"/>
              </a:rPr>
              <a:t>First Last</a:t>
            </a:r>
            <a:br>
              <a:rPr lang="en-US" sz="1050">
                <a:solidFill>
                  <a:schemeClr val="lt1"/>
                </a:solidFill>
                <a:latin typeface="Arial"/>
                <a:ea typeface="Arial"/>
                <a:cs typeface="Arial"/>
                <a:sym typeface="Arial"/>
              </a:rPr>
            </a:br>
            <a:r>
              <a:rPr lang="en-US" sz="900">
                <a:solidFill>
                  <a:schemeClr val="lt1"/>
                </a:solidFill>
                <a:latin typeface="Arial"/>
                <a:ea typeface="Arial"/>
                <a:cs typeface="Arial"/>
                <a:sym typeface="Arial"/>
              </a:rPr>
              <a:t>Title</a:t>
            </a:r>
            <a:endParaRPr sz="900">
              <a:solidFill>
                <a:schemeClr val="lt1"/>
              </a:solidFill>
              <a:latin typeface="Arial"/>
              <a:ea typeface="Arial"/>
              <a:cs typeface="Arial"/>
              <a:sym typeface="Arial"/>
            </a:endParaRPr>
          </a:p>
        </p:txBody>
      </p:sp>
      <p:cxnSp>
        <p:nvCxnSpPr>
          <p:cNvPr id="405" name="Google Shape;405;p101"/>
          <p:cNvCxnSpPr/>
          <p:nvPr/>
        </p:nvCxnSpPr>
        <p:spPr>
          <a:xfrm>
            <a:off x="5951241" y="4102323"/>
            <a:ext cx="0" cy="1743307"/>
          </a:xfrm>
          <a:prstGeom prst="straightConnector1">
            <a:avLst/>
          </a:prstGeom>
          <a:noFill/>
          <a:ln cap="flat" cmpd="sng" w="9525">
            <a:solidFill>
              <a:schemeClr val="lt1"/>
            </a:solidFill>
            <a:prstDash val="solid"/>
            <a:round/>
            <a:headEnd len="sm" w="sm" type="none"/>
            <a:tailEnd len="sm" w="sm" type="none"/>
          </a:ln>
        </p:spPr>
      </p:cxnSp>
      <p:sp>
        <p:nvSpPr>
          <p:cNvPr id="406" name="Google Shape;406;p101"/>
          <p:cNvSpPr/>
          <p:nvPr/>
        </p:nvSpPr>
        <p:spPr>
          <a:xfrm>
            <a:off x="6197545" y="4365199"/>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cxnSp>
        <p:nvCxnSpPr>
          <p:cNvPr id="407" name="Google Shape;407;p101"/>
          <p:cNvCxnSpPr/>
          <p:nvPr/>
        </p:nvCxnSpPr>
        <p:spPr>
          <a:xfrm>
            <a:off x="5951242" y="4398782"/>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08" name="Google Shape;408;p101"/>
          <p:cNvCxnSpPr/>
          <p:nvPr/>
        </p:nvCxnSpPr>
        <p:spPr>
          <a:xfrm>
            <a:off x="5951242" y="4896330"/>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09" name="Google Shape;409;p101"/>
          <p:cNvCxnSpPr/>
          <p:nvPr/>
        </p:nvCxnSpPr>
        <p:spPr>
          <a:xfrm>
            <a:off x="5951242" y="5393878"/>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10" name="Google Shape;410;p101"/>
          <p:cNvCxnSpPr/>
          <p:nvPr/>
        </p:nvCxnSpPr>
        <p:spPr>
          <a:xfrm>
            <a:off x="5951242" y="5837085"/>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11" name="Google Shape;411;p101"/>
          <p:cNvCxnSpPr/>
          <p:nvPr/>
        </p:nvCxnSpPr>
        <p:spPr>
          <a:xfrm>
            <a:off x="7629400" y="4102323"/>
            <a:ext cx="0" cy="1743307"/>
          </a:xfrm>
          <a:prstGeom prst="straightConnector1">
            <a:avLst/>
          </a:prstGeom>
          <a:noFill/>
          <a:ln cap="flat" cmpd="sng" w="9525">
            <a:solidFill>
              <a:schemeClr val="lt1"/>
            </a:solidFill>
            <a:prstDash val="solid"/>
            <a:round/>
            <a:headEnd len="sm" w="sm" type="none"/>
            <a:tailEnd len="sm" w="sm" type="none"/>
          </a:ln>
        </p:spPr>
      </p:cxnSp>
      <p:cxnSp>
        <p:nvCxnSpPr>
          <p:cNvPr id="412" name="Google Shape;412;p101"/>
          <p:cNvCxnSpPr/>
          <p:nvPr/>
        </p:nvCxnSpPr>
        <p:spPr>
          <a:xfrm>
            <a:off x="7629400" y="4398782"/>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13" name="Google Shape;413;p101"/>
          <p:cNvCxnSpPr/>
          <p:nvPr/>
        </p:nvCxnSpPr>
        <p:spPr>
          <a:xfrm>
            <a:off x="7629400" y="4896330"/>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14" name="Google Shape;414;p101"/>
          <p:cNvCxnSpPr/>
          <p:nvPr/>
        </p:nvCxnSpPr>
        <p:spPr>
          <a:xfrm>
            <a:off x="7629400" y="5393878"/>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15" name="Google Shape;415;p101"/>
          <p:cNvCxnSpPr/>
          <p:nvPr/>
        </p:nvCxnSpPr>
        <p:spPr>
          <a:xfrm>
            <a:off x="7629400" y="5837085"/>
            <a:ext cx="189835" cy="0"/>
          </a:xfrm>
          <a:prstGeom prst="straightConnector1">
            <a:avLst/>
          </a:prstGeom>
          <a:noFill/>
          <a:ln cap="flat" cmpd="sng" w="9525">
            <a:solidFill>
              <a:schemeClr val="lt1"/>
            </a:solidFill>
            <a:prstDash val="solid"/>
            <a:miter lim="800000"/>
            <a:headEnd len="sm" w="sm" type="none"/>
            <a:tailEnd len="sm" w="sm" type="none"/>
          </a:ln>
        </p:spPr>
      </p:cxnSp>
      <p:sp>
        <p:nvSpPr>
          <p:cNvPr id="416" name="Google Shape;416;p101"/>
          <p:cNvSpPr/>
          <p:nvPr/>
        </p:nvSpPr>
        <p:spPr>
          <a:xfrm>
            <a:off x="6197545" y="4862747"/>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17" name="Google Shape;417;p101"/>
          <p:cNvSpPr/>
          <p:nvPr/>
        </p:nvSpPr>
        <p:spPr>
          <a:xfrm>
            <a:off x="6197545" y="5360295"/>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18" name="Google Shape;418;p101"/>
          <p:cNvSpPr/>
          <p:nvPr/>
        </p:nvSpPr>
        <p:spPr>
          <a:xfrm>
            <a:off x="6197545" y="5795520"/>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19" name="Google Shape;419;p101"/>
          <p:cNvSpPr/>
          <p:nvPr/>
        </p:nvSpPr>
        <p:spPr>
          <a:xfrm>
            <a:off x="7875703" y="4365199"/>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20" name="Google Shape;420;p101"/>
          <p:cNvSpPr/>
          <p:nvPr/>
        </p:nvSpPr>
        <p:spPr>
          <a:xfrm>
            <a:off x="7875703" y="4862747"/>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21" name="Google Shape;421;p101"/>
          <p:cNvSpPr/>
          <p:nvPr/>
        </p:nvSpPr>
        <p:spPr>
          <a:xfrm>
            <a:off x="7875703" y="5360295"/>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22" name="Google Shape;422;p101"/>
          <p:cNvSpPr/>
          <p:nvPr/>
        </p:nvSpPr>
        <p:spPr>
          <a:xfrm>
            <a:off x="7875703" y="5795520"/>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cxnSp>
        <p:nvCxnSpPr>
          <p:cNvPr id="423" name="Google Shape;423;p101"/>
          <p:cNvCxnSpPr/>
          <p:nvPr/>
        </p:nvCxnSpPr>
        <p:spPr>
          <a:xfrm>
            <a:off x="4256575" y="4102323"/>
            <a:ext cx="0" cy="1743307"/>
          </a:xfrm>
          <a:prstGeom prst="straightConnector1">
            <a:avLst/>
          </a:prstGeom>
          <a:noFill/>
          <a:ln cap="flat" cmpd="sng" w="9525">
            <a:solidFill>
              <a:schemeClr val="lt1"/>
            </a:solidFill>
            <a:prstDash val="solid"/>
            <a:round/>
            <a:headEnd len="sm" w="sm" type="none"/>
            <a:tailEnd len="sm" w="sm" type="none"/>
          </a:ln>
        </p:spPr>
      </p:cxnSp>
      <p:sp>
        <p:nvSpPr>
          <p:cNvPr id="424" name="Google Shape;424;p101"/>
          <p:cNvSpPr/>
          <p:nvPr/>
        </p:nvSpPr>
        <p:spPr>
          <a:xfrm>
            <a:off x="4502879" y="4365199"/>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cxnSp>
        <p:nvCxnSpPr>
          <p:cNvPr id="425" name="Google Shape;425;p101"/>
          <p:cNvCxnSpPr/>
          <p:nvPr/>
        </p:nvCxnSpPr>
        <p:spPr>
          <a:xfrm>
            <a:off x="4256576" y="4398782"/>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26" name="Google Shape;426;p101"/>
          <p:cNvCxnSpPr/>
          <p:nvPr/>
        </p:nvCxnSpPr>
        <p:spPr>
          <a:xfrm>
            <a:off x="4256576" y="4896330"/>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27" name="Google Shape;427;p101"/>
          <p:cNvCxnSpPr/>
          <p:nvPr/>
        </p:nvCxnSpPr>
        <p:spPr>
          <a:xfrm>
            <a:off x="4256576" y="5393878"/>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28" name="Google Shape;428;p101"/>
          <p:cNvCxnSpPr/>
          <p:nvPr/>
        </p:nvCxnSpPr>
        <p:spPr>
          <a:xfrm>
            <a:off x="4256576" y="5837085"/>
            <a:ext cx="189835" cy="0"/>
          </a:xfrm>
          <a:prstGeom prst="straightConnector1">
            <a:avLst/>
          </a:prstGeom>
          <a:noFill/>
          <a:ln cap="flat" cmpd="sng" w="9525">
            <a:solidFill>
              <a:schemeClr val="lt1"/>
            </a:solidFill>
            <a:prstDash val="solid"/>
            <a:miter lim="800000"/>
            <a:headEnd len="sm" w="sm" type="none"/>
            <a:tailEnd len="sm" w="sm" type="none"/>
          </a:ln>
        </p:spPr>
      </p:cxnSp>
      <p:sp>
        <p:nvSpPr>
          <p:cNvPr id="429" name="Google Shape;429;p101"/>
          <p:cNvSpPr/>
          <p:nvPr/>
        </p:nvSpPr>
        <p:spPr>
          <a:xfrm>
            <a:off x="4502879" y="4862747"/>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30" name="Google Shape;430;p101"/>
          <p:cNvSpPr/>
          <p:nvPr/>
        </p:nvSpPr>
        <p:spPr>
          <a:xfrm>
            <a:off x="4502879" y="5360295"/>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31" name="Google Shape;431;p101"/>
          <p:cNvSpPr/>
          <p:nvPr/>
        </p:nvSpPr>
        <p:spPr>
          <a:xfrm>
            <a:off x="4502879" y="5795520"/>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cxnSp>
        <p:nvCxnSpPr>
          <p:cNvPr id="432" name="Google Shape;432;p101"/>
          <p:cNvCxnSpPr/>
          <p:nvPr/>
        </p:nvCxnSpPr>
        <p:spPr>
          <a:xfrm>
            <a:off x="2559348" y="4102323"/>
            <a:ext cx="0" cy="1743307"/>
          </a:xfrm>
          <a:prstGeom prst="straightConnector1">
            <a:avLst/>
          </a:prstGeom>
          <a:noFill/>
          <a:ln cap="flat" cmpd="sng" w="9525">
            <a:solidFill>
              <a:schemeClr val="lt1"/>
            </a:solidFill>
            <a:prstDash val="solid"/>
            <a:round/>
            <a:headEnd len="sm" w="sm" type="none"/>
            <a:tailEnd len="sm" w="sm" type="none"/>
          </a:ln>
        </p:spPr>
      </p:cxnSp>
      <p:sp>
        <p:nvSpPr>
          <p:cNvPr id="433" name="Google Shape;433;p101"/>
          <p:cNvSpPr/>
          <p:nvPr/>
        </p:nvSpPr>
        <p:spPr>
          <a:xfrm>
            <a:off x="2805652" y="4365199"/>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cxnSp>
        <p:nvCxnSpPr>
          <p:cNvPr id="434" name="Google Shape;434;p101"/>
          <p:cNvCxnSpPr/>
          <p:nvPr/>
        </p:nvCxnSpPr>
        <p:spPr>
          <a:xfrm>
            <a:off x="2559348" y="4398782"/>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35" name="Google Shape;435;p101"/>
          <p:cNvCxnSpPr/>
          <p:nvPr/>
        </p:nvCxnSpPr>
        <p:spPr>
          <a:xfrm>
            <a:off x="2559348" y="4896330"/>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36" name="Google Shape;436;p101"/>
          <p:cNvCxnSpPr/>
          <p:nvPr/>
        </p:nvCxnSpPr>
        <p:spPr>
          <a:xfrm>
            <a:off x="2559348" y="5393878"/>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37" name="Google Shape;437;p101"/>
          <p:cNvCxnSpPr/>
          <p:nvPr/>
        </p:nvCxnSpPr>
        <p:spPr>
          <a:xfrm>
            <a:off x="2559348" y="5837085"/>
            <a:ext cx="189835" cy="0"/>
          </a:xfrm>
          <a:prstGeom prst="straightConnector1">
            <a:avLst/>
          </a:prstGeom>
          <a:noFill/>
          <a:ln cap="flat" cmpd="sng" w="9525">
            <a:solidFill>
              <a:schemeClr val="lt1"/>
            </a:solidFill>
            <a:prstDash val="solid"/>
            <a:miter lim="800000"/>
            <a:headEnd len="sm" w="sm" type="none"/>
            <a:tailEnd len="sm" w="sm" type="none"/>
          </a:ln>
        </p:spPr>
      </p:cxnSp>
      <p:sp>
        <p:nvSpPr>
          <p:cNvPr id="438" name="Google Shape;438;p101"/>
          <p:cNvSpPr/>
          <p:nvPr/>
        </p:nvSpPr>
        <p:spPr>
          <a:xfrm>
            <a:off x="2805652" y="4862747"/>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39" name="Google Shape;439;p101"/>
          <p:cNvSpPr/>
          <p:nvPr/>
        </p:nvSpPr>
        <p:spPr>
          <a:xfrm>
            <a:off x="2805652" y="5360295"/>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40" name="Google Shape;440;p101"/>
          <p:cNvSpPr/>
          <p:nvPr/>
        </p:nvSpPr>
        <p:spPr>
          <a:xfrm>
            <a:off x="2805652" y="5795520"/>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cxnSp>
        <p:nvCxnSpPr>
          <p:cNvPr id="441" name="Google Shape;441;p101"/>
          <p:cNvCxnSpPr/>
          <p:nvPr/>
        </p:nvCxnSpPr>
        <p:spPr>
          <a:xfrm>
            <a:off x="862121" y="4102323"/>
            <a:ext cx="0" cy="1743307"/>
          </a:xfrm>
          <a:prstGeom prst="straightConnector1">
            <a:avLst/>
          </a:prstGeom>
          <a:noFill/>
          <a:ln cap="flat" cmpd="sng" w="9525">
            <a:solidFill>
              <a:schemeClr val="lt1"/>
            </a:solidFill>
            <a:prstDash val="solid"/>
            <a:round/>
            <a:headEnd len="sm" w="sm" type="none"/>
            <a:tailEnd len="sm" w="sm" type="none"/>
          </a:ln>
        </p:spPr>
      </p:cxnSp>
      <p:sp>
        <p:nvSpPr>
          <p:cNvPr id="442" name="Google Shape;442;p101"/>
          <p:cNvSpPr/>
          <p:nvPr/>
        </p:nvSpPr>
        <p:spPr>
          <a:xfrm>
            <a:off x="1108425" y="4365199"/>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cxnSp>
        <p:nvCxnSpPr>
          <p:cNvPr id="443" name="Google Shape;443;p101"/>
          <p:cNvCxnSpPr/>
          <p:nvPr/>
        </p:nvCxnSpPr>
        <p:spPr>
          <a:xfrm>
            <a:off x="862121" y="4398782"/>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44" name="Google Shape;444;p101"/>
          <p:cNvCxnSpPr/>
          <p:nvPr/>
        </p:nvCxnSpPr>
        <p:spPr>
          <a:xfrm>
            <a:off x="862121" y="4896330"/>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45" name="Google Shape;445;p101"/>
          <p:cNvCxnSpPr/>
          <p:nvPr/>
        </p:nvCxnSpPr>
        <p:spPr>
          <a:xfrm>
            <a:off x="862121" y="5393878"/>
            <a:ext cx="189835" cy="0"/>
          </a:xfrm>
          <a:prstGeom prst="straightConnector1">
            <a:avLst/>
          </a:prstGeom>
          <a:noFill/>
          <a:ln cap="flat" cmpd="sng" w="9525">
            <a:solidFill>
              <a:schemeClr val="lt1"/>
            </a:solidFill>
            <a:prstDash val="solid"/>
            <a:miter lim="800000"/>
            <a:headEnd len="sm" w="sm" type="none"/>
            <a:tailEnd len="sm" w="sm" type="none"/>
          </a:ln>
        </p:spPr>
      </p:cxnSp>
      <p:cxnSp>
        <p:nvCxnSpPr>
          <p:cNvPr id="446" name="Google Shape;446;p101"/>
          <p:cNvCxnSpPr/>
          <p:nvPr/>
        </p:nvCxnSpPr>
        <p:spPr>
          <a:xfrm>
            <a:off x="862121" y="5837085"/>
            <a:ext cx="189835" cy="0"/>
          </a:xfrm>
          <a:prstGeom prst="straightConnector1">
            <a:avLst/>
          </a:prstGeom>
          <a:noFill/>
          <a:ln cap="flat" cmpd="sng" w="9525">
            <a:solidFill>
              <a:schemeClr val="lt1"/>
            </a:solidFill>
            <a:prstDash val="solid"/>
            <a:miter lim="800000"/>
            <a:headEnd len="sm" w="sm" type="none"/>
            <a:tailEnd len="sm" w="sm" type="none"/>
          </a:ln>
        </p:spPr>
      </p:cxnSp>
      <p:sp>
        <p:nvSpPr>
          <p:cNvPr id="447" name="Google Shape;447;p101"/>
          <p:cNvSpPr/>
          <p:nvPr/>
        </p:nvSpPr>
        <p:spPr>
          <a:xfrm>
            <a:off x="1108425" y="4862747"/>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48" name="Google Shape;448;p101"/>
          <p:cNvSpPr/>
          <p:nvPr/>
        </p:nvSpPr>
        <p:spPr>
          <a:xfrm>
            <a:off x="1108425" y="5360295"/>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49" name="Google Shape;449;p101"/>
          <p:cNvSpPr/>
          <p:nvPr/>
        </p:nvSpPr>
        <p:spPr>
          <a:xfrm>
            <a:off x="1108425" y="5795520"/>
            <a:ext cx="596973" cy="228524"/>
          </a:xfrm>
          <a:custGeom>
            <a:rect b="b" l="l" r="r" t="t"/>
            <a:pathLst>
              <a:path extrusionOk="0" h="755287" w="1510574">
                <a:moveTo>
                  <a:pt x="0" y="0"/>
                </a:moveTo>
                <a:lnTo>
                  <a:pt x="1510574" y="0"/>
                </a:lnTo>
                <a:lnTo>
                  <a:pt x="1510574" y="755287"/>
                </a:lnTo>
                <a:lnTo>
                  <a:pt x="0" y="755287"/>
                </a:lnTo>
                <a:lnTo>
                  <a:pt x="0" y="0"/>
                </a:lnTo>
                <a:close/>
              </a:path>
            </a:pathLst>
          </a:cu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lt1"/>
              </a:buClr>
              <a:buSzPts val="900"/>
              <a:buFont typeface="Arial"/>
              <a:buNone/>
            </a:pPr>
            <a:r>
              <a:rPr b="1" lang="en-US" sz="900">
                <a:solidFill>
                  <a:schemeClr val="lt1"/>
                </a:solidFill>
                <a:latin typeface="Arial"/>
                <a:ea typeface="Arial"/>
                <a:cs typeface="Arial"/>
                <a:sym typeface="Arial"/>
              </a:rPr>
              <a:t>First Last</a:t>
            </a:r>
            <a:br>
              <a:rPr lang="en-US" sz="900">
                <a:solidFill>
                  <a:schemeClr val="lt1"/>
                </a:solidFill>
                <a:latin typeface="Arial"/>
                <a:ea typeface="Arial"/>
                <a:cs typeface="Arial"/>
                <a:sym typeface="Arial"/>
              </a:rPr>
            </a:br>
            <a:r>
              <a:rPr lang="en-US" sz="750">
                <a:solidFill>
                  <a:schemeClr val="lt1"/>
                </a:solidFill>
                <a:latin typeface="Arial"/>
                <a:ea typeface="Arial"/>
                <a:cs typeface="Arial"/>
                <a:sym typeface="Arial"/>
              </a:rPr>
              <a:t>Title</a:t>
            </a:r>
            <a:endParaRPr sz="750">
              <a:solidFill>
                <a:schemeClr val="lt1"/>
              </a:solidFill>
              <a:latin typeface="Arial"/>
              <a:ea typeface="Arial"/>
              <a:cs typeface="Arial"/>
              <a:sym typeface="Arial"/>
            </a:endParaRPr>
          </a:p>
        </p:txBody>
      </p:sp>
      <p:sp>
        <p:nvSpPr>
          <p:cNvPr id="450" name="Google Shape;450;p101"/>
          <p:cNvSpPr/>
          <p:nvPr>
            <p:ph idx="2" type="pic"/>
          </p:nvPr>
        </p:nvSpPr>
        <p:spPr>
          <a:xfrm>
            <a:off x="3974152" y="1179514"/>
            <a:ext cx="572839" cy="763587"/>
          </a:xfrm>
          <a:prstGeom prst="ellipse">
            <a:avLst/>
          </a:prstGeom>
          <a:solidFill>
            <a:srgbClr val="FCE0DB"/>
          </a:solidFill>
          <a:ln cap="flat" cmpd="sng" w="19050">
            <a:solidFill>
              <a:schemeClr val="dk2"/>
            </a:solidFill>
            <a:prstDash val="solid"/>
            <a:round/>
            <a:headEnd len="sm" w="sm" type="none"/>
            <a:tailEnd len="sm" w="sm" type="none"/>
          </a:ln>
        </p:spPr>
      </p:sp>
      <p:sp>
        <p:nvSpPr>
          <p:cNvPr id="451" name="Google Shape;451;p101"/>
          <p:cNvSpPr/>
          <p:nvPr>
            <p:ph idx="3" type="pic"/>
          </p:nvPr>
        </p:nvSpPr>
        <p:spPr>
          <a:xfrm>
            <a:off x="575701" y="2934769"/>
            <a:ext cx="572839" cy="763587"/>
          </a:xfrm>
          <a:prstGeom prst="ellipse">
            <a:avLst/>
          </a:prstGeom>
          <a:solidFill>
            <a:schemeClr val="accent3"/>
          </a:solidFill>
          <a:ln cap="flat" cmpd="sng" w="19050">
            <a:solidFill>
              <a:srgbClr val="7A126B"/>
            </a:solidFill>
            <a:prstDash val="solid"/>
            <a:round/>
            <a:headEnd len="sm" w="sm" type="none"/>
            <a:tailEnd len="sm" w="sm" type="none"/>
          </a:ln>
        </p:spPr>
      </p:sp>
      <p:sp>
        <p:nvSpPr>
          <p:cNvPr id="452" name="Google Shape;452;p101"/>
          <p:cNvSpPr/>
          <p:nvPr>
            <p:ph idx="4" type="pic"/>
          </p:nvPr>
        </p:nvSpPr>
        <p:spPr>
          <a:xfrm>
            <a:off x="5660827" y="2934769"/>
            <a:ext cx="572839" cy="763587"/>
          </a:xfrm>
          <a:prstGeom prst="ellipse">
            <a:avLst/>
          </a:prstGeom>
          <a:solidFill>
            <a:schemeClr val="accent5"/>
          </a:solidFill>
          <a:ln cap="flat" cmpd="sng" w="19050">
            <a:solidFill>
              <a:srgbClr val="294E95"/>
            </a:solidFill>
            <a:prstDash val="solid"/>
            <a:round/>
            <a:headEnd len="sm" w="sm" type="none"/>
            <a:tailEnd len="sm" w="sm" type="none"/>
          </a:ln>
        </p:spPr>
      </p:sp>
      <p:sp>
        <p:nvSpPr>
          <p:cNvPr id="453" name="Google Shape;453;p101"/>
          <p:cNvSpPr/>
          <p:nvPr>
            <p:ph idx="5" type="pic"/>
          </p:nvPr>
        </p:nvSpPr>
        <p:spPr>
          <a:xfrm>
            <a:off x="2274926" y="2934769"/>
            <a:ext cx="572839" cy="763587"/>
          </a:xfrm>
          <a:prstGeom prst="ellipse">
            <a:avLst/>
          </a:prstGeom>
          <a:solidFill>
            <a:schemeClr val="accent3"/>
          </a:solidFill>
          <a:ln cap="flat" cmpd="sng" w="19050">
            <a:solidFill>
              <a:srgbClr val="7A126B"/>
            </a:solidFill>
            <a:prstDash val="solid"/>
            <a:round/>
            <a:headEnd len="sm" w="sm" type="none"/>
            <a:tailEnd len="sm" w="sm" type="none"/>
          </a:ln>
        </p:spPr>
      </p:sp>
      <p:sp>
        <p:nvSpPr>
          <p:cNvPr id="454" name="Google Shape;454;p101"/>
          <p:cNvSpPr/>
          <p:nvPr>
            <p:ph idx="6" type="pic"/>
          </p:nvPr>
        </p:nvSpPr>
        <p:spPr>
          <a:xfrm>
            <a:off x="7347693" y="2934769"/>
            <a:ext cx="572839" cy="763587"/>
          </a:xfrm>
          <a:prstGeom prst="ellipse">
            <a:avLst/>
          </a:prstGeom>
          <a:solidFill>
            <a:schemeClr val="accent5"/>
          </a:solidFill>
          <a:ln cap="flat" cmpd="sng" w="19050">
            <a:solidFill>
              <a:srgbClr val="294E95"/>
            </a:solidFill>
            <a:prstDash val="solid"/>
            <a:round/>
            <a:headEnd len="sm" w="sm" type="none"/>
            <a:tailEnd len="sm" w="sm" type="none"/>
          </a:ln>
        </p:spPr>
      </p:sp>
      <p:sp>
        <p:nvSpPr>
          <p:cNvPr id="455" name="Google Shape;455;p101"/>
          <p:cNvSpPr/>
          <p:nvPr>
            <p:ph idx="7" type="pic"/>
          </p:nvPr>
        </p:nvSpPr>
        <p:spPr>
          <a:xfrm>
            <a:off x="3974152" y="2934769"/>
            <a:ext cx="572839" cy="763587"/>
          </a:xfrm>
          <a:prstGeom prst="ellipse">
            <a:avLst/>
          </a:prstGeom>
          <a:solidFill>
            <a:schemeClr val="accent5"/>
          </a:solidFill>
          <a:ln cap="flat" cmpd="sng" w="19050">
            <a:solidFill>
              <a:srgbClr val="294E95"/>
            </a:solidFill>
            <a:prstDash val="solid"/>
            <a:round/>
            <a:headEnd len="sm" w="sm" type="none"/>
            <a:tailEnd len="sm" w="sm" type="none"/>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_Black" showMasterSp="0">
  <p:cSld name="Title and Content_Black">
    <p:bg>
      <p:bgPr>
        <a:solidFill>
          <a:srgbClr val="1E0013"/>
        </a:solidFill>
      </p:bgPr>
    </p:bg>
    <p:spTree>
      <p:nvGrpSpPr>
        <p:cNvPr id="456" name="Shape 456"/>
        <p:cNvGrpSpPr/>
        <p:nvPr/>
      </p:nvGrpSpPr>
      <p:grpSpPr>
        <a:xfrm>
          <a:off x="0" y="0"/>
          <a:ext cx="0" cy="0"/>
          <a:chOff x="0" y="0"/>
          <a:chExt cx="0" cy="0"/>
        </a:xfrm>
      </p:grpSpPr>
      <p:sp>
        <p:nvSpPr>
          <p:cNvPr id="457" name="Google Shape;457;p102"/>
          <p:cNvSpPr txBox="1"/>
          <p:nvPr>
            <p:ph type="title"/>
          </p:nvPr>
        </p:nvSpPr>
        <p:spPr>
          <a:xfrm>
            <a:off x="570458" y="442528"/>
            <a:ext cx="8005371"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lt1"/>
              </a:buClr>
              <a:buSzPts val="2401"/>
              <a:buFont typeface="Arial"/>
              <a:buNone/>
              <a:defRPr b="1" i="0" sz="2401"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58" name="Google Shape;458;p102"/>
          <p:cNvSpPr txBox="1"/>
          <p:nvPr>
            <p:ph idx="1" type="body"/>
          </p:nvPr>
        </p:nvSpPr>
        <p:spPr>
          <a:xfrm>
            <a:off x="570459" y="1308880"/>
            <a:ext cx="8003083" cy="4787120"/>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1pPr>
            <a:lvl2pPr indent="-314325" lvl="1" marL="9144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2pPr>
            <a:lvl3pPr indent="-314325" lvl="2" marL="13716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3pPr>
            <a:lvl4pPr indent="-314325" lvl="3" marL="18288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4pPr>
            <a:lvl5pPr indent="-314325" lvl="4" marL="22860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9" name="Google Shape;459;p102"/>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Subtitle Content">
  <p:cSld name="Title with Subtitle Content">
    <p:bg>
      <p:bgPr>
        <a:solidFill>
          <a:schemeClr val="lt1"/>
        </a:solidFill>
      </p:bgPr>
    </p:bg>
    <p:spTree>
      <p:nvGrpSpPr>
        <p:cNvPr id="460" name="Shape 460"/>
        <p:cNvGrpSpPr/>
        <p:nvPr/>
      </p:nvGrpSpPr>
      <p:grpSpPr>
        <a:xfrm>
          <a:off x="0" y="0"/>
          <a:ext cx="0" cy="0"/>
          <a:chOff x="0" y="0"/>
          <a:chExt cx="0" cy="0"/>
        </a:xfrm>
      </p:grpSpPr>
      <p:sp>
        <p:nvSpPr>
          <p:cNvPr id="461" name="Google Shape;461;p103"/>
          <p:cNvSpPr txBox="1"/>
          <p:nvPr>
            <p:ph idx="1" type="body"/>
          </p:nvPr>
        </p:nvSpPr>
        <p:spPr>
          <a:xfrm>
            <a:off x="570458" y="1749388"/>
            <a:ext cx="8005371" cy="4346612"/>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1pPr>
            <a:lvl2pPr indent="-314325" lvl="1" marL="914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2pPr>
            <a:lvl3pPr indent="-314325" lvl="2" marL="1371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62" name="Google Shape;462;p103"/>
          <p:cNvSpPr txBox="1"/>
          <p:nvPr>
            <p:ph idx="2" type="body"/>
          </p:nvPr>
        </p:nvSpPr>
        <p:spPr>
          <a:xfrm>
            <a:off x="570457" y="931563"/>
            <a:ext cx="8005371" cy="261610"/>
          </a:xfrm>
          <a:prstGeom prst="rect">
            <a:avLst/>
          </a:prstGeom>
          <a:noFill/>
          <a:ln>
            <a:noFill/>
          </a:ln>
        </p:spPr>
        <p:txBody>
          <a:bodyPr anchorCtr="0" anchor="t" bIns="0" lIns="0" spcFirstLastPara="1" rIns="0" wrap="square" tIns="0">
            <a:noAutofit/>
          </a:bodyPr>
          <a:lstStyle>
            <a:lvl1pPr indent="-228600" lvl="0" marL="457200" marR="0" rtl="0" algn="l">
              <a:lnSpc>
                <a:spcPct val="85000"/>
              </a:lnSpc>
              <a:spcBef>
                <a:spcPts val="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1pPr>
            <a:lvl2pPr indent="-228600" lvl="1" marL="914400" marR="0" rtl="0" algn="l">
              <a:spcBef>
                <a:spcPts val="405"/>
              </a:spcBef>
              <a:spcAft>
                <a:spcPts val="0"/>
              </a:spcAft>
              <a:buClr>
                <a:schemeClr val="dk1"/>
              </a:buClr>
              <a:buSzPts val="2026"/>
              <a:buFont typeface="Arial"/>
              <a:buNone/>
              <a:defRPr b="1" i="0" sz="2026"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4pPr>
            <a:lvl5pPr indent="-228600" lvl="4" marL="22860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5pPr>
            <a:lvl6pPr indent="-228600" lvl="5" marL="27432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6pPr>
            <a:lvl7pPr indent="-228600" lvl="6" marL="32004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7pPr>
            <a:lvl8pPr indent="-228600" lvl="7" marL="36576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8pPr>
            <a:lvl9pPr indent="-228600" lvl="8" marL="41148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9pPr>
          </a:lstStyle>
          <a:p/>
        </p:txBody>
      </p:sp>
      <p:sp>
        <p:nvSpPr>
          <p:cNvPr id="463" name="Google Shape;463;p103"/>
          <p:cNvSpPr txBox="1"/>
          <p:nvPr>
            <p:ph type="title"/>
          </p:nvPr>
        </p:nvSpPr>
        <p:spPr>
          <a:xfrm>
            <a:off x="570458" y="442528"/>
            <a:ext cx="8005371"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2401"/>
              <a:buFont typeface="Arial"/>
              <a:buNone/>
              <a:defRPr b="1" i="0" sz="2401"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64" name="Google Shape;464;p103"/>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th Subtitle Content_Black" showMasterSp="0">
  <p:cSld name="Title with Subtitle Content_Black">
    <p:bg>
      <p:bgPr>
        <a:solidFill>
          <a:srgbClr val="1E0013"/>
        </a:solidFill>
      </p:bgPr>
    </p:bg>
    <p:spTree>
      <p:nvGrpSpPr>
        <p:cNvPr id="465" name="Shape 465"/>
        <p:cNvGrpSpPr/>
        <p:nvPr/>
      </p:nvGrpSpPr>
      <p:grpSpPr>
        <a:xfrm>
          <a:off x="0" y="0"/>
          <a:ext cx="0" cy="0"/>
          <a:chOff x="0" y="0"/>
          <a:chExt cx="0" cy="0"/>
        </a:xfrm>
      </p:grpSpPr>
      <p:sp>
        <p:nvSpPr>
          <p:cNvPr id="466" name="Google Shape;466;p104"/>
          <p:cNvSpPr txBox="1"/>
          <p:nvPr>
            <p:ph idx="1" type="body"/>
          </p:nvPr>
        </p:nvSpPr>
        <p:spPr>
          <a:xfrm>
            <a:off x="570458" y="1749389"/>
            <a:ext cx="8005371" cy="4346612"/>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1pPr>
            <a:lvl2pPr indent="-314325" lvl="1" marL="9144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2pPr>
            <a:lvl3pPr indent="-314325" lvl="2" marL="13716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3pPr>
            <a:lvl4pPr indent="-314325" lvl="3" marL="18288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4pPr>
            <a:lvl5pPr indent="-314325" lvl="4" marL="22860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67" name="Google Shape;467;p104"/>
          <p:cNvSpPr txBox="1"/>
          <p:nvPr>
            <p:ph idx="2" type="body"/>
          </p:nvPr>
        </p:nvSpPr>
        <p:spPr>
          <a:xfrm>
            <a:off x="570457" y="931563"/>
            <a:ext cx="8005371" cy="261610"/>
          </a:xfrm>
          <a:prstGeom prst="rect">
            <a:avLst/>
          </a:prstGeom>
          <a:noFill/>
          <a:ln>
            <a:noFill/>
          </a:ln>
        </p:spPr>
        <p:txBody>
          <a:bodyPr anchorCtr="0" anchor="t" bIns="0" lIns="0" spcFirstLastPara="1" rIns="0" wrap="square" tIns="0">
            <a:noAutofit/>
          </a:bodyPr>
          <a:lstStyle>
            <a:lvl1pPr indent="-228600" lvl="0" marL="457200" marR="0" rtl="0" algn="l">
              <a:lnSpc>
                <a:spcPct val="85000"/>
              </a:lnSpc>
              <a:spcBef>
                <a:spcPts val="0"/>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1pPr>
            <a:lvl2pPr indent="-228600" lvl="1" marL="914400" marR="0" rtl="0" algn="l">
              <a:spcBef>
                <a:spcPts val="405"/>
              </a:spcBef>
              <a:spcAft>
                <a:spcPts val="0"/>
              </a:spcAft>
              <a:buClr>
                <a:schemeClr val="dk1"/>
              </a:buClr>
              <a:buSzPts val="2026"/>
              <a:buFont typeface="Arial"/>
              <a:buNone/>
              <a:defRPr b="1" i="0" sz="2026"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4pPr>
            <a:lvl5pPr indent="-228600" lvl="4" marL="22860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5pPr>
            <a:lvl6pPr indent="-228600" lvl="5" marL="27432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6pPr>
            <a:lvl7pPr indent="-228600" lvl="6" marL="32004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7pPr>
            <a:lvl8pPr indent="-228600" lvl="7" marL="36576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8pPr>
            <a:lvl9pPr indent="-228600" lvl="8" marL="4114800" marR="0" rtl="0" algn="l">
              <a:spcBef>
                <a:spcPts val="315"/>
              </a:spcBef>
              <a:spcAft>
                <a:spcPts val="0"/>
              </a:spcAft>
              <a:buClr>
                <a:schemeClr val="dk1"/>
              </a:buClr>
              <a:buSzPts val="1575"/>
              <a:buFont typeface="Arial"/>
              <a:buNone/>
              <a:defRPr b="1" i="0" sz="1575" u="none" cap="none" strike="noStrike">
                <a:solidFill>
                  <a:schemeClr val="dk1"/>
                </a:solidFill>
                <a:latin typeface="Arial"/>
                <a:ea typeface="Arial"/>
                <a:cs typeface="Arial"/>
                <a:sym typeface="Arial"/>
              </a:defRPr>
            </a:lvl9pPr>
          </a:lstStyle>
          <a:p/>
        </p:txBody>
      </p:sp>
      <p:sp>
        <p:nvSpPr>
          <p:cNvPr id="468" name="Google Shape;468;p104"/>
          <p:cNvSpPr txBox="1"/>
          <p:nvPr>
            <p:ph type="title"/>
          </p:nvPr>
        </p:nvSpPr>
        <p:spPr>
          <a:xfrm>
            <a:off x="570458" y="442528"/>
            <a:ext cx="8005371"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lt1"/>
              </a:buClr>
              <a:buSzPts val="2401"/>
              <a:buFont typeface="Arial"/>
              <a:buNone/>
              <a:defRPr b="1" i="0" sz="2401"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69" name="Google Shape;469;p104"/>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lide">
  <p:cSld name="Two Column Slide">
    <p:bg>
      <p:bgPr>
        <a:solidFill>
          <a:schemeClr val="lt1"/>
        </a:solidFill>
      </p:bgPr>
    </p:bg>
    <p:spTree>
      <p:nvGrpSpPr>
        <p:cNvPr id="470" name="Shape 470"/>
        <p:cNvGrpSpPr/>
        <p:nvPr/>
      </p:nvGrpSpPr>
      <p:grpSpPr>
        <a:xfrm>
          <a:off x="0" y="0"/>
          <a:ext cx="0" cy="0"/>
          <a:chOff x="0" y="0"/>
          <a:chExt cx="0" cy="0"/>
        </a:xfrm>
      </p:grpSpPr>
      <p:sp>
        <p:nvSpPr>
          <p:cNvPr id="471" name="Google Shape;471;p105"/>
          <p:cNvSpPr txBox="1"/>
          <p:nvPr>
            <p:ph type="title"/>
          </p:nvPr>
        </p:nvSpPr>
        <p:spPr>
          <a:xfrm>
            <a:off x="570458" y="442528"/>
            <a:ext cx="8005371"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2401"/>
              <a:buFont typeface="Arial"/>
              <a:buNone/>
              <a:defRPr b="1" i="0" sz="2401"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72" name="Google Shape;472;p105"/>
          <p:cNvSpPr txBox="1"/>
          <p:nvPr>
            <p:ph idx="1" type="body"/>
          </p:nvPr>
        </p:nvSpPr>
        <p:spPr>
          <a:xfrm>
            <a:off x="570458" y="1307593"/>
            <a:ext cx="3802743" cy="4788408"/>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1pPr>
            <a:lvl2pPr indent="-314325" lvl="1" marL="914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2pPr>
            <a:lvl3pPr indent="-314325" lvl="2" marL="1371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73" name="Google Shape;473;p105"/>
          <p:cNvSpPr txBox="1"/>
          <p:nvPr>
            <p:ph idx="2" type="body"/>
          </p:nvPr>
        </p:nvSpPr>
        <p:spPr>
          <a:xfrm>
            <a:off x="4755722" y="1307593"/>
            <a:ext cx="3800322" cy="4788408"/>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1pPr>
            <a:lvl2pPr indent="-314325" lvl="1" marL="914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2pPr>
            <a:lvl3pPr indent="-314325" lvl="2" marL="1371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74" name="Google Shape;474;p105"/>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lide_Black" showMasterSp="0">
  <p:cSld name="Two Column Slide_Black">
    <p:bg>
      <p:bgPr>
        <a:solidFill>
          <a:srgbClr val="1E0013"/>
        </a:solidFill>
      </p:bgPr>
    </p:bg>
    <p:spTree>
      <p:nvGrpSpPr>
        <p:cNvPr id="475" name="Shape 475"/>
        <p:cNvGrpSpPr/>
        <p:nvPr/>
      </p:nvGrpSpPr>
      <p:grpSpPr>
        <a:xfrm>
          <a:off x="0" y="0"/>
          <a:ext cx="0" cy="0"/>
          <a:chOff x="0" y="0"/>
          <a:chExt cx="0" cy="0"/>
        </a:xfrm>
      </p:grpSpPr>
      <p:sp>
        <p:nvSpPr>
          <p:cNvPr id="476" name="Google Shape;476;p106"/>
          <p:cNvSpPr txBox="1"/>
          <p:nvPr>
            <p:ph type="title"/>
          </p:nvPr>
        </p:nvSpPr>
        <p:spPr>
          <a:xfrm>
            <a:off x="570458" y="442528"/>
            <a:ext cx="8003085"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lt1"/>
              </a:buClr>
              <a:buSzPts val="2401"/>
              <a:buFont typeface="Arial"/>
              <a:buNone/>
              <a:defRPr b="1" i="0" sz="2401"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77" name="Google Shape;477;p106"/>
          <p:cNvSpPr txBox="1"/>
          <p:nvPr>
            <p:ph idx="1" type="body"/>
          </p:nvPr>
        </p:nvSpPr>
        <p:spPr>
          <a:xfrm>
            <a:off x="570458" y="1307594"/>
            <a:ext cx="3802743" cy="4788407"/>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1pPr>
            <a:lvl2pPr indent="-314325" lvl="1" marL="9144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2pPr>
            <a:lvl3pPr indent="-314325" lvl="2" marL="13716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3pPr>
            <a:lvl4pPr indent="-314325" lvl="3" marL="18288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4pPr>
            <a:lvl5pPr indent="-314325" lvl="4" marL="22860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78" name="Google Shape;478;p106"/>
          <p:cNvSpPr txBox="1"/>
          <p:nvPr>
            <p:ph idx="2" type="body"/>
          </p:nvPr>
        </p:nvSpPr>
        <p:spPr>
          <a:xfrm>
            <a:off x="4755722" y="1307594"/>
            <a:ext cx="3800322" cy="4788407"/>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1pPr>
            <a:lvl2pPr indent="-314325" lvl="1" marL="9144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2pPr>
            <a:lvl3pPr indent="-314325" lvl="2" marL="13716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3pPr>
            <a:lvl4pPr indent="-314325" lvl="3" marL="18288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4pPr>
            <a:lvl5pPr indent="-314325" lvl="4" marL="22860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79" name="Google Shape;479;p106"/>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Slide">
  <p:cSld name="Three Column Slide">
    <p:bg>
      <p:bgPr>
        <a:solidFill>
          <a:schemeClr val="lt1"/>
        </a:solidFill>
      </p:bgPr>
    </p:bg>
    <p:spTree>
      <p:nvGrpSpPr>
        <p:cNvPr id="480" name="Shape 480"/>
        <p:cNvGrpSpPr/>
        <p:nvPr/>
      </p:nvGrpSpPr>
      <p:grpSpPr>
        <a:xfrm>
          <a:off x="0" y="0"/>
          <a:ext cx="0" cy="0"/>
          <a:chOff x="0" y="0"/>
          <a:chExt cx="0" cy="0"/>
        </a:xfrm>
      </p:grpSpPr>
      <p:sp>
        <p:nvSpPr>
          <p:cNvPr id="481" name="Google Shape;481;p107"/>
          <p:cNvSpPr txBox="1"/>
          <p:nvPr>
            <p:ph type="title"/>
          </p:nvPr>
        </p:nvSpPr>
        <p:spPr>
          <a:xfrm>
            <a:off x="570458" y="442528"/>
            <a:ext cx="8005371"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2401"/>
              <a:buFont typeface="Arial"/>
              <a:buNone/>
              <a:defRPr b="1" i="0" sz="2401"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2" name="Google Shape;482;p107"/>
          <p:cNvSpPr txBox="1"/>
          <p:nvPr>
            <p:ph idx="1" type="body"/>
          </p:nvPr>
        </p:nvSpPr>
        <p:spPr>
          <a:xfrm>
            <a:off x="570459" y="1307594"/>
            <a:ext cx="2507356" cy="4788407"/>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1pPr>
            <a:lvl2pPr indent="-314325" lvl="1" marL="914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2pPr>
            <a:lvl3pPr indent="-314325" lvl="2" marL="1371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83" name="Google Shape;483;p107"/>
          <p:cNvSpPr txBox="1"/>
          <p:nvPr>
            <p:ph idx="2" type="body"/>
          </p:nvPr>
        </p:nvSpPr>
        <p:spPr>
          <a:xfrm>
            <a:off x="3283799" y="1307594"/>
            <a:ext cx="2508044" cy="4788407"/>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1pPr>
            <a:lvl2pPr indent="-314325" lvl="1" marL="914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2pPr>
            <a:lvl3pPr indent="-314325" lvl="2" marL="1371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84" name="Google Shape;484;p107"/>
          <p:cNvSpPr txBox="1"/>
          <p:nvPr>
            <p:ph idx="3" type="body"/>
          </p:nvPr>
        </p:nvSpPr>
        <p:spPr>
          <a:xfrm>
            <a:off x="6013427" y="1307594"/>
            <a:ext cx="2562402" cy="4788407"/>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1pPr>
            <a:lvl2pPr indent="-314325" lvl="1" marL="914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2pPr>
            <a:lvl3pPr indent="-314325" lvl="2" marL="1371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85" name="Google Shape;485;p107"/>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Slide_Black" showMasterSp="0">
  <p:cSld name="Three Column Slide_Black">
    <p:bg>
      <p:bgPr>
        <a:solidFill>
          <a:srgbClr val="1E0013"/>
        </a:solidFill>
      </p:bgPr>
    </p:bg>
    <p:spTree>
      <p:nvGrpSpPr>
        <p:cNvPr id="486" name="Shape 486"/>
        <p:cNvGrpSpPr/>
        <p:nvPr/>
      </p:nvGrpSpPr>
      <p:grpSpPr>
        <a:xfrm>
          <a:off x="0" y="0"/>
          <a:ext cx="0" cy="0"/>
          <a:chOff x="0" y="0"/>
          <a:chExt cx="0" cy="0"/>
        </a:xfrm>
      </p:grpSpPr>
      <p:sp>
        <p:nvSpPr>
          <p:cNvPr id="487" name="Google Shape;487;p108"/>
          <p:cNvSpPr txBox="1"/>
          <p:nvPr>
            <p:ph type="title"/>
          </p:nvPr>
        </p:nvSpPr>
        <p:spPr>
          <a:xfrm>
            <a:off x="570458" y="442528"/>
            <a:ext cx="8005371"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lt1"/>
              </a:buClr>
              <a:buSzPts val="2401"/>
              <a:buFont typeface="Arial"/>
              <a:buNone/>
              <a:defRPr b="1" i="0" sz="2401"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8" name="Google Shape;488;p108"/>
          <p:cNvSpPr txBox="1"/>
          <p:nvPr>
            <p:ph idx="1" type="body"/>
          </p:nvPr>
        </p:nvSpPr>
        <p:spPr>
          <a:xfrm>
            <a:off x="570459" y="1307594"/>
            <a:ext cx="2507356" cy="4788407"/>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1pPr>
            <a:lvl2pPr indent="-314325" lvl="1" marL="9144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2pPr>
            <a:lvl3pPr indent="-314325" lvl="2" marL="13716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3pPr>
            <a:lvl4pPr indent="-314325" lvl="3" marL="18288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4pPr>
            <a:lvl5pPr indent="-314325" lvl="4" marL="22860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89" name="Google Shape;489;p108"/>
          <p:cNvSpPr txBox="1"/>
          <p:nvPr>
            <p:ph idx="2" type="body"/>
          </p:nvPr>
        </p:nvSpPr>
        <p:spPr>
          <a:xfrm>
            <a:off x="3283799" y="1307594"/>
            <a:ext cx="2507356" cy="4788407"/>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1pPr>
            <a:lvl2pPr indent="-314325" lvl="1" marL="9144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2pPr>
            <a:lvl3pPr indent="-314325" lvl="2" marL="13716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3pPr>
            <a:lvl4pPr indent="-314325" lvl="3" marL="18288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4pPr>
            <a:lvl5pPr indent="-314325" lvl="4" marL="22860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90" name="Google Shape;490;p108"/>
          <p:cNvSpPr txBox="1"/>
          <p:nvPr>
            <p:ph idx="3" type="body"/>
          </p:nvPr>
        </p:nvSpPr>
        <p:spPr>
          <a:xfrm>
            <a:off x="6013427" y="1307594"/>
            <a:ext cx="2562402" cy="4788407"/>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1pPr>
            <a:lvl2pPr indent="-314325" lvl="1" marL="9144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2pPr>
            <a:lvl3pPr indent="-314325" lvl="2" marL="13716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3pPr>
            <a:lvl4pPr indent="-314325" lvl="3" marL="18288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4pPr>
            <a:lvl5pPr indent="-314325" lvl="4" marL="22860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91" name="Google Shape;491;p108"/>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mage">
  <p:cSld name="Title w/Image">
    <p:spTree>
      <p:nvGrpSpPr>
        <p:cNvPr id="492" name="Shape 492"/>
        <p:cNvGrpSpPr/>
        <p:nvPr/>
      </p:nvGrpSpPr>
      <p:grpSpPr>
        <a:xfrm>
          <a:off x="0" y="0"/>
          <a:ext cx="0" cy="0"/>
          <a:chOff x="0" y="0"/>
          <a:chExt cx="0" cy="0"/>
        </a:xfrm>
      </p:grpSpPr>
      <p:sp>
        <p:nvSpPr>
          <p:cNvPr id="493" name="Google Shape;493;p109"/>
          <p:cNvSpPr txBox="1"/>
          <p:nvPr>
            <p:ph type="title"/>
          </p:nvPr>
        </p:nvSpPr>
        <p:spPr>
          <a:xfrm>
            <a:off x="570458" y="442528"/>
            <a:ext cx="4293754"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2401"/>
              <a:buFont typeface="Arial"/>
              <a:buNone/>
              <a:defRPr b="1" i="0" sz="2401"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94" name="Google Shape;494;p109"/>
          <p:cNvSpPr txBox="1"/>
          <p:nvPr>
            <p:ph idx="1" type="body"/>
          </p:nvPr>
        </p:nvSpPr>
        <p:spPr>
          <a:xfrm>
            <a:off x="570458" y="1307593"/>
            <a:ext cx="4293754" cy="4788408"/>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1pPr>
            <a:lvl2pPr indent="-314325" lvl="1" marL="914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2pPr>
            <a:lvl3pPr indent="-314325" lvl="2" marL="1371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95" name="Google Shape;495;p109"/>
          <p:cNvSpPr/>
          <p:nvPr>
            <p:ph idx="2" type="pic"/>
          </p:nvPr>
        </p:nvSpPr>
        <p:spPr>
          <a:xfrm>
            <a:off x="5143650" y="0"/>
            <a:ext cx="4000350" cy="6858000"/>
          </a:xfrm>
          <a:prstGeom prst="rect">
            <a:avLst/>
          </a:prstGeom>
          <a:noFill/>
          <a:ln>
            <a:noFill/>
          </a:ln>
        </p:spPr>
      </p:sp>
      <p:sp>
        <p:nvSpPr>
          <p:cNvPr id="496" name="Google Shape;496;p109"/>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w/Image_Black" showMasterSp="0">
  <p:cSld name="Title w/Image_Black">
    <p:bg>
      <p:bgPr>
        <a:solidFill>
          <a:srgbClr val="1E0013"/>
        </a:solidFill>
      </p:bgPr>
    </p:bg>
    <p:spTree>
      <p:nvGrpSpPr>
        <p:cNvPr id="497" name="Shape 497"/>
        <p:cNvGrpSpPr/>
        <p:nvPr/>
      </p:nvGrpSpPr>
      <p:grpSpPr>
        <a:xfrm>
          <a:off x="0" y="0"/>
          <a:ext cx="0" cy="0"/>
          <a:chOff x="0" y="0"/>
          <a:chExt cx="0" cy="0"/>
        </a:xfrm>
      </p:grpSpPr>
      <p:sp>
        <p:nvSpPr>
          <p:cNvPr id="498" name="Google Shape;498;p110"/>
          <p:cNvSpPr txBox="1"/>
          <p:nvPr>
            <p:ph type="title"/>
          </p:nvPr>
        </p:nvSpPr>
        <p:spPr>
          <a:xfrm>
            <a:off x="570458" y="442528"/>
            <a:ext cx="4293754"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lt1"/>
              </a:buClr>
              <a:buSzPts val="2401"/>
              <a:buFont typeface="Arial"/>
              <a:buNone/>
              <a:defRPr b="1" i="0" sz="2401"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99" name="Google Shape;499;p110"/>
          <p:cNvSpPr txBox="1"/>
          <p:nvPr>
            <p:ph idx="1" type="body"/>
          </p:nvPr>
        </p:nvSpPr>
        <p:spPr>
          <a:xfrm>
            <a:off x="570458" y="1307593"/>
            <a:ext cx="4293754" cy="4919589"/>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1pPr>
            <a:lvl2pPr indent="-314325" lvl="1" marL="9144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2pPr>
            <a:lvl3pPr indent="-314325" lvl="2" marL="13716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3pPr>
            <a:lvl4pPr indent="-314325" lvl="3" marL="18288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4pPr>
            <a:lvl5pPr indent="-314325" lvl="4" marL="22860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00" name="Google Shape;500;p110"/>
          <p:cNvSpPr/>
          <p:nvPr>
            <p:ph idx="2" type="pic"/>
          </p:nvPr>
        </p:nvSpPr>
        <p:spPr>
          <a:xfrm>
            <a:off x="5143650" y="0"/>
            <a:ext cx="4000350" cy="6858000"/>
          </a:xfrm>
          <a:prstGeom prst="rect">
            <a:avLst/>
          </a:prstGeom>
          <a:noFill/>
          <a:ln>
            <a:noFill/>
          </a:ln>
        </p:spPr>
      </p:sp>
      <p:sp>
        <p:nvSpPr>
          <p:cNvPr id="501" name="Google Shape;501;p110"/>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Statement">
  <p:cSld name="Photo + Statement">
    <p:spTree>
      <p:nvGrpSpPr>
        <p:cNvPr id="502" name="Shape 502"/>
        <p:cNvGrpSpPr/>
        <p:nvPr/>
      </p:nvGrpSpPr>
      <p:grpSpPr>
        <a:xfrm>
          <a:off x="0" y="0"/>
          <a:ext cx="0" cy="0"/>
          <a:chOff x="0" y="0"/>
          <a:chExt cx="0" cy="0"/>
        </a:xfrm>
      </p:grpSpPr>
      <p:sp>
        <p:nvSpPr>
          <p:cNvPr id="503" name="Google Shape;503;p111"/>
          <p:cNvSpPr/>
          <p:nvPr/>
        </p:nvSpPr>
        <p:spPr>
          <a:xfrm>
            <a:off x="0" y="0"/>
            <a:ext cx="3047137" cy="685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50">
              <a:solidFill>
                <a:schemeClr val="lt1"/>
              </a:solidFill>
              <a:latin typeface="Arial"/>
              <a:ea typeface="Arial"/>
              <a:cs typeface="Arial"/>
              <a:sym typeface="Arial"/>
            </a:endParaRPr>
          </a:p>
        </p:txBody>
      </p:sp>
      <p:sp>
        <p:nvSpPr>
          <p:cNvPr id="504" name="Google Shape;504;p111"/>
          <p:cNvSpPr/>
          <p:nvPr>
            <p:ph idx="2" type="pic"/>
          </p:nvPr>
        </p:nvSpPr>
        <p:spPr>
          <a:xfrm>
            <a:off x="3047137" y="0"/>
            <a:ext cx="6096863" cy="6858000"/>
          </a:xfrm>
          <a:prstGeom prst="rect">
            <a:avLst/>
          </a:prstGeom>
          <a:noFill/>
          <a:ln>
            <a:noFill/>
          </a:ln>
        </p:spPr>
      </p:sp>
      <p:sp>
        <p:nvSpPr>
          <p:cNvPr id="505" name="Google Shape;505;p111"/>
          <p:cNvSpPr txBox="1"/>
          <p:nvPr>
            <p:ph idx="1" type="body"/>
          </p:nvPr>
        </p:nvSpPr>
        <p:spPr>
          <a:xfrm>
            <a:off x="411587" y="849536"/>
            <a:ext cx="2635550" cy="1926795"/>
          </a:xfrm>
          <a:prstGeom prst="rect">
            <a:avLst/>
          </a:prstGeom>
          <a:noFill/>
          <a:ln>
            <a:noFill/>
          </a:ln>
        </p:spPr>
        <p:txBody>
          <a:bodyPr anchorCtr="0" anchor="t" bIns="0" lIns="0" spcFirstLastPara="1" rIns="0" wrap="square" tIns="0">
            <a:noAutofit/>
          </a:bodyPr>
          <a:lstStyle>
            <a:lvl1pPr indent="-228600" lvl="0" marL="457200" marR="0" rtl="0" algn="l">
              <a:lnSpc>
                <a:spcPct val="91306"/>
              </a:lnSpc>
              <a:spcBef>
                <a:spcPts val="0"/>
              </a:spcBef>
              <a:spcAft>
                <a:spcPts val="0"/>
              </a:spcAft>
              <a:buClr>
                <a:schemeClr val="dk1"/>
              </a:buClr>
              <a:buSzPts val="3451"/>
              <a:buFont typeface="Arial"/>
              <a:buNone/>
              <a:defRPr b="1" i="0" sz="3450" u="none" cap="none" strike="noStrike">
                <a:solidFill>
                  <a:schemeClr val="dk1"/>
                </a:solidFill>
                <a:latin typeface="Arial"/>
                <a:ea typeface="Arial"/>
                <a:cs typeface="Arial"/>
                <a:sym typeface="Arial"/>
              </a:defRPr>
            </a:lvl1pPr>
            <a:lvl2pPr indent="-228600" lvl="1" marL="914400" marR="0" rtl="0" algn="l">
              <a:spcBef>
                <a:spcPts val="555"/>
              </a:spcBef>
              <a:spcAft>
                <a:spcPts val="0"/>
              </a:spcAft>
              <a:buClr>
                <a:schemeClr val="dk1"/>
              </a:buClr>
              <a:buSzPts val="2776"/>
              <a:buFont typeface="Arial"/>
              <a:buNone/>
              <a:defRPr b="0" i="0" sz="2776" u="none" cap="none" strike="noStrike">
                <a:solidFill>
                  <a:schemeClr val="dk1"/>
                </a:solidFill>
                <a:latin typeface="Arial"/>
                <a:ea typeface="Arial"/>
                <a:cs typeface="Arial"/>
                <a:sym typeface="Arial"/>
              </a:defRPr>
            </a:lvl2pPr>
            <a:lvl3pPr indent="-228600" lvl="2" marL="1371600" marR="0" rtl="0" algn="l">
              <a:spcBef>
                <a:spcPts val="480"/>
              </a:spcBef>
              <a:spcAft>
                <a:spcPts val="0"/>
              </a:spcAft>
              <a:buClr>
                <a:schemeClr val="dk1"/>
              </a:buClr>
              <a:buSzPts val="2401"/>
              <a:buFont typeface="Arial"/>
              <a:buNone/>
              <a:defRPr b="0" i="0" sz="2401" u="none" cap="none" strike="noStrike">
                <a:solidFill>
                  <a:schemeClr val="dk1"/>
                </a:solidFill>
                <a:latin typeface="Arial"/>
                <a:ea typeface="Arial"/>
                <a:cs typeface="Arial"/>
                <a:sym typeface="Arial"/>
              </a:defRPr>
            </a:lvl3pPr>
            <a:lvl4pPr indent="-228600" lvl="3" marL="18288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4pPr>
            <a:lvl5pPr indent="-228600" lvl="4" marL="22860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5pPr>
            <a:lvl6pPr indent="-357251" lvl="5" marL="27432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indent="-357251" lvl="6" marL="32004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indent="-357251" lvl="7" marL="36576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indent="-357251" lvl="8" marL="41148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
        <p:nvSpPr>
          <p:cNvPr id="506" name="Google Shape;506;p111"/>
          <p:cNvSpPr txBox="1"/>
          <p:nvPr>
            <p:ph idx="3" type="body"/>
          </p:nvPr>
        </p:nvSpPr>
        <p:spPr>
          <a:xfrm>
            <a:off x="411588" y="2943639"/>
            <a:ext cx="2635549" cy="164161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228600" lvl="1" marL="914400" marR="0" rtl="0" algn="l">
              <a:spcBef>
                <a:spcPts val="555"/>
              </a:spcBef>
              <a:spcAft>
                <a:spcPts val="0"/>
              </a:spcAft>
              <a:buClr>
                <a:schemeClr val="dk1"/>
              </a:buClr>
              <a:buSzPts val="2776"/>
              <a:buFont typeface="Arial"/>
              <a:buNone/>
              <a:defRPr b="0" i="0" sz="2776" u="none" cap="none" strike="noStrike">
                <a:solidFill>
                  <a:schemeClr val="dk1"/>
                </a:solidFill>
                <a:latin typeface="Arial"/>
                <a:ea typeface="Arial"/>
                <a:cs typeface="Arial"/>
                <a:sym typeface="Arial"/>
              </a:defRPr>
            </a:lvl2pPr>
            <a:lvl3pPr indent="-228600" lvl="2" marL="1371600" marR="0" rtl="0" algn="l">
              <a:spcBef>
                <a:spcPts val="480"/>
              </a:spcBef>
              <a:spcAft>
                <a:spcPts val="0"/>
              </a:spcAft>
              <a:buClr>
                <a:schemeClr val="dk1"/>
              </a:buClr>
              <a:buSzPts val="2401"/>
              <a:buFont typeface="Arial"/>
              <a:buNone/>
              <a:defRPr b="0" i="0" sz="2401" u="none" cap="none" strike="noStrike">
                <a:solidFill>
                  <a:schemeClr val="dk1"/>
                </a:solidFill>
                <a:latin typeface="Arial"/>
                <a:ea typeface="Arial"/>
                <a:cs typeface="Arial"/>
                <a:sym typeface="Arial"/>
              </a:defRPr>
            </a:lvl3pPr>
            <a:lvl4pPr indent="-228600" lvl="3" marL="18288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4pPr>
            <a:lvl5pPr indent="-228600" lvl="4" marL="22860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5pPr>
            <a:lvl6pPr indent="-357251" lvl="5" marL="27432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indent="-357251" lvl="6" marL="32004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indent="-357251" lvl="7" marL="36576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indent="-357251" lvl="8" marL="41148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
        <p:nvSpPr>
          <p:cNvPr id="507" name="Google Shape;507;p111"/>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Statement_Black" showMasterSp="0">
  <p:cSld name="Photo + Statement_Black">
    <p:bg>
      <p:bgPr>
        <a:solidFill>
          <a:srgbClr val="1E0013"/>
        </a:solidFill>
      </p:bgPr>
    </p:bg>
    <p:spTree>
      <p:nvGrpSpPr>
        <p:cNvPr id="508" name="Shape 508"/>
        <p:cNvGrpSpPr/>
        <p:nvPr/>
      </p:nvGrpSpPr>
      <p:grpSpPr>
        <a:xfrm>
          <a:off x="0" y="0"/>
          <a:ext cx="0" cy="0"/>
          <a:chOff x="0" y="0"/>
          <a:chExt cx="0" cy="0"/>
        </a:xfrm>
      </p:grpSpPr>
      <p:sp>
        <p:nvSpPr>
          <p:cNvPr id="509" name="Google Shape;509;p112"/>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510" name="Google Shape;510;p112"/>
          <p:cNvSpPr/>
          <p:nvPr>
            <p:ph idx="2" type="pic"/>
          </p:nvPr>
        </p:nvSpPr>
        <p:spPr>
          <a:xfrm>
            <a:off x="3047137" y="0"/>
            <a:ext cx="6096863" cy="6858000"/>
          </a:xfrm>
          <a:prstGeom prst="rect">
            <a:avLst/>
          </a:prstGeom>
          <a:noFill/>
          <a:ln>
            <a:noFill/>
          </a:ln>
        </p:spPr>
      </p:sp>
      <p:sp>
        <p:nvSpPr>
          <p:cNvPr id="511" name="Google Shape;511;p112"/>
          <p:cNvSpPr txBox="1"/>
          <p:nvPr>
            <p:ph idx="1" type="body"/>
          </p:nvPr>
        </p:nvSpPr>
        <p:spPr>
          <a:xfrm>
            <a:off x="411587" y="849536"/>
            <a:ext cx="2635550" cy="1926795"/>
          </a:xfrm>
          <a:prstGeom prst="rect">
            <a:avLst/>
          </a:prstGeom>
          <a:noFill/>
          <a:ln>
            <a:noFill/>
          </a:ln>
        </p:spPr>
        <p:txBody>
          <a:bodyPr anchorCtr="0" anchor="t" bIns="0" lIns="0" spcFirstLastPara="1" rIns="0" wrap="square" tIns="0">
            <a:noAutofit/>
          </a:bodyPr>
          <a:lstStyle>
            <a:lvl1pPr indent="-228600" lvl="0" marL="457200" marR="0" rtl="0" algn="l">
              <a:lnSpc>
                <a:spcPct val="91306"/>
              </a:lnSpc>
              <a:spcBef>
                <a:spcPts val="0"/>
              </a:spcBef>
              <a:spcAft>
                <a:spcPts val="0"/>
              </a:spcAft>
              <a:buClr>
                <a:schemeClr val="lt1"/>
              </a:buClr>
              <a:buSzPts val="3451"/>
              <a:buFont typeface="Arial"/>
              <a:buNone/>
              <a:defRPr b="1" i="0" sz="3450" u="none" cap="none" strike="noStrike">
                <a:solidFill>
                  <a:schemeClr val="lt1"/>
                </a:solidFill>
                <a:latin typeface="Arial"/>
                <a:ea typeface="Arial"/>
                <a:cs typeface="Arial"/>
                <a:sym typeface="Arial"/>
              </a:defRPr>
            </a:lvl1pPr>
            <a:lvl2pPr indent="-228600" lvl="1" marL="914400" marR="0" rtl="0" algn="l">
              <a:spcBef>
                <a:spcPts val="555"/>
              </a:spcBef>
              <a:spcAft>
                <a:spcPts val="0"/>
              </a:spcAft>
              <a:buClr>
                <a:schemeClr val="dk1"/>
              </a:buClr>
              <a:buSzPts val="2776"/>
              <a:buFont typeface="Arial"/>
              <a:buNone/>
              <a:defRPr b="0" i="0" sz="2776" u="none" cap="none" strike="noStrike">
                <a:solidFill>
                  <a:schemeClr val="dk1"/>
                </a:solidFill>
                <a:latin typeface="Arial"/>
                <a:ea typeface="Arial"/>
                <a:cs typeface="Arial"/>
                <a:sym typeface="Arial"/>
              </a:defRPr>
            </a:lvl2pPr>
            <a:lvl3pPr indent="-228600" lvl="2" marL="1371600" marR="0" rtl="0" algn="l">
              <a:spcBef>
                <a:spcPts val="480"/>
              </a:spcBef>
              <a:spcAft>
                <a:spcPts val="0"/>
              </a:spcAft>
              <a:buClr>
                <a:schemeClr val="dk1"/>
              </a:buClr>
              <a:buSzPts val="2401"/>
              <a:buFont typeface="Arial"/>
              <a:buNone/>
              <a:defRPr b="0" i="0" sz="2401" u="none" cap="none" strike="noStrike">
                <a:solidFill>
                  <a:schemeClr val="dk1"/>
                </a:solidFill>
                <a:latin typeface="Arial"/>
                <a:ea typeface="Arial"/>
                <a:cs typeface="Arial"/>
                <a:sym typeface="Arial"/>
              </a:defRPr>
            </a:lvl3pPr>
            <a:lvl4pPr indent="-228600" lvl="3" marL="18288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4pPr>
            <a:lvl5pPr indent="-228600" lvl="4" marL="22860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5pPr>
            <a:lvl6pPr indent="-357251" lvl="5" marL="27432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indent="-357251" lvl="6" marL="32004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indent="-357251" lvl="7" marL="36576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indent="-357251" lvl="8" marL="41148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
        <p:nvSpPr>
          <p:cNvPr id="512" name="Google Shape;512;p112"/>
          <p:cNvSpPr txBox="1"/>
          <p:nvPr>
            <p:ph idx="3" type="body"/>
          </p:nvPr>
        </p:nvSpPr>
        <p:spPr>
          <a:xfrm>
            <a:off x="411588" y="2943639"/>
            <a:ext cx="2635549" cy="1641615"/>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spcBef>
                <a:spcPts val="555"/>
              </a:spcBef>
              <a:spcAft>
                <a:spcPts val="0"/>
              </a:spcAft>
              <a:buClr>
                <a:schemeClr val="dk1"/>
              </a:buClr>
              <a:buSzPts val="2776"/>
              <a:buFont typeface="Arial"/>
              <a:buNone/>
              <a:defRPr b="0" i="0" sz="2776" u="none" cap="none" strike="noStrike">
                <a:solidFill>
                  <a:schemeClr val="dk1"/>
                </a:solidFill>
                <a:latin typeface="Arial"/>
                <a:ea typeface="Arial"/>
                <a:cs typeface="Arial"/>
                <a:sym typeface="Arial"/>
              </a:defRPr>
            </a:lvl2pPr>
            <a:lvl3pPr indent="-228600" lvl="2" marL="1371600" marR="0" rtl="0" algn="l">
              <a:spcBef>
                <a:spcPts val="480"/>
              </a:spcBef>
              <a:spcAft>
                <a:spcPts val="0"/>
              </a:spcAft>
              <a:buClr>
                <a:schemeClr val="dk1"/>
              </a:buClr>
              <a:buSzPts val="2401"/>
              <a:buFont typeface="Arial"/>
              <a:buNone/>
              <a:defRPr b="0" i="0" sz="2401" u="none" cap="none" strike="noStrike">
                <a:solidFill>
                  <a:schemeClr val="dk1"/>
                </a:solidFill>
                <a:latin typeface="Arial"/>
                <a:ea typeface="Arial"/>
                <a:cs typeface="Arial"/>
                <a:sym typeface="Arial"/>
              </a:defRPr>
            </a:lvl3pPr>
            <a:lvl4pPr indent="-228600" lvl="3" marL="18288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4pPr>
            <a:lvl5pPr indent="-228600" lvl="4" marL="22860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5pPr>
            <a:lvl6pPr indent="-357251" lvl="5" marL="27432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indent="-357251" lvl="6" marL="32004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indent="-357251" lvl="7" marL="36576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indent="-357251" lvl="8" marL="41148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Idea" showMasterSp="0">
  <p:cSld name="Big Idea">
    <p:bg>
      <p:bgPr>
        <a:solidFill>
          <a:srgbClr val="3F263E"/>
        </a:solidFill>
      </p:bgPr>
    </p:bg>
    <p:spTree>
      <p:nvGrpSpPr>
        <p:cNvPr id="513" name="Shape 513"/>
        <p:cNvGrpSpPr/>
        <p:nvPr/>
      </p:nvGrpSpPr>
      <p:grpSpPr>
        <a:xfrm>
          <a:off x="0" y="0"/>
          <a:ext cx="0" cy="0"/>
          <a:chOff x="0" y="0"/>
          <a:chExt cx="0" cy="0"/>
        </a:xfrm>
      </p:grpSpPr>
      <p:sp>
        <p:nvSpPr>
          <p:cNvPr id="514" name="Google Shape;514;p113"/>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
        <p:nvSpPr>
          <p:cNvPr id="515" name="Google Shape;515;p113"/>
          <p:cNvSpPr txBox="1"/>
          <p:nvPr>
            <p:ph idx="1" type="body"/>
          </p:nvPr>
        </p:nvSpPr>
        <p:spPr>
          <a:xfrm>
            <a:off x="570458" y="2163655"/>
            <a:ext cx="8003084" cy="2530693"/>
          </a:xfrm>
          <a:prstGeom prst="rect">
            <a:avLst/>
          </a:prstGeom>
          <a:noFill/>
          <a:ln>
            <a:noFill/>
          </a:ln>
        </p:spPr>
        <p:txBody>
          <a:bodyPr anchorCtr="0" anchor="ctr" bIns="45700" lIns="0" spcFirstLastPara="1" rIns="0" wrap="square" tIns="45700">
            <a:spAutoFit/>
          </a:bodyPr>
          <a:lstStyle>
            <a:lvl1pPr indent="-228600" lvl="0" marL="457200" marR="0" rtl="0" algn="l">
              <a:lnSpc>
                <a:spcPct val="80000"/>
              </a:lnSpc>
              <a:spcBef>
                <a:spcPts val="0"/>
              </a:spcBef>
              <a:spcAft>
                <a:spcPts val="0"/>
              </a:spcAft>
              <a:buClr>
                <a:schemeClr val="lt1"/>
              </a:buClr>
              <a:buSzPts val="6602"/>
              <a:buFont typeface="Arial"/>
              <a:buNone/>
              <a:defRPr b="1" i="0" sz="6601" u="none" cap="none" strike="noStrike">
                <a:solidFill>
                  <a:schemeClr val="lt1"/>
                </a:solidFill>
                <a:latin typeface="Arial"/>
                <a:ea typeface="Arial"/>
                <a:cs typeface="Arial"/>
                <a:sym typeface="Arial"/>
              </a:defRPr>
            </a:lvl1pPr>
            <a:lvl2pPr indent="-228600" lvl="1" marL="914400" marR="0" rtl="0" algn="l">
              <a:spcBef>
                <a:spcPts val="555"/>
              </a:spcBef>
              <a:spcAft>
                <a:spcPts val="0"/>
              </a:spcAft>
              <a:buClr>
                <a:schemeClr val="dk1"/>
              </a:buClr>
              <a:buSzPts val="2776"/>
              <a:buFont typeface="Arial"/>
              <a:buNone/>
              <a:defRPr b="0" i="0" sz="2776" u="none" cap="none" strike="noStrike">
                <a:solidFill>
                  <a:schemeClr val="dk1"/>
                </a:solidFill>
                <a:latin typeface="Arial"/>
                <a:ea typeface="Arial"/>
                <a:cs typeface="Arial"/>
                <a:sym typeface="Arial"/>
              </a:defRPr>
            </a:lvl2pPr>
            <a:lvl3pPr indent="-381063" lvl="2" marL="1371600" marR="0" rtl="0" algn="l">
              <a:spcBef>
                <a:spcPts val="480"/>
              </a:spcBef>
              <a:spcAft>
                <a:spcPts val="0"/>
              </a:spcAft>
              <a:buClr>
                <a:schemeClr val="dk1"/>
              </a:buClr>
              <a:buSzPts val="2401"/>
              <a:buFont typeface="Arial"/>
              <a:buChar char="-"/>
              <a:defRPr b="0" i="0" sz="2401" u="none" cap="none" strike="noStrike">
                <a:solidFill>
                  <a:schemeClr val="dk1"/>
                </a:solidFill>
                <a:latin typeface="Arial"/>
                <a:ea typeface="Arial"/>
                <a:cs typeface="Arial"/>
                <a:sym typeface="Arial"/>
              </a:defRPr>
            </a:lvl3pPr>
            <a:lvl4pPr indent="-357250" lvl="3" marL="18288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4pPr>
            <a:lvl5pPr indent="-357251" lvl="4" marL="22860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5pPr>
            <a:lvl6pPr indent="-357251" lvl="5" marL="27432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indent="-357251" lvl="6" marL="32004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indent="-357251" lvl="7" marL="36576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indent="-357251" lvl="8" marL="41148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Layout">
  <p:cSld name="Quote Layout">
    <p:bg>
      <p:bgPr>
        <a:solidFill>
          <a:schemeClr val="lt1"/>
        </a:solidFill>
      </p:bgPr>
    </p:bg>
    <p:spTree>
      <p:nvGrpSpPr>
        <p:cNvPr id="516" name="Shape 516"/>
        <p:cNvGrpSpPr/>
        <p:nvPr/>
      </p:nvGrpSpPr>
      <p:grpSpPr>
        <a:xfrm>
          <a:off x="0" y="0"/>
          <a:ext cx="0" cy="0"/>
          <a:chOff x="0" y="0"/>
          <a:chExt cx="0" cy="0"/>
        </a:xfrm>
      </p:grpSpPr>
      <p:sp>
        <p:nvSpPr>
          <p:cNvPr id="517" name="Google Shape;517;p114"/>
          <p:cNvSpPr txBox="1"/>
          <p:nvPr>
            <p:ph idx="1" type="body"/>
          </p:nvPr>
        </p:nvSpPr>
        <p:spPr>
          <a:xfrm>
            <a:off x="569268" y="1812556"/>
            <a:ext cx="7432627" cy="2759445"/>
          </a:xfrm>
          <a:prstGeom prst="rect">
            <a:avLst/>
          </a:prstGeom>
          <a:noFill/>
          <a:ln>
            <a:noFill/>
          </a:ln>
        </p:spPr>
        <p:txBody>
          <a:bodyPr anchorCtr="0" anchor="t" bIns="45700" lIns="0" spcFirstLastPara="1" rIns="91425" wrap="square" tIns="45700">
            <a:normAutofit/>
          </a:bodyPr>
          <a:lstStyle>
            <a:lvl1pPr indent="-228600" lvl="0" marL="457200" marR="0" rtl="0" algn="l">
              <a:lnSpc>
                <a:spcPct val="85000"/>
              </a:lnSpc>
              <a:spcBef>
                <a:spcPts val="0"/>
              </a:spcBef>
              <a:spcAft>
                <a:spcPts val="0"/>
              </a:spcAft>
              <a:buClr>
                <a:schemeClr val="dk1"/>
              </a:buClr>
              <a:buSzPts val="3301"/>
              <a:buFont typeface="Arial"/>
              <a:buNone/>
              <a:defRPr b="1" i="0" sz="3300" u="none" cap="none" strike="noStrike">
                <a:solidFill>
                  <a:schemeClr val="dk1"/>
                </a:solidFill>
                <a:latin typeface="Arial"/>
                <a:ea typeface="Arial"/>
                <a:cs typeface="Arial"/>
                <a:sym typeface="Arial"/>
              </a:defRPr>
            </a:lvl1pPr>
            <a:lvl2pPr indent="-228600" lvl="1" marL="914400" marR="0" rtl="0" algn="ctr">
              <a:spcBef>
                <a:spcPts val="555"/>
              </a:spcBef>
              <a:spcAft>
                <a:spcPts val="0"/>
              </a:spcAft>
              <a:buClr>
                <a:schemeClr val="lt1"/>
              </a:buClr>
              <a:buSzPts val="2776"/>
              <a:buFont typeface="Arial"/>
              <a:buNone/>
              <a:defRPr b="0" i="0" sz="2776" u="none" cap="none" strike="noStrike">
                <a:solidFill>
                  <a:schemeClr val="lt1"/>
                </a:solidFill>
                <a:latin typeface="Arial"/>
                <a:ea typeface="Arial"/>
                <a:cs typeface="Arial"/>
                <a:sym typeface="Arial"/>
              </a:defRPr>
            </a:lvl2pPr>
            <a:lvl3pPr indent="-228600" lvl="2" marL="1371600" marR="0" rtl="0" algn="ctr">
              <a:spcBef>
                <a:spcPts val="480"/>
              </a:spcBef>
              <a:spcAft>
                <a:spcPts val="0"/>
              </a:spcAft>
              <a:buClr>
                <a:schemeClr val="lt1"/>
              </a:buClr>
              <a:buSzPts val="2401"/>
              <a:buFont typeface="Arial"/>
              <a:buNone/>
              <a:defRPr b="0" i="0" sz="2401" u="none" cap="none" strike="noStrike">
                <a:solidFill>
                  <a:schemeClr val="lt1"/>
                </a:solidFill>
                <a:latin typeface="Arial"/>
                <a:ea typeface="Arial"/>
                <a:cs typeface="Arial"/>
                <a:sym typeface="Arial"/>
              </a:defRPr>
            </a:lvl3pPr>
            <a:lvl4pPr indent="-228600" lvl="3" marL="1828800" marR="0" rtl="0" algn="ctr">
              <a:spcBef>
                <a:spcPts val="405"/>
              </a:spcBef>
              <a:spcAft>
                <a:spcPts val="0"/>
              </a:spcAft>
              <a:buClr>
                <a:schemeClr val="lt1"/>
              </a:buClr>
              <a:buSzPts val="2026"/>
              <a:buFont typeface="Arial"/>
              <a:buNone/>
              <a:defRPr b="0" i="0" sz="2026" u="none" cap="none" strike="noStrike">
                <a:solidFill>
                  <a:schemeClr val="lt1"/>
                </a:solidFill>
                <a:latin typeface="Arial"/>
                <a:ea typeface="Arial"/>
                <a:cs typeface="Arial"/>
                <a:sym typeface="Arial"/>
              </a:defRPr>
            </a:lvl4pPr>
            <a:lvl5pPr indent="-228600" lvl="4" marL="2286000" marR="0" rtl="0" algn="ctr">
              <a:spcBef>
                <a:spcPts val="405"/>
              </a:spcBef>
              <a:spcAft>
                <a:spcPts val="0"/>
              </a:spcAft>
              <a:buClr>
                <a:schemeClr val="lt1"/>
              </a:buClr>
              <a:buSzPts val="2026"/>
              <a:buFont typeface="Arial"/>
              <a:buNone/>
              <a:defRPr b="0" i="0" sz="2026" u="none" cap="none" strike="noStrike">
                <a:solidFill>
                  <a:schemeClr val="lt1"/>
                </a:solidFill>
                <a:latin typeface="Arial"/>
                <a:ea typeface="Arial"/>
                <a:cs typeface="Arial"/>
                <a:sym typeface="Arial"/>
              </a:defRPr>
            </a:lvl5pPr>
            <a:lvl6pPr indent="-357251" lvl="5" marL="27432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indent="-357251" lvl="6" marL="32004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indent="-357251" lvl="7" marL="36576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indent="-357251" lvl="8" marL="41148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
        <p:nvSpPr>
          <p:cNvPr id="518" name="Google Shape;518;p114"/>
          <p:cNvSpPr txBox="1"/>
          <p:nvPr>
            <p:ph idx="2" type="body"/>
          </p:nvPr>
        </p:nvSpPr>
        <p:spPr>
          <a:xfrm>
            <a:off x="569268" y="5045446"/>
            <a:ext cx="7432627" cy="327782"/>
          </a:xfrm>
          <a:prstGeom prst="rect">
            <a:avLst/>
          </a:prstGeom>
          <a:noFill/>
          <a:ln>
            <a:noFill/>
          </a:ln>
        </p:spPr>
        <p:txBody>
          <a:bodyPr anchorCtr="0" anchor="t" bIns="45700" lIns="0" spcFirstLastPara="1" rIns="91425" wrap="square" tIns="45700">
            <a:spAutoFit/>
          </a:bodyPr>
          <a:lstStyle>
            <a:lvl1pPr indent="-228600" lvl="0" marL="457200" marR="0" rtl="0" algn="l">
              <a:lnSpc>
                <a:spcPct val="85000"/>
              </a:lnSpc>
              <a:spcBef>
                <a:spcPts val="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indent="-228600" lvl="1" marL="914400" marR="0" rtl="0" algn="l">
              <a:spcBef>
                <a:spcPts val="555"/>
              </a:spcBef>
              <a:spcAft>
                <a:spcPts val="0"/>
              </a:spcAft>
              <a:buClr>
                <a:schemeClr val="dk1"/>
              </a:buClr>
              <a:buSzPts val="2776"/>
              <a:buFont typeface="Arial"/>
              <a:buNone/>
              <a:defRPr b="0" i="0" sz="2776" u="none" cap="none" strike="noStrike">
                <a:solidFill>
                  <a:schemeClr val="dk1"/>
                </a:solidFill>
                <a:latin typeface="Arial"/>
                <a:ea typeface="Arial"/>
                <a:cs typeface="Arial"/>
                <a:sym typeface="Arial"/>
              </a:defRPr>
            </a:lvl2pPr>
            <a:lvl3pPr indent="-228600" lvl="2" marL="1371600" marR="0" rtl="0" algn="l">
              <a:spcBef>
                <a:spcPts val="480"/>
              </a:spcBef>
              <a:spcAft>
                <a:spcPts val="0"/>
              </a:spcAft>
              <a:buClr>
                <a:schemeClr val="dk1"/>
              </a:buClr>
              <a:buSzPts val="2401"/>
              <a:buFont typeface="Arial"/>
              <a:buNone/>
              <a:defRPr b="0" i="0" sz="2401" u="none" cap="none" strike="noStrike">
                <a:solidFill>
                  <a:schemeClr val="dk1"/>
                </a:solidFill>
                <a:latin typeface="Arial"/>
                <a:ea typeface="Arial"/>
                <a:cs typeface="Arial"/>
                <a:sym typeface="Arial"/>
              </a:defRPr>
            </a:lvl3pPr>
            <a:lvl4pPr indent="-228600" lvl="3" marL="18288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4pPr>
            <a:lvl5pPr indent="-228600" lvl="4" marL="22860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5pPr>
            <a:lvl6pPr indent="-357251" lvl="5" marL="27432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indent="-357251" lvl="6" marL="32004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indent="-357251" lvl="7" marL="36576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indent="-357251" lvl="8" marL="41148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
        <p:nvSpPr>
          <p:cNvPr id="519" name="Google Shape;519;p114"/>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grpSp>
        <p:nvGrpSpPr>
          <p:cNvPr id="520" name="Google Shape;520;p114"/>
          <p:cNvGrpSpPr/>
          <p:nvPr/>
        </p:nvGrpSpPr>
        <p:grpSpPr>
          <a:xfrm>
            <a:off x="569268" y="788988"/>
            <a:ext cx="743144" cy="735013"/>
            <a:chOff x="657226" y="398463"/>
            <a:chExt cx="990600" cy="735013"/>
          </a:xfrm>
        </p:grpSpPr>
        <p:sp>
          <p:nvSpPr>
            <p:cNvPr id="521" name="Google Shape;521;p114"/>
            <p:cNvSpPr/>
            <p:nvPr/>
          </p:nvSpPr>
          <p:spPr>
            <a:xfrm>
              <a:off x="657226" y="398463"/>
              <a:ext cx="452438" cy="735013"/>
            </a:xfrm>
            <a:custGeom>
              <a:rect b="b" l="l" r="r" t="t"/>
              <a:pathLst>
                <a:path extrusionOk="0" h="736" w="452">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adFill>
              <a:gsLst>
                <a:gs pos="0">
                  <a:srgbClr val="A7B6D3"/>
                </a:gs>
                <a:gs pos="9000">
                  <a:srgbClr val="A7B6D3"/>
                </a:gs>
                <a:gs pos="47000">
                  <a:srgbClr val="D2ADC9"/>
                </a:gs>
                <a:gs pos="77000">
                  <a:srgbClr val="E6BDC1"/>
                </a:gs>
                <a:gs pos="100000">
                  <a:srgbClr val="F5A598"/>
                </a:gs>
              </a:gsLst>
              <a:lin ang="135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22" name="Google Shape;522;p114"/>
            <p:cNvSpPr/>
            <p:nvPr/>
          </p:nvSpPr>
          <p:spPr>
            <a:xfrm>
              <a:off x="1195388" y="398463"/>
              <a:ext cx="452438" cy="735013"/>
            </a:xfrm>
            <a:custGeom>
              <a:rect b="b" l="l" r="r" t="t"/>
              <a:pathLst>
                <a:path extrusionOk="0" h="736" w="452">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adFill>
              <a:gsLst>
                <a:gs pos="0">
                  <a:srgbClr val="A7B6D3"/>
                </a:gs>
                <a:gs pos="9000">
                  <a:srgbClr val="A7B6D3"/>
                </a:gs>
                <a:gs pos="47000">
                  <a:srgbClr val="D2ADC9"/>
                </a:gs>
                <a:gs pos="77000">
                  <a:srgbClr val="E6BDC1"/>
                </a:gs>
                <a:gs pos="100000">
                  <a:srgbClr val="F5A598"/>
                </a:gs>
              </a:gsLst>
              <a:lin ang="135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Layout_Black" showMasterSp="0">
  <p:cSld name="Quote Layout_Black">
    <p:bg>
      <p:bgPr>
        <a:solidFill>
          <a:srgbClr val="1E0113"/>
        </a:solidFill>
      </p:bgPr>
    </p:bg>
    <p:spTree>
      <p:nvGrpSpPr>
        <p:cNvPr id="523" name="Shape 523"/>
        <p:cNvGrpSpPr/>
        <p:nvPr/>
      </p:nvGrpSpPr>
      <p:grpSpPr>
        <a:xfrm>
          <a:off x="0" y="0"/>
          <a:ext cx="0" cy="0"/>
          <a:chOff x="0" y="0"/>
          <a:chExt cx="0" cy="0"/>
        </a:xfrm>
      </p:grpSpPr>
      <p:sp>
        <p:nvSpPr>
          <p:cNvPr id="524" name="Google Shape;524;p115"/>
          <p:cNvSpPr txBox="1"/>
          <p:nvPr>
            <p:ph idx="1" type="body"/>
          </p:nvPr>
        </p:nvSpPr>
        <p:spPr>
          <a:xfrm>
            <a:off x="569269" y="1812556"/>
            <a:ext cx="7436008" cy="2763845"/>
          </a:xfrm>
          <a:prstGeom prst="rect">
            <a:avLst/>
          </a:prstGeom>
          <a:noFill/>
          <a:ln>
            <a:noFill/>
          </a:ln>
        </p:spPr>
        <p:txBody>
          <a:bodyPr anchorCtr="0" anchor="t" bIns="45700" lIns="0" spcFirstLastPara="1" rIns="91425" wrap="square" tIns="45700">
            <a:normAutofit/>
          </a:bodyPr>
          <a:lstStyle>
            <a:lvl1pPr indent="-228600" lvl="0" marL="457200" marR="0" rtl="0" algn="l">
              <a:lnSpc>
                <a:spcPct val="85000"/>
              </a:lnSpc>
              <a:spcBef>
                <a:spcPts val="0"/>
              </a:spcBef>
              <a:spcAft>
                <a:spcPts val="0"/>
              </a:spcAft>
              <a:buClr>
                <a:schemeClr val="lt1"/>
              </a:buClr>
              <a:buSzPts val="3301"/>
              <a:buFont typeface="Arial"/>
              <a:buNone/>
              <a:defRPr b="1" i="0" sz="3300" u="none" cap="none" strike="noStrike">
                <a:solidFill>
                  <a:schemeClr val="lt1"/>
                </a:solidFill>
                <a:latin typeface="Arial"/>
                <a:ea typeface="Arial"/>
                <a:cs typeface="Arial"/>
                <a:sym typeface="Arial"/>
              </a:defRPr>
            </a:lvl1pPr>
            <a:lvl2pPr indent="-228600" lvl="1" marL="914400" marR="0" rtl="0" algn="ctr">
              <a:spcBef>
                <a:spcPts val="555"/>
              </a:spcBef>
              <a:spcAft>
                <a:spcPts val="0"/>
              </a:spcAft>
              <a:buClr>
                <a:schemeClr val="lt1"/>
              </a:buClr>
              <a:buSzPts val="2776"/>
              <a:buFont typeface="Arial"/>
              <a:buNone/>
              <a:defRPr b="0" i="0" sz="2776" u="none" cap="none" strike="noStrike">
                <a:solidFill>
                  <a:schemeClr val="lt1"/>
                </a:solidFill>
                <a:latin typeface="Arial"/>
                <a:ea typeface="Arial"/>
                <a:cs typeface="Arial"/>
                <a:sym typeface="Arial"/>
              </a:defRPr>
            </a:lvl2pPr>
            <a:lvl3pPr indent="-228600" lvl="2" marL="1371600" marR="0" rtl="0" algn="ctr">
              <a:spcBef>
                <a:spcPts val="480"/>
              </a:spcBef>
              <a:spcAft>
                <a:spcPts val="0"/>
              </a:spcAft>
              <a:buClr>
                <a:schemeClr val="lt1"/>
              </a:buClr>
              <a:buSzPts val="2401"/>
              <a:buFont typeface="Arial"/>
              <a:buNone/>
              <a:defRPr b="0" i="0" sz="2401" u="none" cap="none" strike="noStrike">
                <a:solidFill>
                  <a:schemeClr val="lt1"/>
                </a:solidFill>
                <a:latin typeface="Arial"/>
                <a:ea typeface="Arial"/>
                <a:cs typeface="Arial"/>
                <a:sym typeface="Arial"/>
              </a:defRPr>
            </a:lvl3pPr>
            <a:lvl4pPr indent="-228600" lvl="3" marL="1828800" marR="0" rtl="0" algn="ctr">
              <a:spcBef>
                <a:spcPts val="405"/>
              </a:spcBef>
              <a:spcAft>
                <a:spcPts val="0"/>
              </a:spcAft>
              <a:buClr>
                <a:schemeClr val="lt1"/>
              </a:buClr>
              <a:buSzPts val="2026"/>
              <a:buFont typeface="Arial"/>
              <a:buNone/>
              <a:defRPr b="0" i="0" sz="2026" u="none" cap="none" strike="noStrike">
                <a:solidFill>
                  <a:schemeClr val="lt1"/>
                </a:solidFill>
                <a:latin typeface="Arial"/>
                <a:ea typeface="Arial"/>
                <a:cs typeface="Arial"/>
                <a:sym typeface="Arial"/>
              </a:defRPr>
            </a:lvl4pPr>
            <a:lvl5pPr indent="-228600" lvl="4" marL="2286000" marR="0" rtl="0" algn="ctr">
              <a:spcBef>
                <a:spcPts val="405"/>
              </a:spcBef>
              <a:spcAft>
                <a:spcPts val="0"/>
              </a:spcAft>
              <a:buClr>
                <a:schemeClr val="lt1"/>
              </a:buClr>
              <a:buSzPts val="2026"/>
              <a:buFont typeface="Arial"/>
              <a:buNone/>
              <a:defRPr b="0" i="0" sz="2026" u="none" cap="none" strike="noStrike">
                <a:solidFill>
                  <a:schemeClr val="lt1"/>
                </a:solidFill>
                <a:latin typeface="Arial"/>
                <a:ea typeface="Arial"/>
                <a:cs typeface="Arial"/>
                <a:sym typeface="Arial"/>
              </a:defRPr>
            </a:lvl5pPr>
            <a:lvl6pPr indent="-357251" lvl="5" marL="27432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indent="-357251" lvl="6" marL="32004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indent="-357251" lvl="7" marL="36576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indent="-357251" lvl="8" marL="41148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
        <p:nvSpPr>
          <p:cNvPr id="525" name="Google Shape;525;p115"/>
          <p:cNvSpPr txBox="1"/>
          <p:nvPr>
            <p:ph idx="2" type="body"/>
          </p:nvPr>
        </p:nvSpPr>
        <p:spPr>
          <a:xfrm>
            <a:off x="569268" y="5045446"/>
            <a:ext cx="7436009" cy="406265"/>
          </a:xfrm>
          <a:prstGeom prst="rect">
            <a:avLst/>
          </a:prstGeom>
          <a:noFill/>
          <a:ln>
            <a:noFill/>
          </a:ln>
        </p:spPr>
        <p:txBody>
          <a:bodyPr anchorCtr="0" anchor="t" bIns="45700" lIns="0" spcFirstLastPara="1" rIns="91425" wrap="square" tIns="45700">
            <a:noAutofit/>
          </a:bodyPr>
          <a:lstStyle>
            <a:lvl1pPr indent="-228600" lvl="0" marL="457200" marR="0" rtl="0" algn="l">
              <a:lnSpc>
                <a:spcPct val="85000"/>
              </a:lnSpc>
              <a:spcBef>
                <a:spcPts val="0"/>
              </a:spcBef>
              <a:spcAft>
                <a:spcPts val="0"/>
              </a:spcAft>
              <a:buClr>
                <a:schemeClr val="lt1"/>
              </a:buClr>
              <a:buSzPts val="1800"/>
              <a:buFont typeface="Arial"/>
              <a:buNone/>
              <a:defRPr b="1" i="0" sz="1800" u="none" cap="none" strike="noStrike">
                <a:solidFill>
                  <a:schemeClr val="lt1"/>
                </a:solidFill>
                <a:latin typeface="Arial"/>
                <a:ea typeface="Arial"/>
                <a:cs typeface="Arial"/>
                <a:sym typeface="Arial"/>
              </a:defRPr>
            </a:lvl1pPr>
            <a:lvl2pPr indent="-228600" lvl="1" marL="914400" marR="0" rtl="0" algn="l">
              <a:spcBef>
                <a:spcPts val="555"/>
              </a:spcBef>
              <a:spcAft>
                <a:spcPts val="0"/>
              </a:spcAft>
              <a:buClr>
                <a:schemeClr val="dk1"/>
              </a:buClr>
              <a:buSzPts val="2776"/>
              <a:buFont typeface="Arial"/>
              <a:buNone/>
              <a:defRPr b="0" i="0" sz="2776" u="none" cap="none" strike="noStrike">
                <a:solidFill>
                  <a:schemeClr val="dk1"/>
                </a:solidFill>
                <a:latin typeface="Arial"/>
                <a:ea typeface="Arial"/>
                <a:cs typeface="Arial"/>
                <a:sym typeface="Arial"/>
              </a:defRPr>
            </a:lvl2pPr>
            <a:lvl3pPr indent="-228600" lvl="2" marL="1371600" marR="0" rtl="0" algn="l">
              <a:spcBef>
                <a:spcPts val="480"/>
              </a:spcBef>
              <a:spcAft>
                <a:spcPts val="0"/>
              </a:spcAft>
              <a:buClr>
                <a:schemeClr val="dk1"/>
              </a:buClr>
              <a:buSzPts val="2401"/>
              <a:buFont typeface="Arial"/>
              <a:buNone/>
              <a:defRPr b="0" i="0" sz="2401" u="none" cap="none" strike="noStrike">
                <a:solidFill>
                  <a:schemeClr val="dk1"/>
                </a:solidFill>
                <a:latin typeface="Arial"/>
                <a:ea typeface="Arial"/>
                <a:cs typeface="Arial"/>
                <a:sym typeface="Arial"/>
              </a:defRPr>
            </a:lvl3pPr>
            <a:lvl4pPr indent="-228600" lvl="3" marL="18288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4pPr>
            <a:lvl5pPr indent="-228600" lvl="4" marL="22860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5pPr>
            <a:lvl6pPr indent="-357251" lvl="5" marL="27432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indent="-357251" lvl="6" marL="32004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indent="-357251" lvl="7" marL="36576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indent="-357251" lvl="8" marL="41148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
        <p:nvSpPr>
          <p:cNvPr id="526" name="Google Shape;526;p115"/>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527" name="Google Shape;527;p115"/>
          <p:cNvGrpSpPr/>
          <p:nvPr/>
        </p:nvGrpSpPr>
        <p:grpSpPr>
          <a:xfrm>
            <a:off x="569268" y="788988"/>
            <a:ext cx="743144" cy="735013"/>
            <a:chOff x="657226" y="398463"/>
            <a:chExt cx="990600" cy="735013"/>
          </a:xfrm>
        </p:grpSpPr>
        <p:sp>
          <p:nvSpPr>
            <p:cNvPr id="528" name="Google Shape;528;p115"/>
            <p:cNvSpPr/>
            <p:nvPr/>
          </p:nvSpPr>
          <p:spPr>
            <a:xfrm>
              <a:off x="657226" y="398463"/>
              <a:ext cx="452438" cy="735013"/>
            </a:xfrm>
            <a:custGeom>
              <a:rect b="b" l="l" r="r" t="t"/>
              <a:pathLst>
                <a:path extrusionOk="0" h="736" w="452">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adFill>
              <a:gsLst>
                <a:gs pos="0">
                  <a:srgbClr val="831B22"/>
                </a:gs>
                <a:gs pos="26000">
                  <a:srgbClr val="64131E"/>
                </a:gs>
                <a:gs pos="66000">
                  <a:srgbClr val="4D144A"/>
                </a:gs>
                <a:gs pos="100000">
                  <a:srgbClr val="391262"/>
                </a:gs>
              </a:gsLst>
              <a:lin ang="135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29" name="Google Shape;529;p115"/>
            <p:cNvSpPr/>
            <p:nvPr/>
          </p:nvSpPr>
          <p:spPr>
            <a:xfrm>
              <a:off x="1195388" y="398463"/>
              <a:ext cx="452438" cy="735013"/>
            </a:xfrm>
            <a:custGeom>
              <a:rect b="b" l="l" r="r" t="t"/>
              <a:pathLst>
                <a:path extrusionOk="0" h="736" w="452">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gradFill>
              <a:gsLst>
                <a:gs pos="0">
                  <a:srgbClr val="831B22"/>
                </a:gs>
                <a:gs pos="26000">
                  <a:srgbClr val="64131E"/>
                </a:gs>
                <a:gs pos="66000">
                  <a:srgbClr val="4D144A"/>
                </a:gs>
                <a:gs pos="100000">
                  <a:srgbClr val="391262"/>
                </a:gs>
              </a:gsLst>
              <a:lin ang="135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Layout_Color" showMasterSp="0">
  <p:cSld name="Quote Layout_Color">
    <p:bg>
      <p:bgPr>
        <a:gradFill>
          <a:gsLst>
            <a:gs pos="0">
              <a:srgbClr val="831B22"/>
            </a:gs>
            <a:gs pos="38000">
              <a:srgbClr val="64131E"/>
            </a:gs>
            <a:gs pos="71000">
              <a:srgbClr val="4D144A"/>
            </a:gs>
            <a:gs pos="100000">
              <a:srgbClr val="391262"/>
            </a:gs>
          </a:gsLst>
          <a:path path="circle">
            <a:fillToRect l="100%" t="100%"/>
          </a:path>
          <a:tileRect b="-100%" r="-100%"/>
        </a:gradFill>
      </p:bgPr>
    </p:bg>
    <p:spTree>
      <p:nvGrpSpPr>
        <p:cNvPr id="530" name="Shape 530"/>
        <p:cNvGrpSpPr/>
        <p:nvPr/>
      </p:nvGrpSpPr>
      <p:grpSpPr>
        <a:xfrm>
          <a:off x="0" y="0"/>
          <a:ext cx="0" cy="0"/>
          <a:chOff x="0" y="0"/>
          <a:chExt cx="0" cy="0"/>
        </a:xfrm>
      </p:grpSpPr>
      <p:sp>
        <p:nvSpPr>
          <p:cNvPr id="531" name="Google Shape;531;p116"/>
          <p:cNvSpPr txBox="1"/>
          <p:nvPr>
            <p:ph idx="1" type="body"/>
          </p:nvPr>
        </p:nvSpPr>
        <p:spPr>
          <a:xfrm>
            <a:off x="569269" y="1812556"/>
            <a:ext cx="7432625" cy="2759445"/>
          </a:xfrm>
          <a:prstGeom prst="rect">
            <a:avLst/>
          </a:prstGeom>
          <a:noFill/>
          <a:ln>
            <a:noFill/>
          </a:ln>
        </p:spPr>
        <p:txBody>
          <a:bodyPr anchorCtr="0" anchor="t" bIns="45700" lIns="0" spcFirstLastPara="1" rIns="91425" wrap="square" tIns="45700">
            <a:normAutofit/>
          </a:bodyPr>
          <a:lstStyle>
            <a:lvl1pPr indent="-228600" lvl="0" marL="457200" marR="0" rtl="0" algn="l">
              <a:lnSpc>
                <a:spcPct val="85000"/>
              </a:lnSpc>
              <a:spcBef>
                <a:spcPts val="0"/>
              </a:spcBef>
              <a:spcAft>
                <a:spcPts val="0"/>
              </a:spcAft>
              <a:buClr>
                <a:schemeClr val="lt1"/>
              </a:buClr>
              <a:buSzPts val="3301"/>
              <a:buFont typeface="Arial"/>
              <a:buNone/>
              <a:defRPr b="1" i="0" sz="3300" u="none" cap="none" strike="noStrike">
                <a:solidFill>
                  <a:schemeClr val="lt1"/>
                </a:solidFill>
                <a:latin typeface="Arial"/>
                <a:ea typeface="Arial"/>
                <a:cs typeface="Arial"/>
                <a:sym typeface="Arial"/>
              </a:defRPr>
            </a:lvl1pPr>
            <a:lvl2pPr indent="-228600" lvl="1" marL="914400" marR="0" rtl="0" algn="ctr">
              <a:spcBef>
                <a:spcPts val="555"/>
              </a:spcBef>
              <a:spcAft>
                <a:spcPts val="0"/>
              </a:spcAft>
              <a:buClr>
                <a:schemeClr val="lt1"/>
              </a:buClr>
              <a:buSzPts val="2776"/>
              <a:buFont typeface="Arial"/>
              <a:buNone/>
              <a:defRPr b="0" i="0" sz="2776" u="none" cap="none" strike="noStrike">
                <a:solidFill>
                  <a:schemeClr val="lt1"/>
                </a:solidFill>
                <a:latin typeface="Arial"/>
                <a:ea typeface="Arial"/>
                <a:cs typeface="Arial"/>
                <a:sym typeface="Arial"/>
              </a:defRPr>
            </a:lvl2pPr>
            <a:lvl3pPr indent="-228600" lvl="2" marL="1371600" marR="0" rtl="0" algn="ctr">
              <a:spcBef>
                <a:spcPts val="480"/>
              </a:spcBef>
              <a:spcAft>
                <a:spcPts val="0"/>
              </a:spcAft>
              <a:buClr>
                <a:schemeClr val="lt1"/>
              </a:buClr>
              <a:buSzPts val="2401"/>
              <a:buFont typeface="Arial"/>
              <a:buNone/>
              <a:defRPr b="0" i="0" sz="2401" u="none" cap="none" strike="noStrike">
                <a:solidFill>
                  <a:schemeClr val="lt1"/>
                </a:solidFill>
                <a:latin typeface="Arial"/>
                <a:ea typeface="Arial"/>
                <a:cs typeface="Arial"/>
                <a:sym typeface="Arial"/>
              </a:defRPr>
            </a:lvl3pPr>
            <a:lvl4pPr indent="-228600" lvl="3" marL="1828800" marR="0" rtl="0" algn="ctr">
              <a:spcBef>
                <a:spcPts val="405"/>
              </a:spcBef>
              <a:spcAft>
                <a:spcPts val="0"/>
              </a:spcAft>
              <a:buClr>
                <a:schemeClr val="lt1"/>
              </a:buClr>
              <a:buSzPts val="2026"/>
              <a:buFont typeface="Arial"/>
              <a:buNone/>
              <a:defRPr b="0" i="0" sz="2026" u="none" cap="none" strike="noStrike">
                <a:solidFill>
                  <a:schemeClr val="lt1"/>
                </a:solidFill>
                <a:latin typeface="Arial"/>
                <a:ea typeface="Arial"/>
                <a:cs typeface="Arial"/>
                <a:sym typeface="Arial"/>
              </a:defRPr>
            </a:lvl4pPr>
            <a:lvl5pPr indent="-228600" lvl="4" marL="2286000" marR="0" rtl="0" algn="ctr">
              <a:spcBef>
                <a:spcPts val="405"/>
              </a:spcBef>
              <a:spcAft>
                <a:spcPts val="0"/>
              </a:spcAft>
              <a:buClr>
                <a:schemeClr val="lt1"/>
              </a:buClr>
              <a:buSzPts val="2026"/>
              <a:buFont typeface="Arial"/>
              <a:buNone/>
              <a:defRPr b="0" i="0" sz="2026" u="none" cap="none" strike="noStrike">
                <a:solidFill>
                  <a:schemeClr val="lt1"/>
                </a:solidFill>
                <a:latin typeface="Arial"/>
                <a:ea typeface="Arial"/>
                <a:cs typeface="Arial"/>
                <a:sym typeface="Arial"/>
              </a:defRPr>
            </a:lvl5pPr>
            <a:lvl6pPr indent="-357251" lvl="5" marL="27432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indent="-357251" lvl="6" marL="32004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indent="-357251" lvl="7" marL="36576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indent="-357251" lvl="8" marL="41148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
        <p:nvSpPr>
          <p:cNvPr id="532" name="Google Shape;532;p116"/>
          <p:cNvSpPr txBox="1"/>
          <p:nvPr>
            <p:ph idx="2" type="body"/>
          </p:nvPr>
        </p:nvSpPr>
        <p:spPr>
          <a:xfrm>
            <a:off x="569268" y="5045446"/>
            <a:ext cx="7432626" cy="406265"/>
          </a:xfrm>
          <a:prstGeom prst="rect">
            <a:avLst/>
          </a:prstGeom>
          <a:noFill/>
          <a:ln>
            <a:noFill/>
          </a:ln>
        </p:spPr>
        <p:txBody>
          <a:bodyPr anchorCtr="0" anchor="t" bIns="45700" lIns="0" spcFirstLastPara="1" rIns="91425" wrap="square" tIns="45700">
            <a:noAutofit/>
          </a:bodyPr>
          <a:lstStyle>
            <a:lvl1pPr indent="-228600" lvl="0" marL="457200" marR="0" rtl="0" algn="l">
              <a:lnSpc>
                <a:spcPct val="85000"/>
              </a:lnSpc>
              <a:spcBef>
                <a:spcPts val="0"/>
              </a:spcBef>
              <a:spcAft>
                <a:spcPts val="0"/>
              </a:spcAft>
              <a:buClr>
                <a:schemeClr val="lt1"/>
              </a:buClr>
              <a:buSzPts val="1800"/>
              <a:buFont typeface="Arial"/>
              <a:buNone/>
              <a:defRPr b="1" i="0" sz="1800" u="none" cap="none" strike="noStrike">
                <a:solidFill>
                  <a:schemeClr val="lt1"/>
                </a:solidFill>
                <a:latin typeface="Arial"/>
                <a:ea typeface="Arial"/>
                <a:cs typeface="Arial"/>
                <a:sym typeface="Arial"/>
              </a:defRPr>
            </a:lvl1pPr>
            <a:lvl2pPr indent="-228600" lvl="1" marL="914400" marR="0" rtl="0" algn="l">
              <a:spcBef>
                <a:spcPts val="555"/>
              </a:spcBef>
              <a:spcAft>
                <a:spcPts val="0"/>
              </a:spcAft>
              <a:buClr>
                <a:schemeClr val="dk1"/>
              </a:buClr>
              <a:buSzPts val="2776"/>
              <a:buFont typeface="Arial"/>
              <a:buNone/>
              <a:defRPr b="0" i="0" sz="2776" u="none" cap="none" strike="noStrike">
                <a:solidFill>
                  <a:schemeClr val="dk1"/>
                </a:solidFill>
                <a:latin typeface="Arial"/>
                <a:ea typeface="Arial"/>
                <a:cs typeface="Arial"/>
                <a:sym typeface="Arial"/>
              </a:defRPr>
            </a:lvl2pPr>
            <a:lvl3pPr indent="-228600" lvl="2" marL="1371600" marR="0" rtl="0" algn="l">
              <a:spcBef>
                <a:spcPts val="480"/>
              </a:spcBef>
              <a:spcAft>
                <a:spcPts val="0"/>
              </a:spcAft>
              <a:buClr>
                <a:schemeClr val="dk1"/>
              </a:buClr>
              <a:buSzPts val="2401"/>
              <a:buFont typeface="Arial"/>
              <a:buNone/>
              <a:defRPr b="0" i="0" sz="2401" u="none" cap="none" strike="noStrike">
                <a:solidFill>
                  <a:schemeClr val="dk1"/>
                </a:solidFill>
                <a:latin typeface="Arial"/>
                <a:ea typeface="Arial"/>
                <a:cs typeface="Arial"/>
                <a:sym typeface="Arial"/>
              </a:defRPr>
            </a:lvl3pPr>
            <a:lvl4pPr indent="-228600" lvl="3" marL="18288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4pPr>
            <a:lvl5pPr indent="-228600" lvl="4" marL="2286000" marR="0" rtl="0" algn="l">
              <a:spcBef>
                <a:spcPts val="405"/>
              </a:spcBef>
              <a:spcAft>
                <a:spcPts val="0"/>
              </a:spcAft>
              <a:buClr>
                <a:schemeClr val="dk1"/>
              </a:buClr>
              <a:buSzPts val="2026"/>
              <a:buFont typeface="Arial"/>
              <a:buNone/>
              <a:defRPr b="0" i="0" sz="2026" u="none" cap="none" strike="noStrike">
                <a:solidFill>
                  <a:schemeClr val="dk1"/>
                </a:solidFill>
                <a:latin typeface="Arial"/>
                <a:ea typeface="Arial"/>
                <a:cs typeface="Arial"/>
                <a:sym typeface="Arial"/>
              </a:defRPr>
            </a:lvl5pPr>
            <a:lvl6pPr indent="-357251" lvl="5" marL="27432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indent="-357251" lvl="6" marL="32004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indent="-357251" lvl="7" marL="36576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indent="-357251" lvl="8" marL="4114800"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
        <p:nvSpPr>
          <p:cNvPr id="533" name="Google Shape;533;p116"/>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534" name="Google Shape;534;p116"/>
          <p:cNvGrpSpPr/>
          <p:nvPr/>
        </p:nvGrpSpPr>
        <p:grpSpPr>
          <a:xfrm>
            <a:off x="569268" y="788988"/>
            <a:ext cx="743144" cy="735013"/>
            <a:chOff x="657226" y="398463"/>
            <a:chExt cx="990600" cy="735013"/>
          </a:xfrm>
        </p:grpSpPr>
        <p:sp>
          <p:nvSpPr>
            <p:cNvPr id="535" name="Google Shape;535;p116"/>
            <p:cNvSpPr/>
            <p:nvPr/>
          </p:nvSpPr>
          <p:spPr>
            <a:xfrm>
              <a:off x="657226" y="398463"/>
              <a:ext cx="452438" cy="735013"/>
            </a:xfrm>
            <a:custGeom>
              <a:rect b="b" l="l" r="r" t="t"/>
              <a:pathLst>
                <a:path extrusionOk="0" h="736" w="452">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36" name="Google Shape;536;p116"/>
            <p:cNvSpPr/>
            <p:nvPr/>
          </p:nvSpPr>
          <p:spPr>
            <a:xfrm>
              <a:off x="1195388" y="398463"/>
              <a:ext cx="452438" cy="735013"/>
            </a:xfrm>
            <a:custGeom>
              <a:rect b="b" l="l" r="r" t="t"/>
              <a:pathLst>
                <a:path extrusionOk="0" h="736" w="452">
                  <a:moveTo>
                    <a:pt x="0" y="428"/>
                  </a:moveTo>
                  <a:cubicBezTo>
                    <a:pt x="0" y="126"/>
                    <a:pt x="151" y="5"/>
                    <a:pt x="422" y="0"/>
                  </a:cubicBezTo>
                  <a:cubicBezTo>
                    <a:pt x="452" y="144"/>
                    <a:pt x="452" y="144"/>
                    <a:pt x="452" y="144"/>
                  </a:cubicBezTo>
                  <a:cubicBezTo>
                    <a:pt x="294" y="160"/>
                    <a:pt x="217" y="240"/>
                    <a:pt x="228" y="370"/>
                  </a:cubicBezTo>
                  <a:cubicBezTo>
                    <a:pt x="370" y="370"/>
                    <a:pt x="370" y="370"/>
                    <a:pt x="370" y="370"/>
                  </a:cubicBezTo>
                  <a:cubicBezTo>
                    <a:pt x="370" y="736"/>
                    <a:pt x="370" y="736"/>
                    <a:pt x="370" y="736"/>
                  </a:cubicBezTo>
                  <a:cubicBezTo>
                    <a:pt x="0" y="736"/>
                    <a:pt x="0" y="736"/>
                    <a:pt x="0" y="736"/>
                  </a:cubicBezTo>
                  <a:lnTo>
                    <a:pt x="0" y="42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 Product">
  <p:cSld name="Content w/ Product">
    <p:spTree>
      <p:nvGrpSpPr>
        <p:cNvPr id="537" name="Shape 537"/>
        <p:cNvGrpSpPr/>
        <p:nvPr/>
      </p:nvGrpSpPr>
      <p:grpSpPr>
        <a:xfrm>
          <a:off x="0" y="0"/>
          <a:ext cx="0" cy="0"/>
          <a:chOff x="0" y="0"/>
          <a:chExt cx="0" cy="0"/>
        </a:xfrm>
      </p:grpSpPr>
      <p:sp>
        <p:nvSpPr>
          <p:cNvPr id="538" name="Google Shape;538;p117"/>
          <p:cNvSpPr/>
          <p:nvPr>
            <p:ph idx="2" type="pic"/>
          </p:nvPr>
        </p:nvSpPr>
        <p:spPr>
          <a:xfrm>
            <a:off x="0" y="0"/>
            <a:ext cx="4572000" cy="6858000"/>
          </a:xfrm>
          <a:prstGeom prst="rect">
            <a:avLst/>
          </a:prstGeom>
          <a:noFill/>
          <a:ln>
            <a:noFill/>
          </a:ln>
        </p:spPr>
      </p:sp>
      <p:sp>
        <p:nvSpPr>
          <p:cNvPr id="539" name="Google Shape;539;p117"/>
          <p:cNvSpPr txBox="1"/>
          <p:nvPr>
            <p:ph idx="1" type="body"/>
          </p:nvPr>
        </p:nvSpPr>
        <p:spPr>
          <a:xfrm>
            <a:off x="5143649" y="1307593"/>
            <a:ext cx="3429894" cy="4788408"/>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75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1pPr>
            <a:lvl2pPr indent="-314325" lvl="1" marL="914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2pPr>
            <a:lvl3pPr indent="-314325" lvl="2" marL="1371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40" name="Google Shape;540;p117"/>
          <p:cNvSpPr txBox="1"/>
          <p:nvPr>
            <p:ph type="title"/>
          </p:nvPr>
        </p:nvSpPr>
        <p:spPr>
          <a:xfrm>
            <a:off x="5143649" y="442528"/>
            <a:ext cx="3429894"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dk1"/>
              </a:buClr>
              <a:buSzPts val="2401"/>
              <a:buFont typeface="Arial"/>
              <a:buNone/>
              <a:defRPr b="1" i="0" sz="2401"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1" name="Google Shape;541;p117"/>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 Product_Black" showMasterSp="0">
  <p:cSld name="Content w/ Product_Black">
    <p:bg>
      <p:bgPr>
        <a:solidFill>
          <a:srgbClr val="1E0013"/>
        </a:solidFill>
      </p:bgPr>
    </p:bg>
    <p:spTree>
      <p:nvGrpSpPr>
        <p:cNvPr id="542" name="Shape 542"/>
        <p:cNvGrpSpPr/>
        <p:nvPr/>
      </p:nvGrpSpPr>
      <p:grpSpPr>
        <a:xfrm>
          <a:off x="0" y="0"/>
          <a:ext cx="0" cy="0"/>
          <a:chOff x="0" y="0"/>
          <a:chExt cx="0" cy="0"/>
        </a:xfrm>
      </p:grpSpPr>
      <p:sp>
        <p:nvSpPr>
          <p:cNvPr id="543" name="Google Shape;543;p118"/>
          <p:cNvSpPr/>
          <p:nvPr>
            <p:ph idx="2" type="pic"/>
          </p:nvPr>
        </p:nvSpPr>
        <p:spPr>
          <a:xfrm>
            <a:off x="0" y="0"/>
            <a:ext cx="4572000" cy="6858000"/>
          </a:xfrm>
          <a:prstGeom prst="rect">
            <a:avLst/>
          </a:prstGeom>
          <a:noFill/>
          <a:ln>
            <a:noFill/>
          </a:ln>
        </p:spPr>
      </p:sp>
      <p:sp>
        <p:nvSpPr>
          <p:cNvPr id="544" name="Google Shape;544;p118"/>
          <p:cNvSpPr txBox="1"/>
          <p:nvPr>
            <p:ph idx="1" type="body"/>
          </p:nvPr>
        </p:nvSpPr>
        <p:spPr>
          <a:xfrm>
            <a:off x="5143650" y="1307592"/>
            <a:ext cx="3429893" cy="4788408"/>
          </a:xfrm>
          <a:prstGeom prst="rect">
            <a:avLst/>
          </a:prstGeom>
          <a:noFill/>
          <a:ln>
            <a:noFill/>
          </a:ln>
        </p:spPr>
        <p:txBody>
          <a:bodyPr anchorCtr="0" anchor="t" bIns="0" lIns="0" spcFirstLastPara="1" rIns="0" wrap="square" tIns="0">
            <a:noAutofit/>
          </a:bodyPr>
          <a:lstStyle>
            <a:lvl1pPr indent="-323850" lvl="0" marL="457200" marR="0" rtl="0" algn="l">
              <a:lnSpc>
                <a:spcPct val="90000"/>
              </a:lnSpc>
              <a:spcBef>
                <a:spcPts val="375"/>
              </a:spcBef>
              <a:spcAft>
                <a:spcPts val="0"/>
              </a:spcAft>
              <a:buClr>
                <a:schemeClr val="lt1"/>
              </a:buClr>
              <a:buSzPts val="1500"/>
              <a:buFont typeface="Arial"/>
              <a:buChar char="•"/>
              <a:defRPr b="0" i="0" sz="1500" u="none" cap="none" strike="noStrike">
                <a:solidFill>
                  <a:schemeClr val="lt1"/>
                </a:solidFill>
                <a:latin typeface="Arial"/>
                <a:ea typeface="Arial"/>
                <a:cs typeface="Arial"/>
                <a:sym typeface="Arial"/>
              </a:defRPr>
            </a:lvl1pPr>
            <a:lvl2pPr indent="-314325" lvl="1" marL="9144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2pPr>
            <a:lvl3pPr indent="-314325" lvl="2" marL="13716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3pPr>
            <a:lvl4pPr indent="-314325" lvl="3" marL="18288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4pPr>
            <a:lvl5pPr indent="-314325" lvl="4" marL="2286000" marR="0" rtl="0" algn="l">
              <a:lnSpc>
                <a:spcPct val="90000"/>
              </a:lnSpc>
              <a:spcBef>
                <a:spcPts val="375"/>
              </a:spcBef>
              <a:spcAft>
                <a:spcPts val="0"/>
              </a:spcAft>
              <a:buClr>
                <a:schemeClr val="lt1"/>
              </a:buClr>
              <a:buSzPts val="1350"/>
              <a:buFont typeface="Arial"/>
              <a:buChar char="-"/>
              <a:defRPr b="0" i="0" sz="1350" u="none" cap="none" strike="noStrike">
                <a:solidFill>
                  <a:schemeClr val="lt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45" name="Google Shape;545;p118"/>
          <p:cNvSpPr txBox="1"/>
          <p:nvPr>
            <p:ph type="title"/>
          </p:nvPr>
        </p:nvSpPr>
        <p:spPr>
          <a:xfrm>
            <a:off x="5143650" y="442528"/>
            <a:ext cx="3429894" cy="314060"/>
          </a:xfrm>
          <a:prstGeom prst="rect">
            <a:avLst/>
          </a:prstGeom>
          <a:noFill/>
          <a:ln>
            <a:noFill/>
          </a:ln>
        </p:spPr>
        <p:txBody>
          <a:bodyPr anchorCtr="0" anchor="t" bIns="0" lIns="0" spcFirstLastPara="1" rIns="0" wrap="square" tIns="0">
            <a:spAutoFit/>
          </a:bodyPr>
          <a:lstStyle>
            <a:lvl1pPr lvl="0" marR="0" rtl="0" algn="l">
              <a:lnSpc>
                <a:spcPct val="85000"/>
              </a:lnSpc>
              <a:spcBef>
                <a:spcPts val="0"/>
              </a:spcBef>
              <a:spcAft>
                <a:spcPts val="0"/>
              </a:spcAft>
              <a:buClr>
                <a:schemeClr val="lt1"/>
              </a:buClr>
              <a:buSzPts val="2401"/>
              <a:buFont typeface="Arial"/>
              <a:buNone/>
              <a:defRPr b="1" i="0" sz="2401"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6" name="Google Shape;546;p118"/>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Slide">
  <p:cSld name="Chart Slide">
    <p:spTree>
      <p:nvGrpSpPr>
        <p:cNvPr id="547" name="Shape 547"/>
        <p:cNvGrpSpPr/>
        <p:nvPr/>
      </p:nvGrpSpPr>
      <p:grpSpPr>
        <a:xfrm>
          <a:off x="0" y="0"/>
          <a:ext cx="0" cy="0"/>
          <a:chOff x="0" y="0"/>
          <a:chExt cx="0" cy="0"/>
        </a:xfrm>
      </p:grpSpPr>
      <p:sp>
        <p:nvSpPr>
          <p:cNvPr id="548" name="Google Shape;548;p119"/>
          <p:cNvSpPr txBox="1"/>
          <p:nvPr>
            <p:ph type="title"/>
          </p:nvPr>
        </p:nvSpPr>
        <p:spPr>
          <a:xfrm>
            <a:off x="570458" y="442528"/>
            <a:ext cx="8005371" cy="314060"/>
          </a:xfrm>
          <a:prstGeom prst="rect">
            <a:avLst/>
          </a:prstGeom>
          <a:noFill/>
          <a:ln>
            <a:noFill/>
          </a:ln>
        </p:spPr>
        <p:txBody>
          <a:bodyPr anchorCtr="0" anchor="t" bIns="0" lIns="0" spcFirstLastPara="1" rIns="0" wrap="square" tIns="0">
            <a:spAutoFit/>
          </a:bodyPr>
          <a:lstStyle>
            <a:lvl1pPr lvl="0" marR="0" rtl="0" algn="l">
              <a:lnSpc>
                <a:spcPct val="85000"/>
              </a:lnSpc>
              <a:spcBef>
                <a:spcPts val="0"/>
              </a:spcBef>
              <a:spcAft>
                <a:spcPts val="0"/>
              </a:spcAft>
              <a:buClr>
                <a:schemeClr val="dk1"/>
              </a:buClr>
              <a:buSzPts val="2401"/>
              <a:buFont typeface="Arial"/>
              <a:buNone/>
              <a:defRPr b="1" i="0" sz="2401"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9" name="Google Shape;549;p119"/>
          <p:cNvSpPr/>
          <p:nvPr>
            <p:ph idx="2" type="chart"/>
          </p:nvPr>
        </p:nvSpPr>
        <p:spPr>
          <a:xfrm>
            <a:off x="570459" y="1524000"/>
            <a:ext cx="8003084" cy="4572000"/>
          </a:xfrm>
          <a:prstGeom prst="rect">
            <a:avLst/>
          </a:prstGeom>
          <a:noFill/>
          <a:ln>
            <a:noFill/>
          </a:ln>
        </p:spPr>
        <p:txBody>
          <a:bodyPr anchorCtr="0" anchor="ctr" bIns="60925" lIns="121875" spcFirstLastPara="1" rIns="121875" wrap="square" tIns="853275">
            <a:noAutofit/>
          </a:bodyPr>
          <a:lstStyle>
            <a:lvl1pPr lvl="0" marR="0" rtl="0" algn="ctr">
              <a:spcBef>
                <a:spcPts val="360"/>
              </a:spcBef>
              <a:spcAft>
                <a:spcPts val="0"/>
              </a:spcAft>
              <a:buClr>
                <a:schemeClr val="lt2"/>
              </a:buClr>
              <a:buSzPts val="1800"/>
              <a:buFont typeface="Arial"/>
              <a:buNone/>
              <a:defRPr b="0" i="0" sz="1800" u="none" cap="none" strike="noStrike">
                <a:solidFill>
                  <a:schemeClr val="lt2"/>
                </a:solidFill>
                <a:latin typeface="Arial"/>
                <a:ea typeface="Arial"/>
                <a:cs typeface="Arial"/>
                <a:sym typeface="Arial"/>
              </a:defRPr>
            </a:lvl1pPr>
            <a:lvl2pPr lvl="1" marR="0" rtl="0" algn="l">
              <a:spcBef>
                <a:spcPts val="555"/>
              </a:spcBef>
              <a:spcAft>
                <a:spcPts val="0"/>
              </a:spcAft>
              <a:buClr>
                <a:schemeClr val="dk1"/>
              </a:buClr>
              <a:buSzPts val="2776"/>
              <a:buFont typeface="Arial"/>
              <a:buChar char="–"/>
              <a:defRPr b="0" i="0" sz="2776"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1"/>
              <a:buFont typeface="Arial"/>
              <a:buChar char="-"/>
              <a:defRPr b="0" i="0" sz="2401" u="none" cap="none" strike="noStrike">
                <a:solidFill>
                  <a:schemeClr val="dk1"/>
                </a:solidFill>
                <a:latin typeface="Arial"/>
                <a:ea typeface="Arial"/>
                <a:cs typeface="Arial"/>
                <a:sym typeface="Arial"/>
              </a:defRPr>
            </a:lvl3pPr>
            <a:lvl4pPr lvl="3"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4pPr>
            <a:lvl5pPr lvl="4"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5pPr>
            <a:lvl6pPr lvl="5"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lvl="6"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lvl="7"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lvl="8"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
        <p:nvSpPr>
          <p:cNvPr id="550" name="Google Shape;550;p119"/>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Slide_Black" showMasterSp="0">
  <p:cSld name="Chart Slide_Black">
    <p:bg>
      <p:bgPr>
        <a:solidFill>
          <a:srgbClr val="1E0013"/>
        </a:solidFill>
      </p:bgPr>
    </p:bg>
    <p:spTree>
      <p:nvGrpSpPr>
        <p:cNvPr id="551" name="Shape 551"/>
        <p:cNvGrpSpPr/>
        <p:nvPr/>
      </p:nvGrpSpPr>
      <p:grpSpPr>
        <a:xfrm>
          <a:off x="0" y="0"/>
          <a:ext cx="0" cy="0"/>
          <a:chOff x="0" y="0"/>
          <a:chExt cx="0" cy="0"/>
        </a:xfrm>
      </p:grpSpPr>
      <p:sp>
        <p:nvSpPr>
          <p:cNvPr id="552" name="Google Shape;552;p120"/>
          <p:cNvSpPr txBox="1"/>
          <p:nvPr>
            <p:ph type="title"/>
          </p:nvPr>
        </p:nvSpPr>
        <p:spPr>
          <a:xfrm>
            <a:off x="570458" y="442528"/>
            <a:ext cx="8003085" cy="418576"/>
          </a:xfrm>
          <a:prstGeom prst="rect">
            <a:avLst/>
          </a:prstGeom>
          <a:noFill/>
          <a:ln>
            <a:noFill/>
          </a:ln>
        </p:spPr>
        <p:txBody>
          <a:bodyPr anchorCtr="0" anchor="t" bIns="0" lIns="0" spcFirstLastPara="1" rIns="0" wrap="square" tIns="0">
            <a:noAutofit/>
          </a:bodyPr>
          <a:lstStyle>
            <a:lvl1pPr lvl="0" marR="0" rtl="0" algn="l">
              <a:lnSpc>
                <a:spcPct val="85000"/>
              </a:lnSpc>
              <a:spcBef>
                <a:spcPts val="0"/>
              </a:spcBef>
              <a:spcAft>
                <a:spcPts val="0"/>
              </a:spcAft>
              <a:buClr>
                <a:schemeClr val="lt1"/>
              </a:buClr>
              <a:buSzPts val="2401"/>
              <a:buFont typeface="Arial"/>
              <a:buNone/>
              <a:defRPr b="1" i="0" sz="2401"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53" name="Google Shape;553;p120"/>
          <p:cNvSpPr/>
          <p:nvPr>
            <p:ph idx="2" type="chart"/>
          </p:nvPr>
        </p:nvSpPr>
        <p:spPr>
          <a:xfrm>
            <a:off x="570459" y="1524000"/>
            <a:ext cx="8003084" cy="4572001"/>
          </a:xfrm>
          <a:prstGeom prst="rect">
            <a:avLst/>
          </a:prstGeom>
          <a:noFill/>
          <a:ln>
            <a:noFill/>
          </a:ln>
        </p:spPr>
        <p:txBody>
          <a:bodyPr anchorCtr="0" anchor="ctr" bIns="60925" lIns="121875" spcFirstLastPara="1" rIns="121875" wrap="square" tIns="853275">
            <a:noAutofit/>
          </a:bodyPr>
          <a:lstStyle>
            <a:lvl1pPr lvl="0" marR="0" rtl="0" algn="ctr">
              <a:spcBef>
                <a:spcPts val="36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lvl="1" marR="0" rtl="0" algn="l">
              <a:spcBef>
                <a:spcPts val="555"/>
              </a:spcBef>
              <a:spcAft>
                <a:spcPts val="0"/>
              </a:spcAft>
              <a:buClr>
                <a:schemeClr val="dk1"/>
              </a:buClr>
              <a:buSzPts val="2776"/>
              <a:buFont typeface="Arial"/>
              <a:buChar char="–"/>
              <a:defRPr b="0" i="0" sz="2776" u="none" cap="none" strike="noStrike">
                <a:solidFill>
                  <a:schemeClr val="dk1"/>
                </a:solidFill>
                <a:latin typeface="Arial"/>
                <a:ea typeface="Arial"/>
                <a:cs typeface="Arial"/>
                <a:sym typeface="Arial"/>
              </a:defRPr>
            </a:lvl2pPr>
            <a:lvl3pPr lvl="2" marR="0" rtl="0" algn="l">
              <a:spcBef>
                <a:spcPts val="480"/>
              </a:spcBef>
              <a:spcAft>
                <a:spcPts val="0"/>
              </a:spcAft>
              <a:buClr>
                <a:schemeClr val="dk1"/>
              </a:buClr>
              <a:buSzPts val="2401"/>
              <a:buFont typeface="Arial"/>
              <a:buChar char="-"/>
              <a:defRPr b="0" i="0" sz="2401" u="none" cap="none" strike="noStrike">
                <a:solidFill>
                  <a:schemeClr val="dk1"/>
                </a:solidFill>
                <a:latin typeface="Arial"/>
                <a:ea typeface="Arial"/>
                <a:cs typeface="Arial"/>
                <a:sym typeface="Arial"/>
              </a:defRPr>
            </a:lvl3pPr>
            <a:lvl4pPr lvl="3"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4pPr>
            <a:lvl5pPr lvl="4"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5pPr>
            <a:lvl6pPr lvl="5"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6pPr>
            <a:lvl7pPr lvl="6"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7pPr>
            <a:lvl8pPr lvl="7"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8pPr>
            <a:lvl9pPr lvl="8" marR="0" rtl="0" algn="l">
              <a:spcBef>
                <a:spcPts val="405"/>
              </a:spcBef>
              <a:spcAft>
                <a:spcPts val="0"/>
              </a:spcAft>
              <a:buClr>
                <a:schemeClr val="dk1"/>
              </a:buClr>
              <a:buSzPts val="2026"/>
              <a:buFont typeface="Arial"/>
              <a:buChar char="•"/>
              <a:defRPr b="0" i="0" sz="2026" u="none" cap="none" strike="noStrike">
                <a:solidFill>
                  <a:schemeClr val="dk1"/>
                </a:solidFill>
                <a:latin typeface="Arial"/>
                <a:ea typeface="Arial"/>
                <a:cs typeface="Arial"/>
                <a:sym typeface="Arial"/>
              </a:defRPr>
            </a:lvl9pPr>
          </a:lstStyle>
          <a:p/>
        </p:txBody>
      </p:sp>
      <p:sp>
        <p:nvSpPr>
          <p:cNvPr id="554" name="Google Shape;554;p120"/>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555" name="Shape 555"/>
        <p:cNvGrpSpPr/>
        <p:nvPr/>
      </p:nvGrpSpPr>
      <p:grpSpPr>
        <a:xfrm>
          <a:off x="0" y="0"/>
          <a:ext cx="0" cy="0"/>
          <a:chOff x="0" y="0"/>
          <a:chExt cx="0" cy="0"/>
        </a:xfrm>
      </p:grpSpPr>
      <p:sp>
        <p:nvSpPr>
          <p:cNvPr id="556" name="Google Shape;556;p121"/>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_Black" showMasterSp="0">
  <p:cSld name="Blank Slide_Black">
    <p:bg>
      <p:bgPr>
        <a:solidFill>
          <a:srgbClr val="1E0013"/>
        </a:solidFill>
      </p:bgPr>
    </p:bg>
    <p:spTree>
      <p:nvGrpSpPr>
        <p:cNvPr id="557" name="Shape 557"/>
        <p:cNvGrpSpPr/>
        <p:nvPr/>
      </p:nvGrpSpPr>
      <p:grpSpPr>
        <a:xfrm>
          <a:off x="0" y="0"/>
          <a:ext cx="0" cy="0"/>
          <a:chOff x="0" y="0"/>
          <a:chExt cx="0" cy="0"/>
        </a:xfrm>
      </p:grpSpPr>
      <p:sp>
        <p:nvSpPr>
          <p:cNvPr id="558" name="Google Shape;558;p122"/>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algn="ctr">
              <a:spcBef>
                <a:spcPts val="0"/>
              </a:spcBef>
              <a:buNone/>
              <a:defRPr sz="750">
                <a:solidFill>
                  <a:schemeClr val="lt1"/>
                </a:solidFill>
                <a:latin typeface="Arial"/>
                <a:ea typeface="Arial"/>
                <a:cs typeface="Arial"/>
                <a:sym typeface="Arial"/>
              </a:defRPr>
            </a:lvl1pPr>
            <a:lvl2pPr indent="0" lvl="1" marL="0" algn="ctr">
              <a:spcBef>
                <a:spcPts val="0"/>
              </a:spcBef>
              <a:buNone/>
              <a:defRPr sz="750">
                <a:solidFill>
                  <a:schemeClr val="lt1"/>
                </a:solidFill>
                <a:latin typeface="Arial"/>
                <a:ea typeface="Arial"/>
                <a:cs typeface="Arial"/>
                <a:sym typeface="Arial"/>
              </a:defRPr>
            </a:lvl2pPr>
            <a:lvl3pPr indent="0" lvl="2" marL="0" algn="ctr">
              <a:spcBef>
                <a:spcPts val="0"/>
              </a:spcBef>
              <a:buNone/>
              <a:defRPr sz="750">
                <a:solidFill>
                  <a:schemeClr val="lt1"/>
                </a:solidFill>
                <a:latin typeface="Arial"/>
                <a:ea typeface="Arial"/>
                <a:cs typeface="Arial"/>
                <a:sym typeface="Arial"/>
              </a:defRPr>
            </a:lvl3pPr>
            <a:lvl4pPr indent="0" lvl="3" marL="0" algn="ctr">
              <a:spcBef>
                <a:spcPts val="0"/>
              </a:spcBef>
              <a:buNone/>
              <a:defRPr sz="750">
                <a:solidFill>
                  <a:schemeClr val="lt1"/>
                </a:solidFill>
                <a:latin typeface="Arial"/>
                <a:ea typeface="Arial"/>
                <a:cs typeface="Arial"/>
                <a:sym typeface="Arial"/>
              </a:defRPr>
            </a:lvl4pPr>
            <a:lvl5pPr indent="0" lvl="4" marL="0" algn="ctr">
              <a:spcBef>
                <a:spcPts val="0"/>
              </a:spcBef>
              <a:buNone/>
              <a:defRPr sz="750">
                <a:solidFill>
                  <a:schemeClr val="lt1"/>
                </a:solidFill>
                <a:latin typeface="Arial"/>
                <a:ea typeface="Arial"/>
                <a:cs typeface="Arial"/>
                <a:sym typeface="Arial"/>
              </a:defRPr>
            </a:lvl5pPr>
            <a:lvl6pPr indent="0" lvl="5" marL="0" algn="ctr">
              <a:spcBef>
                <a:spcPts val="0"/>
              </a:spcBef>
              <a:buNone/>
              <a:defRPr sz="750">
                <a:solidFill>
                  <a:schemeClr val="lt1"/>
                </a:solidFill>
                <a:latin typeface="Arial"/>
                <a:ea typeface="Arial"/>
                <a:cs typeface="Arial"/>
                <a:sym typeface="Arial"/>
              </a:defRPr>
            </a:lvl6pPr>
            <a:lvl7pPr indent="0" lvl="6" marL="0" algn="ctr">
              <a:spcBef>
                <a:spcPts val="0"/>
              </a:spcBef>
              <a:buNone/>
              <a:defRPr sz="750">
                <a:solidFill>
                  <a:schemeClr val="lt1"/>
                </a:solidFill>
                <a:latin typeface="Arial"/>
                <a:ea typeface="Arial"/>
                <a:cs typeface="Arial"/>
                <a:sym typeface="Arial"/>
              </a:defRPr>
            </a:lvl7pPr>
            <a:lvl8pPr indent="0" lvl="7" marL="0" algn="ctr">
              <a:spcBef>
                <a:spcPts val="0"/>
              </a:spcBef>
              <a:buNone/>
              <a:defRPr sz="750">
                <a:solidFill>
                  <a:schemeClr val="lt1"/>
                </a:solidFill>
                <a:latin typeface="Arial"/>
                <a:ea typeface="Arial"/>
                <a:cs typeface="Arial"/>
                <a:sym typeface="Arial"/>
              </a:defRPr>
            </a:lvl8pPr>
            <a:lvl9pPr indent="0" lvl="8" marL="0" algn="ctr">
              <a:spcBef>
                <a:spcPts val="0"/>
              </a:spcBef>
              <a:buNone/>
              <a:defRPr sz="750">
                <a:solidFill>
                  <a:schemeClr val="lt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lt1"/>
        </a:solidFill>
      </p:bgPr>
    </p:bg>
    <p:spTree>
      <p:nvGrpSpPr>
        <p:cNvPr id="559" name="Shape 559"/>
        <p:cNvGrpSpPr/>
        <p:nvPr/>
      </p:nvGrpSpPr>
      <p:grpSpPr>
        <a:xfrm>
          <a:off x="0" y="0"/>
          <a:ext cx="0" cy="0"/>
          <a:chOff x="0" y="0"/>
          <a:chExt cx="0" cy="0"/>
        </a:xfrm>
      </p:grpSpPr>
      <p:grpSp>
        <p:nvGrpSpPr>
          <p:cNvPr id="560" name="Google Shape;560;p123"/>
          <p:cNvGrpSpPr/>
          <p:nvPr/>
        </p:nvGrpSpPr>
        <p:grpSpPr>
          <a:xfrm>
            <a:off x="1154511" y="3561908"/>
            <a:ext cx="5890067" cy="1769127"/>
            <a:chOff x="541049" y="2649538"/>
            <a:chExt cx="9285724" cy="2092325"/>
          </a:xfrm>
        </p:grpSpPr>
        <p:sp>
          <p:nvSpPr>
            <p:cNvPr id="561" name="Google Shape;561;p123"/>
            <p:cNvSpPr/>
            <p:nvPr/>
          </p:nvSpPr>
          <p:spPr>
            <a:xfrm>
              <a:off x="541049" y="2809876"/>
              <a:ext cx="963613" cy="1928813"/>
            </a:xfrm>
            <a:custGeom>
              <a:rect b="b" l="l" r="r" t="t"/>
              <a:pathLst>
                <a:path extrusionOk="0" h="600" w="301">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62" name="Google Shape;562;p123"/>
            <p:cNvSpPr/>
            <p:nvPr/>
          </p:nvSpPr>
          <p:spPr>
            <a:xfrm>
              <a:off x="1708151" y="2649538"/>
              <a:ext cx="1382713" cy="2063750"/>
            </a:xfrm>
            <a:custGeom>
              <a:rect b="b" l="l" r="r" t="t"/>
              <a:pathLst>
                <a:path extrusionOk="0" h="642" w="43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63" name="Google Shape;563;p123"/>
            <p:cNvSpPr/>
            <p:nvPr/>
          </p:nvSpPr>
          <p:spPr>
            <a:xfrm>
              <a:off x="3261304" y="3179763"/>
              <a:ext cx="1390650" cy="1562100"/>
            </a:xfrm>
            <a:custGeom>
              <a:rect b="b" l="l" r="r" t="t"/>
              <a:pathLst>
                <a:path extrusionOk="0" h="486" w="434">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64" name="Google Shape;564;p123"/>
            <p:cNvSpPr/>
            <p:nvPr/>
          </p:nvSpPr>
          <p:spPr>
            <a:xfrm>
              <a:off x="4859916" y="3170238"/>
              <a:ext cx="1384300" cy="1543050"/>
            </a:xfrm>
            <a:custGeom>
              <a:rect b="b" l="l" r="r" t="t"/>
              <a:pathLst>
                <a:path extrusionOk="0" h="480" w="432">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65" name="Google Shape;565;p123"/>
            <p:cNvSpPr/>
            <p:nvPr/>
          </p:nvSpPr>
          <p:spPr>
            <a:xfrm>
              <a:off x="6436593" y="2649538"/>
              <a:ext cx="1460500" cy="2063750"/>
            </a:xfrm>
            <a:custGeom>
              <a:rect b="b" l="l" r="r" t="t"/>
              <a:pathLst>
                <a:path extrusionOk="0" h="1300" w="92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66" name="Google Shape;566;p123"/>
            <p:cNvSpPr/>
            <p:nvPr/>
          </p:nvSpPr>
          <p:spPr>
            <a:xfrm>
              <a:off x="7919896" y="3173413"/>
              <a:ext cx="1227138" cy="1568450"/>
            </a:xfrm>
            <a:custGeom>
              <a:rect b="b" l="l" r="r" t="t"/>
              <a:pathLst>
                <a:path extrusionOk="0" h="488" w="383">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67" name="Google Shape;567;p123"/>
            <p:cNvSpPr/>
            <p:nvPr/>
          </p:nvSpPr>
          <p:spPr>
            <a:xfrm>
              <a:off x="9282260" y="4167188"/>
              <a:ext cx="544513" cy="546100"/>
            </a:xfrm>
            <a:prstGeom prst="ellipse">
              <a:avLst/>
            </a:pr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grpSp>
        <p:nvGrpSpPr>
          <p:cNvPr id="568" name="Google Shape;568;p123"/>
          <p:cNvGrpSpPr/>
          <p:nvPr/>
        </p:nvGrpSpPr>
        <p:grpSpPr>
          <a:xfrm>
            <a:off x="7044578" y="767096"/>
            <a:ext cx="2100612" cy="1898696"/>
            <a:chOff x="9390324" y="767096"/>
            <a:chExt cx="2800087" cy="1898696"/>
          </a:xfrm>
        </p:grpSpPr>
        <p:grpSp>
          <p:nvGrpSpPr>
            <p:cNvPr id="569" name="Google Shape;569;p123"/>
            <p:cNvGrpSpPr/>
            <p:nvPr/>
          </p:nvGrpSpPr>
          <p:grpSpPr>
            <a:xfrm>
              <a:off x="9390324" y="936748"/>
              <a:ext cx="1965963" cy="1042086"/>
              <a:chOff x="4988072" y="501936"/>
              <a:chExt cx="1978802" cy="1051017"/>
            </a:xfrm>
          </p:grpSpPr>
          <p:sp>
            <p:nvSpPr>
              <p:cNvPr id="570" name="Google Shape;570;p123"/>
              <p:cNvSpPr/>
              <p:nvPr/>
            </p:nvSpPr>
            <p:spPr>
              <a:xfrm>
                <a:off x="5559016" y="501936"/>
                <a:ext cx="218094" cy="282813"/>
              </a:xfrm>
              <a:custGeom>
                <a:rect b="b" l="l" r="r" t="t"/>
                <a:pathLst>
                  <a:path extrusionOk="0" h="651" w="502">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71" name="Google Shape;571;p123"/>
              <p:cNvSpPr/>
              <p:nvPr/>
            </p:nvSpPr>
            <p:spPr>
              <a:xfrm>
                <a:off x="5791295" y="566212"/>
                <a:ext cx="322264" cy="214547"/>
              </a:xfrm>
              <a:custGeom>
                <a:rect b="b" l="l" r="r" t="t"/>
                <a:pathLst>
                  <a:path extrusionOk="0" h="494" w="741">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72" name="Google Shape;572;p123"/>
              <p:cNvSpPr/>
              <p:nvPr/>
            </p:nvSpPr>
            <p:spPr>
              <a:xfrm>
                <a:off x="6125971" y="567985"/>
                <a:ext cx="193713" cy="216764"/>
              </a:xfrm>
              <a:custGeom>
                <a:rect b="b" l="l" r="r" t="t"/>
                <a:pathLst>
                  <a:path extrusionOk="0" h="499" w="446">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73" name="Google Shape;573;p123"/>
              <p:cNvSpPr/>
              <p:nvPr/>
            </p:nvSpPr>
            <p:spPr>
              <a:xfrm>
                <a:off x="6336529" y="564438"/>
                <a:ext cx="127665" cy="216321"/>
              </a:xfrm>
              <a:custGeom>
                <a:rect b="b" l="l" r="r" t="t"/>
                <a:pathLst>
                  <a:path extrusionOk="0" h="498" w="293">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74" name="Google Shape;574;p123"/>
              <p:cNvSpPr/>
              <p:nvPr/>
            </p:nvSpPr>
            <p:spPr>
              <a:xfrm>
                <a:off x="6475719" y="516121"/>
                <a:ext cx="134757" cy="268184"/>
              </a:xfrm>
              <a:custGeom>
                <a:rect b="b" l="l" r="r" t="t"/>
                <a:pathLst>
                  <a:path extrusionOk="0" h="617" w="310">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75" name="Google Shape;575;p123"/>
              <p:cNvSpPr/>
              <p:nvPr/>
            </p:nvSpPr>
            <p:spPr>
              <a:xfrm>
                <a:off x="6618455" y="566212"/>
                <a:ext cx="207012" cy="219424"/>
              </a:xfrm>
              <a:custGeom>
                <a:rect b="b" l="l" r="r" t="t"/>
                <a:pathLst>
                  <a:path extrusionOk="0" h="505" w="476">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76" name="Google Shape;576;p123"/>
              <p:cNvSpPr/>
              <p:nvPr/>
            </p:nvSpPr>
            <p:spPr>
              <a:xfrm>
                <a:off x="6837879" y="564438"/>
                <a:ext cx="127221" cy="216321"/>
              </a:xfrm>
              <a:custGeom>
                <a:rect b="b" l="l" r="r" t="t"/>
                <a:pathLst>
                  <a:path extrusionOk="0" h="498" w="293">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77" name="Google Shape;577;p123"/>
              <p:cNvSpPr/>
              <p:nvPr/>
            </p:nvSpPr>
            <p:spPr>
              <a:xfrm>
                <a:off x="4988072" y="888476"/>
                <a:ext cx="134757" cy="268628"/>
              </a:xfrm>
              <a:custGeom>
                <a:rect b="b" l="l" r="r" t="t"/>
                <a:pathLst>
                  <a:path extrusionOk="0" h="618" w="310">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78" name="Google Shape;578;p123"/>
              <p:cNvSpPr/>
              <p:nvPr/>
            </p:nvSpPr>
            <p:spPr>
              <a:xfrm>
                <a:off x="5131251" y="938123"/>
                <a:ext cx="207455" cy="219867"/>
              </a:xfrm>
              <a:custGeom>
                <a:rect b="b" l="l" r="r" t="t"/>
                <a:pathLst>
                  <a:path extrusionOk="0" h="505" w="477">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79" name="Google Shape;579;p123"/>
              <p:cNvSpPr/>
              <p:nvPr/>
            </p:nvSpPr>
            <p:spPr>
              <a:xfrm>
                <a:off x="5348015" y="938123"/>
                <a:ext cx="195486" cy="219867"/>
              </a:xfrm>
              <a:custGeom>
                <a:rect b="b" l="l" r="r" t="t"/>
                <a:pathLst>
                  <a:path extrusionOk="0" h="505" w="450">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80" name="Google Shape;580;p123"/>
              <p:cNvSpPr/>
              <p:nvPr/>
            </p:nvSpPr>
            <p:spPr>
              <a:xfrm>
                <a:off x="5553254" y="866312"/>
                <a:ext cx="193270" cy="286802"/>
              </a:xfrm>
              <a:custGeom>
                <a:rect b="b" l="l" r="r" t="t"/>
                <a:pathLst>
                  <a:path extrusionOk="0" h="660" w="445">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81" name="Google Shape;581;p123"/>
              <p:cNvSpPr/>
              <p:nvPr/>
            </p:nvSpPr>
            <p:spPr>
              <a:xfrm>
                <a:off x="5762039" y="938123"/>
                <a:ext cx="192827" cy="214991"/>
              </a:xfrm>
              <a:custGeom>
                <a:rect b="b" l="l" r="r" t="t"/>
                <a:pathLst>
                  <a:path extrusionOk="0" h="494" w="44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82" name="Google Shape;582;p123"/>
              <p:cNvSpPr/>
              <p:nvPr/>
            </p:nvSpPr>
            <p:spPr>
              <a:xfrm>
                <a:off x="5967277" y="938123"/>
                <a:ext cx="228289" cy="219867"/>
              </a:xfrm>
              <a:custGeom>
                <a:rect b="b" l="l" r="r" t="t"/>
                <a:pathLst>
                  <a:path extrusionOk="0" h="505" w="52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83" name="Google Shape;583;p123"/>
              <p:cNvSpPr/>
              <p:nvPr/>
            </p:nvSpPr>
            <p:spPr>
              <a:xfrm>
                <a:off x="6207091" y="866312"/>
                <a:ext cx="59843" cy="286802"/>
              </a:xfrm>
              <a:prstGeom prst="rect">
                <a:avLst/>
              </a:pr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84" name="Google Shape;584;p123"/>
              <p:cNvSpPr/>
              <p:nvPr/>
            </p:nvSpPr>
            <p:spPr>
              <a:xfrm>
                <a:off x="6278460" y="938123"/>
                <a:ext cx="228732" cy="219867"/>
              </a:xfrm>
              <a:custGeom>
                <a:rect b="b" l="l" r="r" t="t"/>
                <a:pathLst>
                  <a:path extrusionOk="0" h="505" w="526">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85" name="Google Shape;585;p123"/>
              <p:cNvSpPr/>
              <p:nvPr/>
            </p:nvSpPr>
            <p:spPr>
              <a:xfrm>
                <a:off x="6516057" y="938123"/>
                <a:ext cx="221197" cy="278823"/>
              </a:xfrm>
              <a:custGeom>
                <a:rect b="b" l="l" r="r" t="t"/>
                <a:pathLst>
                  <a:path extrusionOk="0" h="641" w="509">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86" name="Google Shape;586;p123"/>
              <p:cNvSpPr/>
              <p:nvPr/>
            </p:nvSpPr>
            <p:spPr>
              <a:xfrm>
                <a:off x="6747450" y="942113"/>
                <a:ext cx="219424" cy="275277"/>
              </a:xfrm>
              <a:custGeom>
                <a:rect b="b" l="l" r="r" t="t"/>
                <a:pathLst>
                  <a:path extrusionOk="0" h="633" w="505">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87" name="Google Shape;587;p123"/>
              <p:cNvSpPr/>
              <p:nvPr/>
            </p:nvSpPr>
            <p:spPr>
              <a:xfrm>
                <a:off x="6005842" y="1258171"/>
                <a:ext cx="132541" cy="290348"/>
              </a:xfrm>
              <a:custGeom>
                <a:rect b="b" l="l" r="r" t="t"/>
                <a:pathLst>
                  <a:path extrusionOk="0" h="667" w="305">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88" name="Google Shape;588;p123"/>
              <p:cNvSpPr/>
              <p:nvPr/>
            </p:nvSpPr>
            <p:spPr>
              <a:xfrm>
                <a:off x="6137497" y="1333086"/>
                <a:ext cx="228289" cy="219867"/>
              </a:xfrm>
              <a:custGeom>
                <a:rect b="b" l="l" r="r" t="t"/>
                <a:pathLst>
                  <a:path extrusionOk="0" h="506" w="525">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89" name="Google Shape;589;p123"/>
              <p:cNvSpPr/>
              <p:nvPr/>
            </p:nvSpPr>
            <p:spPr>
              <a:xfrm>
                <a:off x="6379084" y="1331756"/>
                <a:ext cx="127665" cy="216764"/>
              </a:xfrm>
              <a:custGeom>
                <a:rect b="b" l="l" r="r" t="t"/>
                <a:pathLst>
                  <a:path extrusionOk="0" h="498" w="293">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90" name="Google Shape;590;p123"/>
              <p:cNvSpPr/>
              <p:nvPr/>
            </p:nvSpPr>
            <p:spPr>
              <a:xfrm>
                <a:off x="6582993" y="1334859"/>
                <a:ext cx="194157" cy="217207"/>
              </a:xfrm>
              <a:custGeom>
                <a:rect b="b" l="l" r="r" t="t"/>
                <a:pathLst>
                  <a:path extrusionOk="0" h="500" w="446">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91" name="Google Shape;591;p123"/>
              <p:cNvSpPr/>
              <p:nvPr/>
            </p:nvSpPr>
            <p:spPr>
              <a:xfrm>
                <a:off x="6801973" y="1260831"/>
                <a:ext cx="59843" cy="287689"/>
              </a:xfrm>
              <a:prstGeom prst="rect">
                <a:avLst/>
              </a:pr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92" name="Google Shape;592;p123"/>
              <p:cNvSpPr/>
              <p:nvPr/>
            </p:nvSpPr>
            <p:spPr>
              <a:xfrm>
                <a:off x="6886639" y="1260831"/>
                <a:ext cx="59399" cy="287689"/>
              </a:xfrm>
              <a:prstGeom prst="rect">
                <a:avLst/>
              </a:pr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
          <p:nvSpPr>
            <p:cNvPr id="593" name="Google Shape;593;p123"/>
            <p:cNvSpPr/>
            <p:nvPr/>
          </p:nvSpPr>
          <p:spPr>
            <a:xfrm>
              <a:off x="11556230" y="767096"/>
              <a:ext cx="634181" cy="189869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nvGrpSpPr>
            <p:cNvPr id="594" name="Google Shape;594;p123"/>
            <p:cNvGrpSpPr/>
            <p:nvPr/>
          </p:nvGrpSpPr>
          <p:grpSpPr>
            <a:xfrm>
              <a:off x="11701122" y="936748"/>
              <a:ext cx="321494" cy="1552800"/>
              <a:chOff x="7313961" y="501936"/>
              <a:chExt cx="323594" cy="1566108"/>
            </a:xfrm>
          </p:grpSpPr>
          <p:sp>
            <p:nvSpPr>
              <p:cNvPr id="595" name="Google Shape;595;p123"/>
              <p:cNvSpPr/>
              <p:nvPr/>
            </p:nvSpPr>
            <p:spPr>
              <a:xfrm>
                <a:off x="7383556" y="1311808"/>
                <a:ext cx="249567" cy="247350"/>
              </a:xfrm>
              <a:custGeom>
                <a:rect b="b" l="l" r="r" t="t"/>
                <a:pathLst>
                  <a:path extrusionOk="0" h="569" w="574">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96" name="Google Shape;596;p123"/>
              <p:cNvSpPr/>
              <p:nvPr/>
            </p:nvSpPr>
            <p:spPr>
              <a:xfrm>
                <a:off x="7387546" y="755049"/>
                <a:ext cx="245577" cy="276163"/>
              </a:xfrm>
              <a:custGeom>
                <a:rect b="b" l="l" r="r" t="t"/>
                <a:pathLst>
                  <a:path extrusionOk="0" h="623" w="554">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97" name="Google Shape;597;p123"/>
              <p:cNvSpPr/>
              <p:nvPr/>
            </p:nvSpPr>
            <p:spPr>
              <a:xfrm>
                <a:off x="7383556" y="1583096"/>
                <a:ext cx="253999" cy="256659"/>
              </a:xfrm>
              <a:custGeom>
                <a:rect b="b" l="l" r="r" t="t"/>
                <a:pathLst>
                  <a:path extrusionOk="0" h="590" w="584">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98" name="Google Shape;598;p123"/>
              <p:cNvSpPr/>
              <p:nvPr/>
            </p:nvSpPr>
            <p:spPr>
              <a:xfrm>
                <a:off x="7313961" y="1846404"/>
                <a:ext cx="319161" cy="221640"/>
              </a:xfrm>
              <a:custGeom>
                <a:rect b="b" l="l" r="r" t="t"/>
                <a:pathLst>
                  <a:path extrusionOk="0" h="500" w="720">
                    <a:moveTo>
                      <a:pt x="580" y="0"/>
                    </a:moveTo>
                    <a:lnTo>
                      <a:pt x="580" y="346"/>
                    </a:lnTo>
                    <a:lnTo>
                      <a:pt x="0" y="346"/>
                    </a:lnTo>
                    <a:lnTo>
                      <a:pt x="0" y="500"/>
                    </a:lnTo>
                    <a:lnTo>
                      <a:pt x="720" y="500"/>
                    </a:lnTo>
                    <a:lnTo>
                      <a:pt x="720" y="0"/>
                    </a:lnTo>
                    <a:lnTo>
                      <a:pt x="58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599" name="Google Shape;599;p123"/>
              <p:cNvSpPr/>
              <p:nvPr/>
            </p:nvSpPr>
            <p:spPr>
              <a:xfrm>
                <a:off x="7383556" y="501936"/>
                <a:ext cx="253999" cy="263752"/>
              </a:xfrm>
              <a:custGeom>
                <a:rect b="b" l="l" r="r" t="t"/>
                <a:pathLst>
                  <a:path extrusionOk="0" h="607" w="584">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00" name="Google Shape;600;p123"/>
              <p:cNvSpPr/>
              <p:nvPr/>
            </p:nvSpPr>
            <p:spPr>
              <a:xfrm>
                <a:off x="7383556" y="1021017"/>
                <a:ext cx="253999" cy="263752"/>
              </a:xfrm>
              <a:custGeom>
                <a:rect b="b" l="l" r="r" t="t"/>
                <a:pathLst>
                  <a:path extrusionOk="0" h="607" w="584">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_Black" showMasterSp="0">
  <p:cSld name="1_Closing Slide_Black">
    <p:bg>
      <p:bgPr>
        <a:solidFill>
          <a:srgbClr val="1E0113"/>
        </a:solidFill>
      </p:bgPr>
    </p:bg>
    <p:spTree>
      <p:nvGrpSpPr>
        <p:cNvPr id="601" name="Shape 601"/>
        <p:cNvGrpSpPr/>
        <p:nvPr/>
      </p:nvGrpSpPr>
      <p:grpSpPr>
        <a:xfrm>
          <a:off x="0" y="0"/>
          <a:ext cx="0" cy="0"/>
          <a:chOff x="0" y="0"/>
          <a:chExt cx="0" cy="0"/>
        </a:xfrm>
      </p:grpSpPr>
      <p:grpSp>
        <p:nvGrpSpPr>
          <p:cNvPr id="602" name="Google Shape;602;p124"/>
          <p:cNvGrpSpPr/>
          <p:nvPr/>
        </p:nvGrpSpPr>
        <p:grpSpPr>
          <a:xfrm>
            <a:off x="7044578" y="767096"/>
            <a:ext cx="2100612" cy="1898696"/>
            <a:chOff x="9390324" y="767096"/>
            <a:chExt cx="2800087" cy="1898696"/>
          </a:xfrm>
        </p:grpSpPr>
        <p:grpSp>
          <p:nvGrpSpPr>
            <p:cNvPr id="603" name="Google Shape;603;p124"/>
            <p:cNvGrpSpPr/>
            <p:nvPr/>
          </p:nvGrpSpPr>
          <p:grpSpPr>
            <a:xfrm>
              <a:off x="9390324" y="936748"/>
              <a:ext cx="1965963" cy="1042086"/>
              <a:chOff x="4988072" y="501936"/>
              <a:chExt cx="1978802" cy="1051017"/>
            </a:xfrm>
          </p:grpSpPr>
          <p:sp>
            <p:nvSpPr>
              <p:cNvPr id="604" name="Google Shape;604;p124"/>
              <p:cNvSpPr/>
              <p:nvPr/>
            </p:nvSpPr>
            <p:spPr>
              <a:xfrm>
                <a:off x="5559016" y="501936"/>
                <a:ext cx="218094" cy="282813"/>
              </a:xfrm>
              <a:custGeom>
                <a:rect b="b" l="l" r="r" t="t"/>
                <a:pathLst>
                  <a:path extrusionOk="0" h="651" w="502">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05" name="Google Shape;605;p124"/>
              <p:cNvSpPr/>
              <p:nvPr/>
            </p:nvSpPr>
            <p:spPr>
              <a:xfrm>
                <a:off x="5791295" y="566212"/>
                <a:ext cx="322264" cy="214547"/>
              </a:xfrm>
              <a:custGeom>
                <a:rect b="b" l="l" r="r" t="t"/>
                <a:pathLst>
                  <a:path extrusionOk="0" h="494" w="741">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06" name="Google Shape;606;p124"/>
              <p:cNvSpPr/>
              <p:nvPr/>
            </p:nvSpPr>
            <p:spPr>
              <a:xfrm>
                <a:off x="6125971" y="567985"/>
                <a:ext cx="193713" cy="216764"/>
              </a:xfrm>
              <a:custGeom>
                <a:rect b="b" l="l" r="r" t="t"/>
                <a:pathLst>
                  <a:path extrusionOk="0" h="499" w="446">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07" name="Google Shape;607;p124"/>
              <p:cNvSpPr/>
              <p:nvPr/>
            </p:nvSpPr>
            <p:spPr>
              <a:xfrm>
                <a:off x="6336529" y="564438"/>
                <a:ext cx="127665" cy="216321"/>
              </a:xfrm>
              <a:custGeom>
                <a:rect b="b" l="l" r="r" t="t"/>
                <a:pathLst>
                  <a:path extrusionOk="0" h="498" w="293">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08" name="Google Shape;608;p124"/>
              <p:cNvSpPr/>
              <p:nvPr/>
            </p:nvSpPr>
            <p:spPr>
              <a:xfrm>
                <a:off x="6475719" y="516121"/>
                <a:ext cx="134757" cy="268184"/>
              </a:xfrm>
              <a:custGeom>
                <a:rect b="b" l="l" r="r" t="t"/>
                <a:pathLst>
                  <a:path extrusionOk="0" h="617" w="310">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09" name="Google Shape;609;p124"/>
              <p:cNvSpPr/>
              <p:nvPr/>
            </p:nvSpPr>
            <p:spPr>
              <a:xfrm>
                <a:off x="6618455" y="566212"/>
                <a:ext cx="207012" cy="219424"/>
              </a:xfrm>
              <a:custGeom>
                <a:rect b="b" l="l" r="r" t="t"/>
                <a:pathLst>
                  <a:path extrusionOk="0" h="505" w="476">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10" name="Google Shape;610;p124"/>
              <p:cNvSpPr/>
              <p:nvPr/>
            </p:nvSpPr>
            <p:spPr>
              <a:xfrm>
                <a:off x="6837879" y="564438"/>
                <a:ext cx="127221" cy="216321"/>
              </a:xfrm>
              <a:custGeom>
                <a:rect b="b" l="l" r="r" t="t"/>
                <a:pathLst>
                  <a:path extrusionOk="0" h="498" w="293">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11" name="Google Shape;611;p124"/>
              <p:cNvSpPr/>
              <p:nvPr/>
            </p:nvSpPr>
            <p:spPr>
              <a:xfrm>
                <a:off x="4988072" y="888476"/>
                <a:ext cx="134757" cy="268628"/>
              </a:xfrm>
              <a:custGeom>
                <a:rect b="b" l="l" r="r" t="t"/>
                <a:pathLst>
                  <a:path extrusionOk="0" h="618" w="310">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12" name="Google Shape;612;p124"/>
              <p:cNvSpPr/>
              <p:nvPr/>
            </p:nvSpPr>
            <p:spPr>
              <a:xfrm>
                <a:off x="5131251" y="938123"/>
                <a:ext cx="207455" cy="219867"/>
              </a:xfrm>
              <a:custGeom>
                <a:rect b="b" l="l" r="r" t="t"/>
                <a:pathLst>
                  <a:path extrusionOk="0" h="505" w="477">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13" name="Google Shape;613;p124"/>
              <p:cNvSpPr/>
              <p:nvPr/>
            </p:nvSpPr>
            <p:spPr>
              <a:xfrm>
                <a:off x="5348015" y="938123"/>
                <a:ext cx="195486" cy="219867"/>
              </a:xfrm>
              <a:custGeom>
                <a:rect b="b" l="l" r="r" t="t"/>
                <a:pathLst>
                  <a:path extrusionOk="0" h="505" w="450">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14" name="Google Shape;614;p124"/>
              <p:cNvSpPr/>
              <p:nvPr/>
            </p:nvSpPr>
            <p:spPr>
              <a:xfrm>
                <a:off x="5553254" y="866312"/>
                <a:ext cx="193270" cy="286802"/>
              </a:xfrm>
              <a:custGeom>
                <a:rect b="b" l="l" r="r" t="t"/>
                <a:pathLst>
                  <a:path extrusionOk="0" h="660" w="445">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15" name="Google Shape;615;p124"/>
              <p:cNvSpPr/>
              <p:nvPr/>
            </p:nvSpPr>
            <p:spPr>
              <a:xfrm>
                <a:off x="5762039" y="938123"/>
                <a:ext cx="192827" cy="214991"/>
              </a:xfrm>
              <a:custGeom>
                <a:rect b="b" l="l" r="r" t="t"/>
                <a:pathLst>
                  <a:path extrusionOk="0" h="494" w="44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16" name="Google Shape;616;p124"/>
              <p:cNvSpPr/>
              <p:nvPr/>
            </p:nvSpPr>
            <p:spPr>
              <a:xfrm>
                <a:off x="5967277" y="938123"/>
                <a:ext cx="228289" cy="219867"/>
              </a:xfrm>
              <a:custGeom>
                <a:rect b="b" l="l" r="r" t="t"/>
                <a:pathLst>
                  <a:path extrusionOk="0" h="505" w="52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17" name="Google Shape;617;p124"/>
              <p:cNvSpPr/>
              <p:nvPr/>
            </p:nvSpPr>
            <p:spPr>
              <a:xfrm>
                <a:off x="6207091" y="866312"/>
                <a:ext cx="59843" cy="28680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18" name="Google Shape;618;p124"/>
              <p:cNvSpPr/>
              <p:nvPr/>
            </p:nvSpPr>
            <p:spPr>
              <a:xfrm>
                <a:off x="6278460" y="938123"/>
                <a:ext cx="228732" cy="219867"/>
              </a:xfrm>
              <a:custGeom>
                <a:rect b="b" l="l" r="r" t="t"/>
                <a:pathLst>
                  <a:path extrusionOk="0" h="505" w="526">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19" name="Google Shape;619;p124"/>
              <p:cNvSpPr/>
              <p:nvPr/>
            </p:nvSpPr>
            <p:spPr>
              <a:xfrm>
                <a:off x="6516057" y="938123"/>
                <a:ext cx="221197" cy="278823"/>
              </a:xfrm>
              <a:custGeom>
                <a:rect b="b" l="l" r="r" t="t"/>
                <a:pathLst>
                  <a:path extrusionOk="0" h="641" w="509">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20" name="Google Shape;620;p124"/>
              <p:cNvSpPr/>
              <p:nvPr/>
            </p:nvSpPr>
            <p:spPr>
              <a:xfrm>
                <a:off x="6747450" y="942113"/>
                <a:ext cx="219424" cy="275277"/>
              </a:xfrm>
              <a:custGeom>
                <a:rect b="b" l="l" r="r" t="t"/>
                <a:pathLst>
                  <a:path extrusionOk="0" h="633" w="505">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21" name="Google Shape;621;p124"/>
              <p:cNvSpPr/>
              <p:nvPr/>
            </p:nvSpPr>
            <p:spPr>
              <a:xfrm>
                <a:off x="6005842" y="1258171"/>
                <a:ext cx="132541" cy="290348"/>
              </a:xfrm>
              <a:custGeom>
                <a:rect b="b" l="l" r="r" t="t"/>
                <a:pathLst>
                  <a:path extrusionOk="0" h="667" w="305">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22" name="Google Shape;622;p124"/>
              <p:cNvSpPr/>
              <p:nvPr/>
            </p:nvSpPr>
            <p:spPr>
              <a:xfrm>
                <a:off x="6137497" y="1333086"/>
                <a:ext cx="228289" cy="219867"/>
              </a:xfrm>
              <a:custGeom>
                <a:rect b="b" l="l" r="r" t="t"/>
                <a:pathLst>
                  <a:path extrusionOk="0" h="506" w="525">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23" name="Google Shape;623;p124"/>
              <p:cNvSpPr/>
              <p:nvPr/>
            </p:nvSpPr>
            <p:spPr>
              <a:xfrm>
                <a:off x="6379084" y="1331756"/>
                <a:ext cx="127665" cy="216764"/>
              </a:xfrm>
              <a:custGeom>
                <a:rect b="b" l="l" r="r" t="t"/>
                <a:pathLst>
                  <a:path extrusionOk="0" h="498" w="293">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24" name="Google Shape;624;p124"/>
              <p:cNvSpPr/>
              <p:nvPr/>
            </p:nvSpPr>
            <p:spPr>
              <a:xfrm>
                <a:off x="6582993" y="1334859"/>
                <a:ext cx="194157" cy="217207"/>
              </a:xfrm>
              <a:custGeom>
                <a:rect b="b" l="l" r="r" t="t"/>
                <a:pathLst>
                  <a:path extrusionOk="0" h="500" w="446">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25" name="Google Shape;625;p124"/>
              <p:cNvSpPr/>
              <p:nvPr/>
            </p:nvSpPr>
            <p:spPr>
              <a:xfrm>
                <a:off x="6801973" y="1260831"/>
                <a:ext cx="59843" cy="287689"/>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26" name="Google Shape;626;p124"/>
              <p:cNvSpPr/>
              <p:nvPr/>
            </p:nvSpPr>
            <p:spPr>
              <a:xfrm>
                <a:off x="6886639" y="1260831"/>
                <a:ext cx="59399" cy="287689"/>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
          <p:nvSpPr>
            <p:cNvPr id="627" name="Google Shape;627;p124"/>
            <p:cNvSpPr/>
            <p:nvPr/>
          </p:nvSpPr>
          <p:spPr>
            <a:xfrm>
              <a:off x="11556230" y="767096"/>
              <a:ext cx="634181" cy="189869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nvGrpSpPr>
            <p:cNvPr id="628" name="Google Shape;628;p124"/>
            <p:cNvGrpSpPr/>
            <p:nvPr/>
          </p:nvGrpSpPr>
          <p:grpSpPr>
            <a:xfrm>
              <a:off x="11701122" y="936748"/>
              <a:ext cx="321494" cy="1552800"/>
              <a:chOff x="7313961" y="501936"/>
              <a:chExt cx="323594" cy="1566108"/>
            </a:xfrm>
          </p:grpSpPr>
          <p:sp>
            <p:nvSpPr>
              <p:cNvPr id="629" name="Google Shape;629;p124"/>
              <p:cNvSpPr/>
              <p:nvPr/>
            </p:nvSpPr>
            <p:spPr>
              <a:xfrm>
                <a:off x="7383556" y="1311808"/>
                <a:ext cx="249567" cy="247350"/>
              </a:xfrm>
              <a:custGeom>
                <a:rect b="b" l="l" r="r" t="t"/>
                <a:pathLst>
                  <a:path extrusionOk="0" h="569" w="574">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30" name="Google Shape;630;p124"/>
              <p:cNvSpPr/>
              <p:nvPr/>
            </p:nvSpPr>
            <p:spPr>
              <a:xfrm>
                <a:off x="7387546" y="755049"/>
                <a:ext cx="245577" cy="276163"/>
              </a:xfrm>
              <a:custGeom>
                <a:rect b="b" l="l" r="r" t="t"/>
                <a:pathLst>
                  <a:path extrusionOk="0" h="623" w="554">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31" name="Google Shape;631;p124"/>
              <p:cNvSpPr/>
              <p:nvPr/>
            </p:nvSpPr>
            <p:spPr>
              <a:xfrm>
                <a:off x="7383556" y="1583096"/>
                <a:ext cx="253999" cy="256659"/>
              </a:xfrm>
              <a:custGeom>
                <a:rect b="b" l="l" r="r" t="t"/>
                <a:pathLst>
                  <a:path extrusionOk="0" h="590" w="584">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32" name="Google Shape;632;p124"/>
              <p:cNvSpPr/>
              <p:nvPr/>
            </p:nvSpPr>
            <p:spPr>
              <a:xfrm>
                <a:off x="7313961" y="1846404"/>
                <a:ext cx="319161" cy="221640"/>
              </a:xfrm>
              <a:custGeom>
                <a:rect b="b" l="l" r="r" t="t"/>
                <a:pathLst>
                  <a:path extrusionOk="0" h="500" w="720">
                    <a:moveTo>
                      <a:pt x="580" y="0"/>
                    </a:moveTo>
                    <a:lnTo>
                      <a:pt x="580" y="346"/>
                    </a:lnTo>
                    <a:lnTo>
                      <a:pt x="0" y="346"/>
                    </a:lnTo>
                    <a:lnTo>
                      <a:pt x="0" y="500"/>
                    </a:lnTo>
                    <a:lnTo>
                      <a:pt x="720" y="500"/>
                    </a:lnTo>
                    <a:lnTo>
                      <a:pt x="720" y="0"/>
                    </a:lnTo>
                    <a:lnTo>
                      <a:pt x="58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33" name="Google Shape;633;p124"/>
              <p:cNvSpPr/>
              <p:nvPr/>
            </p:nvSpPr>
            <p:spPr>
              <a:xfrm>
                <a:off x="7383556" y="501936"/>
                <a:ext cx="253999" cy="263752"/>
              </a:xfrm>
              <a:custGeom>
                <a:rect b="b" l="l" r="r" t="t"/>
                <a:pathLst>
                  <a:path extrusionOk="0" h="607" w="584">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34" name="Google Shape;634;p124"/>
              <p:cNvSpPr/>
              <p:nvPr/>
            </p:nvSpPr>
            <p:spPr>
              <a:xfrm>
                <a:off x="7383556" y="1021017"/>
                <a:ext cx="253999" cy="263752"/>
              </a:xfrm>
              <a:custGeom>
                <a:rect b="b" l="l" r="r" t="t"/>
                <a:pathLst>
                  <a:path extrusionOk="0" h="607" w="584">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grpSp>
      <p:grpSp>
        <p:nvGrpSpPr>
          <p:cNvPr id="635" name="Google Shape;635;p124"/>
          <p:cNvGrpSpPr/>
          <p:nvPr/>
        </p:nvGrpSpPr>
        <p:grpSpPr>
          <a:xfrm>
            <a:off x="1154511" y="3561908"/>
            <a:ext cx="5890067" cy="1769127"/>
            <a:chOff x="541049" y="2649538"/>
            <a:chExt cx="9285724" cy="2092325"/>
          </a:xfrm>
        </p:grpSpPr>
        <p:sp>
          <p:nvSpPr>
            <p:cNvPr id="636" name="Google Shape;636;p124"/>
            <p:cNvSpPr/>
            <p:nvPr/>
          </p:nvSpPr>
          <p:spPr>
            <a:xfrm>
              <a:off x="541049" y="2809876"/>
              <a:ext cx="963613" cy="1928813"/>
            </a:xfrm>
            <a:custGeom>
              <a:rect b="b" l="l" r="r" t="t"/>
              <a:pathLst>
                <a:path extrusionOk="0" h="600" w="301">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37" name="Google Shape;637;p124"/>
            <p:cNvSpPr/>
            <p:nvPr/>
          </p:nvSpPr>
          <p:spPr>
            <a:xfrm>
              <a:off x="1708151" y="2649538"/>
              <a:ext cx="1382713" cy="2063750"/>
            </a:xfrm>
            <a:custGeom>
              <a:rect b="b" l="l" r="r" t="t"/>
              <a:pathLst>
                <a:path extrusionOk="0" h="642" w="43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38" name="Google Shape;638;p124"/>
            <p:cNvSpPr/>
            <p:nvPr/>
          </p:nvSpPr>
          <p:spPr>
            <a:xfrm>
              <a:off x="3261304" y="3179763"/>
              <a:ext cx="1390650" cy="1562100"/>
            </a:xfrm>
            <a:custGeom>
              <a:rect b="b" l="l" r="r" t="t"/>
              <a:pathLst>
                <a:path extrusionOk="0" h="486" w="434">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39" name="Google Shape;639;p124"/>
            <p:cNvSpPr/>
            <p:nvPr/>
          </p:nvSpPr>
          <p:spPr>
            <a:xfrm>
              <a:off x="4859916" y="3170238"/>
              <a:ext cx="1384300" cy="1543050"/>
            </a:xfrm>
            <a:custGeom>
              <a:rect b="b" l="l" r="r" t="t"/>
              <a:pathLst>
                <a:path extrusionOk="0" h="480" w="432">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40" name="Google Shape;640;p124"/>
            <p:cNvSpPr/>
            <p:nvPr/>
          </p:nvSpPr>
          <p:spPr>
            <a:xfrm>
              <a:off x="6436593" y="2649538"/>
              <a:ext cx="1460500" cy="2063750"/>
            </a:xfrm>
            <a:custGeom>
              <a:rect b="b" l="l" r="r" t="t"/>
              <a:pathLst>
                <a:path extrusionOk="0" h="1300" w="92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41" name="Google Shape;641;p124"/>
            <p:cNvSpPr/>
            <p:nvPr/>
          </p:nvSpPr>
          <p:spPr>
            <a:xfrm>
              <a:off x="7919896" y="3173413"/>
              <a:ext cx="1227138" cy="1568450"/>
            </a:xfrm>
            <a:custGeom>
              <a:rect b="b" l="l" r="r" t="t"/>
              <a:pathLst>
                <a:path extrusionOk="0" h="488" w="383">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42" name="Google Shape;642;p124"/>
            <p:cNvSpPr/>
            <p:nvPr/>
          </p:nvSpPr>
          <p:spPr>
            <a:xfrm>
              <a:off x="9282260" y="4167188"/>
              <a:ext cx="544513" cy="546100"/>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_White" showMasterSp="0">
  <p:cSld name="1_Closing Slide_White">
    <p:bg>
      <p:bgPr>
        <a:solidFill>
          <a:schemeClr val="lt1"/>
        </a:solidFill>
      </p:bgPr>
    </p:bg>
    <p:spTree>
      <p:nvGrpSpPr>
        <p:cNvPr id="643" name="Shape 643"/>
        <p:cNvGrpSpPr/>
        <p:nvPr/>
      </p:nvGrpSpPr>
      <p:grpSpPr>
        <a:xfrm>
          <a:off x="0" y="0"/>
          <a:ext cx="0" cy="0"/>
          <a:chOff x="0" y="0"/>
          <a:chExt cx="0" cy="0"/>
        </a:xfrm>
      </p:grpSpPr>
      <p:sp>
        <p:nvSpPr>
          <p:cNvPr descr="Lenovo pale smarter gradient, &quot;Wonder&quot; combines pale reds, purples and blue" id="644" name="Google Shape;644;p125"/>
          <p:cNvSpPr/>
          <p:nvPr/>
        </p:nvSpPr>
        <p:spPr>
          <a:xfrm>
            <a:off x="0" y="0"/>
            <a:ext cx="9144000" cy="6858000"/>
          </a:xfrm>
          <a:prstGeom prst="rect">
            <a:avLst/>
          </a:prstGeom>
          <a:gradFill>
            <a:gsLst>
              <a:gs pos="0">
                <a:srgbClr val="A7B6D3"/>
              </a:gs>
              <a:gs pos="9000">
                <a:srgbClr val="A7B6D3"/>
              </a:gs>
              <a:gs pos="47000">
                <a:srgbClr val="D2ADC9"/>
              </a:gs>
              <a:gs pos="77000">
                <a:srgbClr val="E6BDC1"/>
              </a:gs>
              <a:gs pos="100000">
                <a:srgbClr val="F5A598"/>
              </a:gs>
            </a:gsLst>
            <a:lin ang="13500000" scaled="0"/>
          </a:gradFill>
          <a:ln>
            <a:noFill/>
          </a:ln>
        </p:spPr>
        <p:txBody>
          <a:bodyPr anchorCtr="0" anchor="ctr" bIns="137175" lIns="137175" spcFirstLastPara="1" rIns="137175" wrap="square" tIns="137175">
            <a:noAutofit/>
          </a:bodyPr>
          <a:lstStyle/>
          <a:p>
            <a:pPr indent="0" lvl="0" marL="0" marR="0" rtl="0" algn="ctr">
              <a:spcBef>
                <a:spcPts val="0"/>
              </a:spcBef>
              <a:spcAft>
                <a:spcPts val="0"/>
              </a:spcAft>
              <a:buNone/>
            </a:pPr>
            <a:r>
              <a:t/>
            </a:r>
            <a:endParaRPr b="1" sz="900">
              <a:solidFill>
                <a:schemeClr val="dk1"/>
              </a:solidFill>
              <a:latin typeface="Arial"/>
              <a:ea typeface="Arial"/>
              <a:cs typeface="Arial"/>
              <a:sym typeface="Arial"/>
            </a:endParaRPr>
          </a:p>
        </p:txBody>
      </p:sp>
      <p:grpSp>
        <p:nvGrpSpPr>
          <p:cNvPr id="645" name="Google Shape;645;p125"/>
          <p:cNvGrpSpPr/>
          <p:nvPr/>
        </p:nvGrpSpPr>
        <p:grpSpPr>
          <a:xfrm>
            <a:off x="7044578" y="767096"/>
            <a:ext cx="2100612" cy="1898696"/>
            <a:chOff x="9390324" y="767096"/>
            <a:chExt cx="2800087" cy="1898696"/>
          </a:xfrm>
        </p:grpSpPr>
        <p:grpSp>
          <p:nvGrpSpPr>
            <p:cNvPr id="646" name="Google Shape;646;p125"/>
            <p:cNvGrpSpPr/>
            <p:nvPr/>
          </p:nvGrpSpPr>
          <p:grpSpPr>
            <a:xfrm>
              <a:off x="9390324" y="936748"/>
              <a:ext cx="1965963" cy="1042086"/>
              <a:chOff x="4988072" y="501936"/>
              <a:chExt cx="1978802" cy="1051017"/>
            </a:xfrm>
          </p:grpSpPr>
          <p:sp>
            <p:nvSpPr>
              <p:cNvPr id="647" name="Google Shape;647;p125"/>
              <p:cNvSpPr/>
              <p:nvPr/>
            </p:nvSpPr>
            <p:spPr>
              <a:xfrm>
                <a:off x="5559016" y="501936"/>
                <a:ext cx="218094" cy="282813"/>
              </a:xfrm>
              <a:custGeom>
                <a:rect b="b" l="l" r="r" t="t"/>
                <a:pathLst>
                  <a:path extrusionOk="0" h="651" w="502">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48" name="Google Shape;648;p125"/>
              <p:cNvSpPr/>
              <p:nvPr/>
            </p:nvSpPr>
            <p:spPr>
              <a:xfrm>
                <a:off x="5791295" y="566212"/>
                <a:ext cx="322264" cy="214547"/>
              </a:xfrm>
              <a:custGeom>
                <a:rect b="b" l="l" r="r" t="t"/>
                <a:pathLst>
                  <a:path extrusionOk="0" h="494" w="741">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49" name="Google Shape;649;p125"/>
              <p:cNvSpPr/>
              <p:nvPr/>
            </p:nvSpPr>
            <p:spPr>
              <a:xfrm>
                <a:off x="6125971" y="567985"/>
                <a:ext cx="193713" cy="216764"/>
              </a:xfrm>
              <a:custGeom>
                <a:rect b="b" l="l" r="r" t="t"/>
                <a:pathLst>
                  <a:path extrusionOk="0" h="499" w="446">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50" name="Google Shape;650;p125"/>
              <p:cNvSpPr/>
              <p:nvPr/>
            </p:nvSpPr>
            <p:spPr>
              <a:xfrm>
                <a:off x="6336529" y="564438"/>
                <a:ext cx="127665" cy="216321"/>
              </a:xfrm>
              <a:custGeom>
                <a:rect b="b" l="l" r="r" t="t"/>
                <a:pathLst>
                  <a:path extrusionOk="0" h="498" w="293">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51" name="Google Shape;651;p125"/>
              <p:cNvSpPr/>
              <p:nvPr/>
            </p:nvSpPr>
            <p:spPr>
              <a:xfrm>
                <a:off x="6475719" y="516121"/>
                <a:ext cx="134757" cy="268184"/>
              </a:xfrm>
              <a:custGeom>
                <a:rect b="b" l="l" r="r" t="t"/>
                <a:pathLst>
                  <a:path extrusionOk="0" h="617" w="310">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52" name="Google Shape;652;p125"/>
              <p:cNvSpPr/>
              <p:nvPr/>
            </p:nvSpPr>
            <p:spPr>
              <a:xfrm>
                <a:off x="6618455" y="566212"/>
                <a:ext cx="207012" cy="219424"/>
              </a:xfrm>
              <a:custGeom>
                <a:rect b="b" l="l" r="r" t="t"/>
                <a:pathLst>
                  <a:path extrusionOk="0" h="505" w="476">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53" name="Google Shape;653;p125"/>
              <p:cNvSpPr/>
              <p:nvPr/>
            </p:nvSpPr>
            <p:spPr>
              <a:xfrm>
                <a:off x="6837879" y="564438"/>
                <a:ext cx="127221" cy="216321"/>
              </a:xfrm>
              <a:custGeom>
                <a:rect b="b" l="l" r="r" t="t"/>
                <a:pathLst>
                  <a:path extrusionOk="0" h="498" w="293">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54" name="Google Shape;654;p125"/>
              <p:cNvSpPr/>
              <p:nvPr/>
            </p:nvSpPr>
            <p:spPr>
              <a:xfrm>
                <a:off x="4988072" y="888476"/>
                <a:ext cx="134757" cy="268628"/>
              </a:xfrm>
              <a:custGeom>
                <a:rect b="b" l="l" r="r" t="t"/>
                <a:pathLst>
                  <a:path extrusionOk="0" h="618" w="310">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55" name="Google Shape;655;p125"/>
              <p:cNvSpPr/>
              <p:nvPr/>
            </p:nvSpPr>
            <p:spPr>
              <a:xfrm>
                <a:off x="5131251" y="938123"/>
                <a:ext cx="207455" cy="219867"/>
              </a:xfrm>
              <a:custGeom>
                <a:rect b="b" l="l" r="r" t="t"/>
                <a:pathLst>
                  <a:path extrusionOk="0" h="505" w="477">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56" name="Google Shape;656;p125"/>
              <p:cNvSpPr/>
              <p:nvPr/>
            </p:nvSpPr>
            <p:spPr>
              <a:xfrm>
                <a:off x="5348015" y="938123"/>
                <a:ext cx="195486" cy="219867"/>
              </a:xfrm>
              <a:custGeom>
                <a:rect b="b" l="l" r="r" t="t"/>
                <a:pathLst>
                  <a:path extrusionOk="0" h="505" w="450">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57" name="Google Shape;657;p125"/>
              <p:cNvSpPr/>
              <p:nvPr/>
            </p:nvSpPr>
            <p:spPr>
              <a:xfrm>
                <a:off x="5553254" y="866312"/>
                <a:ext cx="193270" cy="286802"/>
              </a:xfrm>
              <a:custGeom>
                <a:rect b="b" l="l" r="r" t="t"/>
                <a:pathLst>
                  <a:path extrusionOk="0" h="660" w="445">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58" name="Google Shape;658;p125"/>
              <p:cNvSpPr/>
              <p:nvPr/>
            </p:nvSpPr>
            <p:spPr>
              <a:xfrm>
                <a:off x="5762039" y="938123"/>
                <a:ext cx="192827" cy="214991"/>
              </a:xfrm>
              <a:custGeom>
                <a:rect b="b" l="l" r="r" t="t"/>
                <a:pathLst>
                  <a:path extrusionOk="0" h="494" w="44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59" name="Google Shape;659;p125"/>
              <p:cNvSpPr/>
              <p:nvPr/>
            </p:nvSpPr>
            <p:spPr>
              <a:xfrm>
                <a:off x="5967277" y="938123"/>
                <a:ext cx="228289" cy="219867"/>
              </a:xfrm>
              <a:custGeom>
                <a:rect b="b" l="l" r="r" t="t"/>
                <a:pathLst>
                  <a:path extrusionOk="0" h="505" w="52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60" name="Google Shape;660;p125"/>
              <p:cNvSpPr/>
              <p:nvPr/>
            </p:nvSpPr>
            <p:spPr>
              <a:xfrm>
                <a:off x="6207091" y="866312"/>
                <a:ext cx="59843" cy="286802"/>
              </a:xfrm>
              <a:prstGeom prst="rect">
                <a:avLst/>
              </a:pr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61" name="Google Shape;661;p125"/>
              <p:cNvSpPr/>
              <p:nvPr/>
            </p:nvSpPr>
            <p:spPr>
              <a:xfrm>
                <a:off x="6278460" y="938123"/>
                <a:ext cx="228732" cy="219867"/>
              </a:xfrm>
              <a:custGeom>
                <a:rect b="b" l="l" r="r" t="t"/>
                <a:pathLst>
                  <a:path extrusionOk="0" h="505" w="526">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62" name="Google Shape;662;p125"/>
              <p:cNvSpPr/>
              <p:nvPr/>
            </p:nvSpPr>
            <p:spPr>
              <a:xfrm>
                <a:off x="6516057" y="938123"/>
                <a:ext cx="221197" cy="278823"/>
              </a:xfrm>
              <a:custGeom>
                <a:rect b="b" l="l" r="r" t="t"/>
                <a:pathLst>
                  <a:path extrusionOk="0" h="641" w="509">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63" name="Google Shape;663;p125"/>
              <p:cNvSpPr/>
              <p:nvPr/>
            </p:nvSpPr>
            <p:spPr>
              <a:xfrm>
                <a:off x="6747450" y="942113"/>
                <a:ext cx="219424" cy="275277"/>
              </a:xfrm>
              <a:custGeom>
                <a:rect b="b" l="l" r="r" t="t"/>
                <a:pathLst>
                  <a:path extrusionOk="0" h="633" w="505">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64" name="Google Shape;664;p125"/>
              <p:cNvSpPr/>
              <p:nvPr/>
            </p:nvSpPr>
            <p:spPr>
              <a:xfrm>
                <a:off x="6005842" y="1258171"/>
                <a:ext cx="132541" cy="290348"/>
              </a:xfrm>
              <a:custGeom>
                <a:rect b="b" l="l" r="r" t="t"/>
                <a:pathLst>
                  <a:path extrusionOk="0" h="667" w="305">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65" name="Google Shape;665;p125"/>
              <p:cNvSpPr/>
              <p:nvPr/>
            </p:nvSpPr>
            <p:spPr>
              <a:xfrm>
                <a:off x="6137497" y="1333086"/>
                <a:ext cx="228289" cy="219867"/>
              </a:xfrm>
              <a:custGeom>
                <a:rect b="b" l="l" r="r" t="t"/>
                <a:pathLst>
                  <a:path extrusionOk="0" h="506" w="525">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66" name="Google Shape;666;p125"/>
              <p:cNvSpPr/>
              <p:nvPr/>
            </p:nvSpPr>
            <p:spPr>
              <a:xfrm>
                <a:off x="6379084" y="1331756"/>
                <a:ext cx="127665" cy="216764"/>
              </a:xfrm>
              <a:custGeom>
                <a:rect b="b" l="l" r="r" t="t"/>
                <a:pathLst>
                  <a:path extrusionOk="0" h="498" w="293">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67" name="Google Shape;667;p125"/>
              <p:cNvSpPr/>
              <p:nvPr/>
            </p:nvSpPr>
            <p:spPr>
              <a:xfrm>
                <a:off x="6582993" y="1334859"/>
                <a:ext cx="194157" cy="217207"/>
              </a:xfrm>
              <a:custGeom>
                <a:rect b="b" l="l" r="r" t="t"/>
                <a:pathLst>
                  <a:path extrusionOk="0" h="500" w="446">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68" name="Google Shape;668;p125"/>
              <p:cNvSpPr/>
              <p:nvPr/>
            </p:nvSpPr>
            <p:spPr>
              <a:xfrm>
                <a:off x="6801973" y="1260831"/>
                <a:ext cx="59843" cy="287689"/>
              </a:xfrm>
              <a:prstGeom prst="rect">
                <a:avLst/>
              </a:pr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69" name="Google Shape;669;p125"/>
              <p:cNvSpPr/>
              <p:nvPr/>
            </p:nvSpPr>
            <p:spPr>
              <a:xfrm>
                <a:off x="6886639" y="1260831"/>
                <a:ext cx="59399" cy="287689"/>
              </a:xfrm>
              <a:prstGeom prst="rect">
                <a:avLst/>
              </a:pr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
          <p:nvSpPr>
            <p:cNvPr id="670" name="Google Shape;670;p125"/>
            <p:cNvSpPr/>
            <p:nvPr/>
          </p:nvSpPr>
          <p:spPr>
            <a:xfrm>
              <a:off x="11556230" y="767096"/>
              <a:ext cx="634181" cy="189869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nvGrpSpPr>
            <p:cNvPr id="671" name="Google Shape;671;p125"/>
            <p:cNvGrpSpPr/>
            <p:nvPr/>
          </p:nvGrpSpPr>
          <p:grpSpPr>
            <a:xfrm>
              <a:off x="11701122" y="936748"/>
              <a:ext cx="321494" cy="1552800"/>
              <a:chOff x="7313961" y="501936"/>
              <a:chExt cx="323594" cy="1566108"/>
            </a:xfrm>
          </p:grpSpPr>
          <p:sp>
            <p:nvSpPr>
              <p:cNvPr id="672" name="Google Shape;672;p125"/>
              <p:cNvSpPr/>
              <p:nvPr/>
            </p:nvSpPr>
            <p:spPr>
              <a:xfrm>
                <a:off x="7383556" y="1311808"/>
                <a:ext cx="249567" cy="247350"/>
              </a:xfrm>
              <a:custGeom>
                <a:rect b="b" l="l" r="r" t="t"/>
                <a:pathLst>
                  <a:path extrusionOk="0" h="569" w="574">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73" name="Google Shape;673;p125"/>
              <p:cNvSpPr/>
              <p:nvPr/>
            </p:nvSpPr>
            <p:spPr>
              <a:xfrm>
                <a:off x="7387546" y="755049"/>
                <a:ext cx="245577" cy="276163"/>
              </a:xfrm>
              <a:custGeom>
                <a:rect b="b" l="l" r="r" t="t"/>
                <a:pathLst>
                  <a:path extrusionOk="0" h="623" w="554">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74" name="Google Shape;674;p125"/>
              <p:cNvSpPr/>
              <p:nvPr/>
            </p:nvSpPr>
            <p:spPr>
              <a:xfrm>
                <a:off x="7383556" y="1583096"/>
                <a:ext cx="253999" cy="256659"/>
              </a:xfrm>
              <a:custGeom>
                <a:rect b="b" l="l" r="r" t="t"/>
                <a:pathLst>
                  <a:path extrusionOk="0" h="590" w="584">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75" name="Google Shape;675;p125"/>
              <p:cNvSpPr/>
              <p:nvPr/>
            </p:nvSpPr>
            <p:spPr>
              <a:xfrm>
                <a:off x="7313961" y="1846404"/>
                <a:ext cx="319161" cy="221640"/>
              </a:xfrm>
              <a:custGeom>
                <a:rect b="b" l="l" r="r" t="t"/>
                <a:pathLst>
                  <a:path extrusionOk="0" h="500" w="720">
                    <a:moveTo>
                      <a:pt x="580" y="0"/>
                    </a:moveTo>
                    <a:lnTo>
                      <a:pt x="580" y="346"/>
                    </a:lnTo>
                    <a:lnTo>
                      <a:pt x="0" y="346"/>
                    </a:lnTo>
                    <a:lnTo>
                      <a:pt x="0" y="500"/>
                    </a:lnTo>
                    <a:lnTo>
                      <a:pt x="720" y="500"/>
                    </a:lnTo>
                    <a:lnTo>
                      <a:pt x="720" y="0"/>
                    </a:lnTo>
                    <a:lnTo>
                      <a:pt x="58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76" name="Google Shape;676;p125"/>
              <p:cNvSpPr/>
              <p:nvPr/>
            </p:nvSpPr>
            <p:spPr>
              <a:xfrm>
                <a:off x="7383556" y="501936"/>
                <a:ext cx="253999" cy="263752"/>
              </a:xfrm>
              <a:custGeom>
                <a:rect b="b" l="l" r="r" t="t"/>
                <a:pathLst>
                  <a:path extrusionOk="0" h="607" w="584">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77" name="Google Shape;677;p125"/>
              <p:cNvSpPr/>
              <p:nvPr/>
            </p:nvSpPr>
            <p:spPr>
              <a:xfrm>
                <a:off x="7383556" y="1021017"/>
                <a:ext cx="253999" cy="263752"/>
              </a:xfrm>
              <a:custGeom>
                <a:rect b="b" l="l" r="r" t="t"/>
                <a:pathLst>
                  <a:path extrusionOk="0" h="607" w="584">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grpSp>
      <p:grpSp>
        <p:nvGrpSpPr>
          <p:cNvPr id="678" name="Google Shape;678;p125"/>
          <p:cNvGrpSpPr/>
          <p:nvPr/>
        </p:nvGrpSpPr>
        <p:grpSpPr>
          <a:xfrm>
            <a:off x="1154511" y="3561908"/>
            <a:ext cx="5890067" cy="1769127"/>
            <a:chOff x="541049" y="2649538"/>
            <a:chExt cx="9285724" cy="2092325"/>
          </a:xfrm>
        </p:grpSpPr>
        <p:sp>
          <p:nvSpPr>
            <p:cNvPr id="679" name="Google Shape;679;p125"/>
            <p:cNvSpPr/>
            <p:nvPr/>
          </p:nvSpPr>
          <p:spPr>
            <a:xfrm>
              <a:off x="541049" y="2809876"/>
              <a:ext cx="963613" cy="1928813"/>
            </a:xfrm>
            <a:custGeom>
              <a:rect b="b" l="l" r="r" t="t"/>
              <a:pathLst>
                <a:path extrusionOk="0" h="600" w="301">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80" name="Google Shape;680;p125"/>
            <p:cNvSpPr/>
            <p:nvPr/>
          </p:nvSpPr>
          <p:spPr>
            <a:xfrm>
              <a:off x="1708151" y="2649538"/>
              <a:ext cx="1382713" cy="2063750"/>
            </a:xfrm>
            <a:custGeom>
              <a:rect b="b" l="l" r="r" t="t"/>
              <a:pathLst>
                <a:path extrusionOk="0" h="642" w="43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81" name="Google Shape;681;p125"/>
            <p:cNvSpPr/>
            <p:nvPr/>
          </p:nvSpPr>
          <p:spPr>
            <a:xfrm>
              <a:off x="3261304" y="3179763"/>
              <a:ext cx="1390650" cy="1562100"/>
            </a:xfrm>
            <a:custGeom>
              <a:rect b="b" l="l" r="r" t="t"/>
              <a:pathLst>
                <a:path extrusionOk="0" h="486" w="434">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82" name="Google Shape;682;p125"/>
            <p:cNvSpPr/>
            <p:nvPr/>
          </p:nvSpPr>
          <p:spPr>
            <a:xfrm>
              <a:off x="4859916" y="3170238"/>
              <a:ext cx="1384300" cy="1543050"/>
            </a:xfrm>
            <a:custGeom>
              <a:rect b="b" l="l" r="r" t="t"/>
              <a:pathLst>
                <a:path extrusionOk="0" h="480" w="432">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83" name="Google Shape;683;p125"/>
            <p:cNvSpPr/>
            <p:nvPr/>
          </p:nvSpPr>
          <p:spPr>
            <a:xfrm>
              <a:off x="6436593" y="2649538"/>
              <a:ext cx="1460500" cy="2063750"/>
            </a:xfrm>
            <a:custGeom>
              <a:rect b="b" l="l" r="r" t="t"/>
              <a:pathLst>
                <a:path extrusionOk="0" h="1300" w="92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84" name="Google Shape;684;p125"/>
            <p:cNvSpPr/>
            <p:nvPr/>
          </p:nvSpPr>
          <p:spPr>
            <a:xfrm>
              <a:off x="7919896" y="3173413"/>
              <a:ext cx="1227138" cy="1568450"/>
            </a:xfrm>
            <a:custGeom>
              <a:rect b="b" l="l" r="r" t="t"/>
              <a:pathLst>
                <a:path extrusionOk="0" h="488" w="383">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85" name="Google Shape;685;p125"/>
            <p:cNvSpPr/>
            <p:nvPr/>
          </p:nvSpPr>
          <p:spPr>
            <a:xfrm>
              <a:off x="9282260" y="4167188"/>
              <a:ext cx="544513" cy="546100"/>
            </a:xfrm>
            <a:prstGeom prst="ellipse">
              <a:avLst/>
            </a:prstGeom>
            <a:solidFill>
              <a:srgbClr val="4D144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_Black" showMasterSp="0">
  <p:cSld name="Closing Slide_Black">
    <p:bg>
      <p:bgPr>
        <a:gradFill>
          <a:gsLst>
            <a:gs pos="0">
              <a:srgbClr val="831B22"/>
            </a:gs>
            <a:gs pos="38000">
              <a:srgbClr val="64131E"/>
            </a:gs>
            <a:gs pos="71000">
              <a:srgbClr val="4D144A"/>
            </a:gs>
            <a:gs pos="100000">
              <a:srgbClr val="391262"/>
            </a:gs>
          </a:gsLst>
          <a:path path="circle">
            <a:fillToRect l="100%" t="100%"/>
          </a:path>
          <a:tileRect b="-100%" r="-100%"/>
        </a:gradFill>
      </p:bgPr>
    </p:bg>
    <p:spTree>
      <p:nvGrpSpPr>
        <p:cNvPr id="686" name="Shape 686"/>
        <p:cNvGrpSpPr/>
        <p:nvPr/>
      </p:nvGrpSpPr>
      <p:grpSpPr>
        <a:xfrm>
          <a:off x="0" y="0"/>
          <a:ext cx="0" cy="0"/>
          <a:chOff x="0" y="0"/>
          <a:chExt cx="0" cy="0"/>
        </a:xfrm>
      </p:grpSpPr>
      <p:grpSp>
        <p:nvGrpSpPr>
          <p:cNvPr id="687" name="Google Shape;687;p126"/>
          <p:cNvGrpSpPr/>
          <p:nvPr/>
        </p:nvGrpSpPr>
        <p:grpSpPr>
          <a:xfrm>
            <a:off x="1154511" y="3561908"/>
            <a:ext cx="5890067" cy="1769127"/>
            <a:chOff x="541049" y="2649538"/>
            <a:chExt cx="9285724" cy="2092325"/>
          </a:xfrm>
        </p:grpSpPr>
        <p:sp>
          <p:nvSpPr>
            <p:cNvPr id="688" name="Google Shape;688;p126"/>
            <p:cNvSpPr/>
            <p:nvPr/>
          </p:nvSpPr>
          <p:spPr>
            <a:xfrm>
              <a:off x="541049" y="2809876"/>
              <a:ext cx="963613" cy="1928813"/>
            </a:xfrm>
            <a:custGeom>
              <a:rect b="b" l="l" r="r" t="t"/>
              <a:pathLst>
                <a:path extrusionOk="0" h="600" w="301">
                  <a:moveTo>
                    <a:pt x="57" y="458"/>
                  </a:moveTo>
                  <a:cubicBezTo>
                    <a:pt x="57" y="235"/>
                    <a:pt x="57" y="235"/>
                    <a:pt x="57" y="235"/>
                  </a:cubicBezTo>
                  <a:cubicBezTo>
                    <a:pt x="0" y="235"/>
                    <a:pt x="0" y="235"/>
                    <a:pt x="0" y="235"/>
                  </a:cubicBezTo>
                  <a:cubicBezTo>
                    <a:pt x="0" y="121"/>
                    <a:pt x="0" y="121"/>
                    <a:pt x="0" y="121"/>
                  </a:cubicBezTo>
                  <a:cubicBezTo>
                    <a:pt x="57" y="121"/>
                    <a:pt x="57" y="121"/>
                    <a:pt x="57" y="121"/>
                  </a:cubicBezTo>
                  <a:cubicBezTo>
                    <a:pt x="57" y="0"/>
                    <a:pt x="57" y="0"/>
                    <a:pt x="57" y="0"/>
                  </a:cubicBezTo>
                  <a:cubicBezTo>
                    <a:pt x="190" y="0"/>
                    <a:pt x="190" y="0"/>
                    <a:pt x="190" y="0"/>
                  </a:cubicBezTo>
                  <a:cubicBezTo>
                    <a:pt x="190" y="121"/>
                    <a:pt x="190" y="121"/>
                    <a:pt x="190" y="121"/>
                  </a:cubicBezTo>
                  <a:cubicBezTo>
                    <a:pt x="301" y="121"/>
                    <a:pt x="301" y="121"/>
                    <a:pt x="301" y="121"/>
                  </a:cubicBezTo>
                  <a:cubicBezTo>
                    <a:pt x="301" y="235"/>
                    <a:pt x="301" y="235"/>
                    <a:pt x="301" y="235"/>
                  </a:cubicBezTo>
                  <a:cubicBezTo>
                    <a:pt x="190" y="235"/>
                    <a:pt x="190" y="235"/>
                    <a:pt x="190" y="235"/>
                  </a:cubicBezTo>
                  <a:cubicBezTo>
                    <a:pt x="190" y="436"/>
                    <a:pt x="190" y="436"/>
                    <a:pt x="190" y="436"/>
                  </a:cubicBezTo>
                  <a:cubicBezTo>
                    <a:pt x="190" y="467"/>
                    <a:pt x="203" y="482"/>
                    <a:pt x="233" y="482"/>
                  </a:cubicBezTo>
                  <a:cubicBezTo>
                    <a:pt x="258" y="482"/>
                    <a:pt x="280" y="476"/>
                    <a:pt x="299" y="465"/>
                  </a:cubicBezTo>
                  <a:cubicBezTo>
                    <a:pt x="299" y="573"/>
                    <a:pt x="299" y="573"/>
                    <a:pt x="299" y="573"/>
                  </a:cubicBezTo>
                  <a:cubicBezTo>
                    <a:pt x="271" y="590"/>
                    <a:pt x="239" y="600"/>
                    <a:pt x="194" y="600"/>
                  </a:cubicBezTo>
                  <a:cubicBezTo>
                    <a:pt x="112" y="600"/>
                    <a:pt x="57" y="568"/>
                    <a:pt x="57" y="45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89" name="Google Shape;689;p126"/>
            <p:cNvSpPr/>
            <p:nvPr/>
          </p:nvSpPr>
          <p:spPr>
            <a:xfrm>
              <a:off x="1708151" y="2649538"/>
              <a:ext cx="1382713" cy="2063750"/>
            </a:xfrm>
            <a:custGeom>
              <a:rect b="b" l="l" r="r" t="t"/>
              <a:pathLst>
                <a:path extrusionOk="0" h="642" w="432">
                  <a:moveTo>
                    <a:pt x="0" y="0"/>
                  </a:moveTo>
                  <a:cubicBezTo>
                    <a:pt x="134" y="0"/>
                    <a:pt x="134" y="0"/>
                    <a:pt x="134" y="0"/>
                  </a:cubicBezTo>
                  <a:cubicBezTo>
                    <a:pt x="134" y="237"/>
                    <a:pt x="134" y="237"/>
                    <a:pt x="134" y="237"/>
                  </a:cubicBezTo>
                  <a:cubicBezTo>
                    <a:pt x="165" y="198"/>
                    <a:pt x="204" y="162"/>
                    <a:pt x="272" y="162"/>
                  </a:cubicBezTo>
                  <a:cubicBezTo>
                    <a:pt x="373" y="162"/>
                    <a:pt x="432" y="229"/>
                    <a:pt x="432" y="337"/>
                  </a:cubicBezTo>
                  <a:cubicBezTo>
                    <a:pt x="432" y="642"/>
                    <a:pt x="432" y="642"/>
                    <a:pt x="432" y="642"/>
                  </a:cubicBezTo>
                  <a:cubicBezTo>
                    <a:pt x="298" y="642"/>
                    <a:pt x="298" y="642"/>
                    <a:pt x="298" y="642"/>
                  </a:cubicBezTo>
                  <a:cubicBezTo>
                    <a:pt x="298" y="379"/>
                    <a:pt x="298" y="379"/>
                    <a:pt x="298" y="379"/>
                  </a:cubicBezTo>
                  <a:cubicBezTo>
                    <a:pt x="298" y="316"/>
                    <a:pt x="269" y="283"/>
                    <a:pt x="218" y="283"/>
                  </a:cubicBezTo>
                  <a:cubicBezTo>
                    <a:pt x="166" y="283"/>
                    <a:pt x="134" y="316"/>
                    <a:pt x="134" y="379"/>
                  </a:cubicBezTo>
                  <a:cubicBezTo>
                    <a:pt x="134" y="642"/>
                    <a:pt x="134" y="642"/>
                    <a:pt x="134" y="642"/>
                  </a:cubicBezTo>
                  <a:cubicBezTo>
                    <a:pt x="0" y="642"/>
                    <a:pt x="0" y="642"/>
                    <a:pt x="0" y="642"/>
                  </a:cubicBez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90" name="Google Shape;690;p126"/>
            <p:cNvSpPr/>
            <p:nvPr/>
          </p:nvSpPr>
          <p:spPr>
            <a:xfrm>
              <a:off x="3261304" y="3179763"/>
              <a:ext cx="1390650" cy="1562100"/>
            </a:xfrm>
            <a:custGeom>
              <a:rect b="b" l="l" r="r" t="t"/>
              <a:pathLst>
                <a:path extrusionOk="0" h="486" w="434">
                  <a:moveTo>
                    <a:pt x="0" y="342"/>
                  </a:moveTo>
                  <a:cubicBezTo>
                    <a:pt x="0" y="340"/>
                    <a:pt x="0" y="340"/>
                    <a:pt x="0" y="340"/>
                  </a:cubicBezTo>
                  <a:cubicBezTo>
                    <a:pt x="0" y="237"/>
                    <a:pt x="78" y="189"/>
                    <a:pt x="190" y="189"/>
                  </a:cubicBezTo>
                  <a:cubicBezTo>
                    <a:pt x="237" y="189"/>
                    <a:pt x="272" y="197"/>
                    <a:pt x="305" y="209"/>
                  </a:cubicBezTo>
                  <a:cubicBezTo>
                    <a:pt x="305" y="201"/>
                    <a:pt x="305" y="201"/>
                    <a:pt x="305" y="201"/>
                  </a:cubicBezTo>
                  <a:cubicBezTo>
                    <a:pt x="305" y="145"/>
                    <a:pt x="271" y="115"/>
                    <a:pt x="204" y="115"/>
                  </a:cubicBezTo>
                  <a:cubicBezTo>
                    <a:pt x="153" y="115"/>
                    <a:pt x="117" y="124"/>
                    <a:pt x="74" y="140"/>
                  </a:cubicBezTo>
                  <a:cubicBezTo>
                    <a:pt x="40" y="38"/>
                    <a:pt x="40" y="38"/>
                    <a:pt x="40" y="38"/>
                  </a:cubicBezTo>
                  <a:cubicBezTo>
                    <a:pt x="92" y="15"/>
                    <a:pt x="143" y="0"/>
                    <a:pt x="223" y="0"/>
                  </a:cubicBezTo>
                  <a:cubicBezTo>
                    <a:pt x="296" y="0"/>
                    <a:pt x="349" y="20"/>
                    <a:pt x="383" y="53"/>
                  </a:cubicBezTo>
                  <a:cubicBezTo>
                    <a:pt x="418" y="88"/>
                    <a:pt x="434" y="140"/>
                    <a:pt x="434" y="204"/>
                  </a:cubicBezTo>
                  <a:cubicBezTo>
                    <a:pt x="434" y="477"/>
                    <a:pt x="434" y="477"/>
                    <a:pt x="434" y="477"/>
                  </a:cubicBezTo>
                  <a:cubicBezTo>
                    <a:pt x="304" y="477"/>
                    <a:pt x="304" y="477"/>
                    <a:pt x="304" y="477"/>
                  </a:cubicBezTo>
                  <a:cubicBezTo>
                    <a:pt x="304" y="426"/>
                    <a:pt x="304" y="426"/>
                    <a:pt x="304" y="426"/>
                  </a:cubicBezTo>
                  <a:cubicBezTo>
                    <a:pt x="272" y="462"/>
                    <a:pt x="227" y="486"/>
                    <a:pt x="162" y="486"/>
                  </a:cubicBezTo>
                  <a:cubicBezTo>
                    <a:pt x="73" y="486"/>
                    <a:pt x="0" y="435"/>
                    <a:pt x="0" y="342"/>
                  </a:cubicBezTo>
                  <a:close/>
                  <a:moveTo>
                    <a:pt x="307" y="311"/>
                  </a:moveTo>
                  <a:cubicBezTo>
                    <a:pt x="307" y="287"/>
                    <a:pt x="307" y="287"/>
                    <a:pt x="307" y="287"/>
                  </a:cubicBezTo>
                  <a:cubicBezTo>
                    <a:pt x="284" y="277"/>
                    <a:pt x="254" y="270"/>
                    <a:pt x="222" y="270"/>
                  </a:cubicBezTo>
                  <a:cubicBezTo>
                    <a:pt x="164" y="270"/>
                    <a:pt x="129" y="292"/>
                    <a:pt x="129" y="335"/>
                  </a:cubicBezTo>
                  <a:cubicBezTo>
                    <a:pt x="129" y="336"/>
                    <a:pt x="129" y="336"/>
                    <a:pt x="129" y="336"/>
                  </a:cubicBezTo>
                  <a:cubicBezTo>
                    <a:pt x="129" y="372"/>
                    <a:pt x="159" y="394"/>
                    <a:pt x="202" y="394"/>
                  </a:cubicBezTo>
                  <a:cubicBezTo>
                    <a:pt x="265" y="394"/>
                    <a:pt x="307" y="359"/>
                    <a:pt x="307" y="311"/>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91" name="Google Shape;691;p126"/>
            <p:cNvSpPr/>
            <p:nvPr/>
          </p:nvSpPr>
          <p:spPr>
            <a:xfrm>
              <a:off x="4859916" y="3170238"/>
              <a:ext cx="1384300" cy="1543050"/>
            </a:xfrm>
            <a:custGeom>
              <a:rect b="b" l="l" r="r" t="t"/>
              <a:pathLst>
                <a:path extrusionOk="0" h="480" w="432">
                  <a:moveTo>
                    <a:pt x="0" y="9"/>
                  </a:moveTo>
                  <a:cubicBezTo>
                    <a:pt x="133" y="9"/>
                    <a:pt x="133" y="9"/>
                    <a:pt x="133" y="9"/>
                  </a:cubicBezTo>
                  <a:cubicBezTo>
                    <a:pt x="133" y="75"/>
                    <a:pt x="133" y="75"/>
                    <a:pt x="133" y="75"/>
                  </a:cubicBezTo>
                  <a:cubicBezTo>
                    <a:pt x="164" y="36"/>
                    <a:pt x="204" y="0"/>
                    <a:pt x="272" y="0"/>
                  </a:cubicBezTo>
                  <a:cubicBezTo>
                    <a:pt x="373" y="0"/>
                    <a:pt x="432" y="67"/>
                    <a:pt x="432" y="175"/>
                  </a:cubicBezTo>
                  <a:cubicBezTo>
                    <a:pt x="432" y="480"/>
                    <a:pt x="432" y="480"/>
                    <a:pt x="432" y="480"/>
                  </a:cubicBezTo>
                  <a:cubicBezTo>
                    <a:pt x="298" y="480"/>
                    <a:pt x="298" y="480"/>
                    <a:pt x="298" y="480"/>
                  </a:cubicBezTo>
                  <a:cubicBezTo>
                    <a:pt x="298" y="217"/>
                    <a:pt x="298" y="217"/>
                    <a:pt x="298" y="217"/>
                  </a:cubicBezTo>
                  <a:cubicBezTo>
                    <a:pt x="298" y="154"/>
                    <a:pt x="268" y="121"/>
                    <a:pt x="217" y="121"/>
                  </a:cubicBezTo>
                  <a:cubicBezTo>
                    <a:pt x="166" y="121"/>
                    <a:pt x="133" y="154"/>
                    <a:pt x="133" y="217"/>
                  </a:cubicBezTo>
                  <a:cubicBezTo>
                    <a:pt x="133" y="480"/>
                    <a:pt x="133" y="480"/>
                    <a:pt x="133" y="480"/>
                  </a:cubicBezTo>
                  <a:cubicBezTo>
                    <a:pt x="0" y="480"/>
                    <a:pt x="0" y="480"/>
                    <a:pt x="0" y="480"/>
                  </a:cubicBezTo>
                  <a:lnTo>
                    <a:pt x="0" y="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92" name="Google Shape;692;p126"/>
            <p:cNvSpPr/>
            <p:nvPr/>
          </p:nvSpPr>
          <p:spPr>
            <a:xfrm>
              <a:off x="6436593" y="2649538"/>
              <a:ext cx="1460500" cy="2063750"/>
            </a:xfrm>
            <a:custGeom>
              <a:rect b="b" l="l" r="r" t="t"/>
              <a:pathLst>
                <a:path extrusionOk="0" h="1300" w="920">
                  <a:moveTo>
                    <a:pt x="0" y="0"/>
                  </a:moveTo>
                  <a:lnTo>
                    <a:pt x="270" y="0"/>
                  </a:lnTo>
                  <a:lnTo>
                    <a:pt x="270" y="692"/>
                  </a:lnTo>
                  <a:lnTo>
                    <a:pt x="585" y="346"/>
                  </a:lnTo>
                  <a:lnTo>
                    <a:pt x="908" y="346"/>
                  </a:lnTo>
                  <a:lnTo>
                    <a:pt x="547" y="721"/>
                  </a:lnTo>
                  <a:lnTo>
                    <a:pt x="920" y="1300"/>
                  </a:lnTo>
                  <a:lnTo>
                    <a:pt x="609" y="1300"/>
                  </a:lnTo>
                  <a:lnTo>
                    <a:pt x="365" y="909"/>
                  </a:lnTo>
                  <a:lnTo>
                    <a:pt x="270" y="1010"/>
                  </a:lnTo>
                  <a:lnTo>
                    <a:pt x="270" y="1300"/>
                  </a:lnTo>
                  <a:lnTo>
                    <a:pt x="0" y="1300"/>
                  </a:ln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93" name="Google Shape;693;p126"/>
            <p:cNvSpPr/>
            <p:nvPr/>
          </p:nvSpPr>
          <p:spPr>
            <a:xfrm>
              <a:off x="7919896" y="3173413"/>
              <a:ext cx="1227138" cy="1568450"/>
            </a:xfrm>
            <a:custGeom>
              <a:rect b="b" l="l" r="r" t="t"/>
              <a:pathLst>
                <a:path extrusionOk="0" h="488" w="383">
                  <a:moveTo>
                    <a:pt x="0" y="417"/>
                  </a:moveTo>
                  <a:cubicBezTo>
                    <a:pt x="57" y="329"/>
                    <a:pt x="57" y="329"/>
                    <a:pt x="57" y="329"/>
                  </a:cubicBezTo>
                  <a:cubicBezTo>
                    <a:pt x="108" y="366"/>
                    <a:pt x="162" y="385"/>
                    <a:pt x="206" y="385"/>
                  </a:cubicBezTo>
                  <a:cubicBezTo>
                    <a:pt x="245" y="385"/>
                    <a:pt x="262" y="371"/>
                    <a:pt x="262" y="350"/>
                  </a:cubicBezTo>
                  <a:cubicBezTo>
                    <a:pt x="262" y="348"/>
                    <a:pt x="262" y="348"/>
                    <a:pt x="262" y="348"/>
                  </a:cubicBezTo>
                  <a:cubicBezTo>
                    <a:pt x="262" y="319"/>
                    <a:pt x="217" y="309"/>
                    <a:pt x="165" y="294"/>
                  </a:cubicBezTo>
                  <a:cubicBezTo>
                    <a:pt x="99" y="274"/>
                    <a:pt x="24" y="243"/>
                    <a:pt x="24" y="152"/>
                  </a:cubicBezTo>
                  <a:cubicBezTo>
                    <a:pt x="24" y="150"/>
                    <a:pt x="24" y="150"/>
                    <a:pt x="24" y="150"/>
                  </a:cubicBezTo>
                  <a:cubicBezTo>
                    <a:pt x="24" y="54"/>
                    <a:pt x="101" y="0"/>
                    <a:pt x="196" y="0"/>
                  </a:cubicBezTo>
                  <a:cubicBezTo>
                    <a:pt x="256" y="0"/>
                    <a:pt x="321" y="21"/>
                    <a:pt x="372" y="55"/>
                  </a:cubicBezTo>
                  <a:cubicBezTo>
                    <a:pt x="321" y="147"/>
                    <a:pt x="321" y="147"/>
                    <a:pt x="321" y="147"/>
                  </a:cubicBezTo>
                  <a:cubicBezTo>
                    <a:pt x="275" y="120"/>
                    <a:pt x="228" y="103"/>
                    <a:pt x="194" y="103"/>
                  </a:cubicBezTo>
                  <a:cubicBezTo>
                    <a:pt x="161" y="103"/>
                    <a:pt x="144" y="118"/>
                    <a:pt x="144" y="136"/>
                  </a:cubicBezTo>
                  <a:cubicBezTo>
                    <a:pt x="144" y="138"/>
                    <a:pt x="144" y="138"/>
                    <a:pt x="144" y="138"/>
                  </a:cubicBezTo>
                  <a:cubicBezTo>
                    <a:pt x="144" y="164"/>
                    <a:pt x="189" y="176"/>
                    <a:pt x="240" y="194"/>
                  </a:cubicBezTo>
                  <a:cubicBezTo>
                    <a:pt x="306" y="216"/>
                    <a:pt x="383" y="248"/>
                    <a:pt x="383" y="334"/>
                  </a:cubicBezTo>
                  <a:cubicBezTo>
                    <a:pt x="383" y="336"/>
                    <a:pt x="383" y="336"/>
                    <a:pt x="383" y="336"/>
                  </a:cubicBezTo>
                  <a:cubicBezTo>
                    <a:pt x="383" y="440"/>
                    <a:pt x="305" y="488"/>
                    <a:pt x="203" y="488"/>
                  </a:cubicBezTo>
                  <a:cubicBezTo>
                    <a:pt x="137" y="488"/>
                    <a:pt x="63" y="466"/>
                    <a:pt x="0" y="41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94" name="Google Shape;694;p126"/>
            <p:cNvSpPr/>
            <p:nvPr/>
          </p:nvSpPr>
          <p:spPr>
            <a:xfrm>
              <a:off x="9282260" y="4167188"/>
              <a:ext cx="544513" cy="546100"/>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grpSp>
        <p:nvGrpSpPr>
          <p:cNvPr id="695" name="Google Shape;695;p126"/>
          <p:cNvGrpSpPr/>
          <p:nvPr/>
        </p:nvGrpSpPr>
        <p:grpSpPr>
          <a:xfrm>
            <a:off x="7044578" y="767096"/>
            <a:ext cx="2100612" cy="1898696"/>
            <a:chOff x="9390324" y="767096"/>
            <a:chExt cx="2800087" cy="1898696"/>
          </a:xfrm>
        </p:grpSpPr>
        <p:grpSp>
          <p:nvGrpSpPr>
            <p:cNvPr id="696" name="Google Shape;696;p126"/>
            <p:cNvGrpSpPr/>
            <p:nvPr/>
          </p:nvGrpSpPr>
          <p:grpSpPr>
            <a:xfrm>
              <a:off x="9390324" y="936748"/>
              <a:ext cx="1965963" cy="1042086"/>
              <a:chOff x="4988072" y="501936"/>
              <a:chExt cx="1978802" cy="1051017"/>
            </a:xfrm>
          </p:grpSpPr>
          <p:sp>
            <p:nvSpPr>
              <p:cNvPr id="697" name="Google Shape;697;p126"/>
              <p:cNvSpPr/>
              <p:nvPr/>
            </p:nvSpPr>
            <p:spPr>
              <a:xfrm>
                <a:off x="5559016" y="501936"/>
                <a:ext cx="218094" cy="282813"/>
              </a:xfrm>
              <a:custGeom>
                <a:rect b="b" l="l" r="r" t="t"/>
                <a:pathLst>
                  <a:path extrusionOk="0" h="651" w="502">
                    <a:moveTo>
                      <a:pt x="0" y="550"/>
                    </a:moveTo>
                    <a:cubicBezTo>
                      <a:pt x="83" y="451"/>
                      <a:pt x="83" y="451"/>
                      <a:pt x="83" y="451"/>
                    </a:cubicBezTo>
                    <a:cubicBezTo>
                      <a:pt x="140" y="498"/>
                      <a:pt x="200" y="528"/>
                      <a:pt x="272" y="528"/>
                    </a:cubicBezTo>
                    <a:cubicBezTo>
                      <a:pt x="329" y="528"/>
                      <a:pt x="363" y="506"/>
                      <a:pt x="363" y="469"/>
                    </a:cubicBezTo>
                    <a:cubicBezTo>
                      <a:pt x="363" y="467"/>
                      <a:pt x="363" y="467"/>
                      <a:pt x="363" y="467"/>
                    </a:cubicBezTo>
                    <a:cubicBezTo>
                      <a:pt x="363" y="431"/>
                      <a:pt x="342" y="413"/>
                      <a:pt x="236" y="386"/>
                    </a:cubicBezTo>
                    <a:cubicBezTo>
                      <a:pt x="108" y="354"/>
                      <a:pt x="26" y="318"/>
                      <a:pt x="26" y="192"/>
                    </a:cubicBezTo>
                    <a:cubicBezTo>
                      <a:pt x="26" y="191"/>
                      <a:pt x="26" y="191"/>
                      <a:pt x="26" y="191"/>
                    </a:cubicBezTo>
                    <a:cubicBezTo>
                      <a:pt x="26" y="76"/>
                      <a:pt x="118" y="0"/>
                      <a:pt x="247" y="0"/>
                    </a:cubicBezTo>
                    <a:cubicBezTo>
                      <a:pt x="340" y="0"/>
                      <a:pt x="419" y="29"/>
                      <a:pt x="483" y="80"/>
                    </a:cubicBezTo>
                    <a:cubicBezTo>
                      <a:pt x="410" y="185"/>
                      <a:pt x="410" y="185"/>
                      <a:pt x="410" y="185"/>
                    </a:cubicBezTo>
                    <a:cubicBezTo>
                      <a:pt x="354" y="146"/>
                      <a:pt x="299" y="123"/>
                      <a:pt x="246" y="123"/>
                    </a:cubicBezTo>
                    <a:cubicBezTo>
                      <a:pt x="192" y="123"/>
                      <a:pt x="164" y="147"/>
                      <a:pt x="164" y="178"/>
                    </a:cubicBezTo>
                    <a:cubicBezTo>
                      <a:pt x="164" y="180"/>
                      <a:pt x="164" y="180"/>
                      <a:pt x="164" y="180"/>
                    </a:cubicBezTo>
                    <a:cubicBezTo>
                      <a:pt x="164" y="221"/>
                      <a:pt x="191" y="235"/>
                      <a:pt x="301" y="263"/>
                    </a:cubicBezTo>
                    <a:cubicBezTo>
                      <a:pt x="429" y="297"/>
                      <a:pt x="502" y="343"/>
                      <a:pt x="502" y="453"/>
                    </a:cubicBezTo>
                    <a:cubicBezTo>
                      <a:pt x="502" y="455"/>
                      <a:pt x="502" y="455"/>
                      <a:pt x="502" y="455"/>
                    </a:cubicBezTo>
                    <a:cubicBezTo>
                      <a:pt x="502" y="581"/>
                      <a:pt x="406" y="651"/>
                      <a:pt x="269" y="651"/>
                    </a:cubicBezTo>
                    <a:cubicBezTo>
                      <a:pt x="173" y="651"/>
                      <a:pt x="76" y="618"/>
                      <a:pt x="0" y="5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98" name="Google Shape;698;p126"/>
              <p:cNvSpPr/>
              <p:nvPr/>
            </p:nvSpPr>
            <p:spPr>
              <a:xfrm>
                <a:off x="5791295" y="566212"/>
                <a:ext cx="322264" cy="214547"/>
              </a:xfrm>
              <a:custGeom>
                <a:rect b="b" l="l" r="r" t="t"/>
                <a:pathLst>
                  <a:path extrusionOk="0" h="494" w="741">
                    <a:moveTo>
                      <a:pt x="0" y="9"/>
                    </a:moveTo>
                    <a:cubicBezTo>
                      <a:pt x="138" y="9"/>
                      <a:pt x="138" y="9"/>
                      <a:pt x="138" y="9"/>
                    </a:cubicBezTo>
                    <a:cubicBezTo>
                      <a:pt x="138" y="78"/>
                      <a:pt x="138" y="78"/>
                      <a:pt x="138" y="78"/>
                    </a:cubicBezTo>
                    <a:cubicBezTo>
                      <a:pt x="170" y="37"/>
                      <a:pt x="211" y="0"/>
                      <a:pt x="281" y="0"/>
                    </a:cubicBezTo>
                    <a:cubicBezTo>
                      <a:pt x="344" y="0"/>
                      <a:pt x="392" y="28"/>
                      <a:pt x="418" y="77"/>
                    </a:cubicBezTo>
                    <a:cubicBezTo>
                      <a:pt x="460" y="27"/>
                      <a:pt x="511" y="0"/>
                      <a:pt x="577" y="0"/>
                    </a:cubicBezTo>
                    <a:cubicBezTo>
                      <a:pt x="679" y="0"/>
                      <a:pt x="741" y="62"/>
                      <a:pt x="741" y="178"/>
                    </a:cubicBezTo>
                    <a:cubicBezTo>
                      <a:pt x="741" y="494"/>
                      <a:pt x="741" y="494"/>
                      <a:pt x="741" y="494"/>
                    </a:cubicBezTo>
                    <a:cubicBezTo>
                      <a:pt x="603" y="494"/>
                      <a:pt x="603" y="494"/>
                      <a:pt x="603" y="494"/>
                    </a:cubicBezTo>
                    <a:cubicBezTo>
                      <a:pt x="603" y="224"/>
                      <a:pt x="603" y="224"/>
                      <a:pt x="603" y="224"/>
                    </a:cubicBezTo>
                    <a:cubicBezTo>
                      <a:pt x="603" y="159"/>
                      <a:pt x="574" y="125"/>
                      <a:pt x="523" y="125"/>
                    </a:cubicBezTo>
                    <a:cubicBezTo>
                      <a:pt x="471" y="125"/>
                      <a:pt x="439" y="159"/>
                      <a:pt x="439" y="224"/>
                    </a:cubicBezTo>
                    <a:cubicBezTo>
                      <a:pt x="439" y="494"/>
                      <a:pt x="439" y="494"/>
                      <a:pt x="439" y="494"/>
                    </a:cubicBezTo>
                    <a:cubicBezTo>
                      <a:pt x="302" y="494"/>
                      <a:pt x="302" y="494"/>
                      <a:pt x="302" y="494"/>
                    </a:cubicBezTo>
                    <a:cubicBezTo>
                      <a:pt x="302" y="224"/>
                      <a:pt x="302" y="224"/>
                      <a:pt x="302" y="224"/>
                    </a:cubicBezTo>
                    <a:cubicBezTo>
                      <a:pt x="302" y="159"/>
                      <a:pt x="273" y="125"/>
                      <a:pt x="221" y="125"/>
                    </a:cubicBezTo>
                    <a:cubicBezTo>
                      <a:pt x="170" y="125"/>
                      <a:pt x="138" y="159"/>
                      <a:pt x="138" y="224"/>
                    </a:cubicBezTo>
                    <a:cubicBezTo>
                      <a:pt x="138" y="494"/>
                      <a:pt x="138" y="494"/>
                      <a:pt x="138" y="494"/>
                    </a:cubicBezTo>
                    <a:cubicBezTo>
                      <a:pt x="0" y="494"/>
                      <a:pt x="0" y="494"/>
                      <a:pt x="0" y="494"/>
                    </a:cubicBezTo>
                    <a:lnTo>
                      <a:pt x="0" y="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699" name="Google Shape;699;p126"/>
              <p:cNvSpPr/>
              <p:nvPr/>
            </p:nvSpPr>
            <p:spPr>
              <a:xfrm>
                <a:off x="6125971" y="567985"/>
                <a:ext cx="193713" cy="216764"/>
              </a:xfrm>
              <a:custGeom>
                <a:rect b="b" l="l" r="r" t="t"/>
                <a:pathLst>
                  <a:path extrusionOk="0" h="499" w="446">
                    <a:moveTo>
                      <a:pt x="0" y="351"/>
                    </a:moveTo>
                    <a:cubicBezTo>
                      <a:pt x="0" y="349"/>
                      <a:pt x="0" y="349"/>
                      <a:pt x="0" y="349"/>
                    </a:cubicBezTo>
                    <a:cubicBezTo>
                      <a:pt x="0" y="243"/>
                      <a:pt x="80" y="194"/>
                      <a:pt x="195" y="194"/>
                    </a:cubicBezTo>
                    <a:cubicBezTo>
                      <a:pt x="244" y="194"/>
                      <a:pt x="280" y="202"/>
                      <a:pt x="314" y="214"/>
                    </a:cubicBezTo>
                    <a:cubicBezTo>
                      <a:pt x="314" y="206"/>
                      <a:pt x="314" y="206"/>
                      <a:pt x="314" y="206"/>
                    </a:cubicBezTo>
                    <a:cubicBezTo>
                      <a:pt x="314" y="149"/>
                      <a:pt x="279" y="117"/>
                      <a:pt x="210" y="117"/>
                    </a:cubicBezTo>
                    <a:cubicBezTo>
                      <a:pt x="157" y="117"/>
                      <a:pt x="120" y="127"/>
                      <a:pt x="76" y="144"/>
                    </a:cubicBezTo>
                    <a:cubicBezTo>
                      <a:pt x="42" y="39"/>
                      <a:pt x="42" y="39"/>
                      <a:pt x="42" y="39"/>
                    </a:cubicBezTo>
                    <a:cubicBezTo>
                      <a:pt x="95" y="15"/>
                      <a:pt x="147" y="0"/>
                      <a:pt x="230" y="0"/>
                    </a:cubicBezTo>
                    <a:cubicBezTo>
                      <a:pt x="305" y="0"/>
                      <a:pt x="359" y="20"/>
                      <a:pt x="394" y="54"/>
                    </a:cubicBezTo>
                    <a:cubicBezTo>
                      <a:pt x="430" y="90"/>
                      <a:pt x="446" y="144"/>
                      <a:pt x="446" y="209"/>
                    </a:cubicBezTo>
                    <a:cubicBezTo>
                      <a:pt x="446" y="490"/>
                      <a:pt x="446" y="490"/>
                      <a:pt x="446" y="490"/>
                    </a:cubicBezTo>
                    <a:cubicBezTo>
                      <a:pt x="313" y="490"/>
                      <a:pt x="313" y="490"/>
                      <a:pt x="313" y="490"/>
                    </a:cubicBezTo>
                    <a:cubicBezTo>
                      <a:pt x="313" y="438"/>
                      <a:pt x="313" y="438"/>
                      <a:pt x="313" y="438"/>
                    </a:cubicBezTo>
                    <a:cubicBezTo>
                      <a:pt x="280" y="475"/>
                      <a:pt x="233" y="499"/>
                      <a:pt x="166" y="499"/>
                    </a:cubicBezTo>
                    <a:cubicBezTo>
                      <a:pt x="75" y="499"/>
                      <a:pt x="0" y="447"/>
                      <a:pt x="0" y="351"/>
                    </a:cubicBezTo>
                    <a:close/>
                    <a:moveTo>
                      <a:pt x="316" y="319"/>
                    </a:moveTo>
                    <a:cubicBezTo>
                      <a:pt x="316" y="295"/>
                      <a:pt x="316" y="295"/>
                      <a:pt x="316" y="295"/>
                    </a:cubicBezTo>
                    <a:cubicBezTo>
                      <a:pt x="292" y="284"/>
                      <a:pt x="262" y="277"/>
                      <a:pt x="228" y="277"/>
                    </a:cubicBezTo>
                    <a:cubicBezTo>
                      <a:pt x="169" y="277"/>
                      <a:pt x="133" y="300"/>
                      <a:pt x="133" y="344"/>
                    </a:cubicBezTo>
                    <a:cubicBezTo>
                      <a:pt x="133" y="346"/>
                      <a:pt x="133" y="346"/>
                      <a:pt x="133" y="346"/>
                    </a:cubicBezTo>
                    <a:cubicBezTo>
                      <a:pt x="133" y="383"/>
                      <a:pt x="164" y="404"/>
                      <a:pt x="208" y="404"/>
                    </a:cubicBezTo>
                    <a:cubicBezTo>
                      <a:pt x="272" y="404"/>
                      <a:pt x="316" y="369"/>
                      <a:pt x="316" y="319"/>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00" name="Google Shape;700;p126"/>
              <p:cNvSpPr/>
              <p:nvPr/>
            </p:nvSpPr>
            <p:spPr>
              <a:xfrm>
                <a:off x="6336529" y="564438"/>
                <a:ext cx="127665" cy="216321"/>
              </a:xfrm>
              <a:custGeom>
                <a:rect b="b" l="l" r="r" t="t"/>
                <a:pathLst>
                  <a:path extrusionOk="0" h="498" w="293">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01" name="Google Shape;701;p126"/>
              <p:cNvSpPr/>
              <p:nvPr/>
            </p:nvSpPr>
            <p:spPr>
              <a:xfrm>
                <a:off x="6475719" y="516121"/>
                <a:ext cx="134757" cy="268184"/>
              </a:xfrm>
              <a:custGeom>
                <a:rect b="b" l="l" r="r" t="t"/>
                <a:pathLst>
                  <a:path extrusionOk="0" h="617" w="310">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6" y="0"/>
                      <a:pt x="196" y="0"/>
                      <a:pt x="196" y="0"/>
                    </a:cubicBezTo>
                    <a:cubicBezTo>
                      <a:pt x="196" y="124"/>
                      <a:pt x="196" y="124"/>
                      <a:pt x="196" y="124"/>
                    </a:cubicBezTo>
                    <a:cubicBezTo>
                      <a:pt x="310" y="124"/>
                      <a:pt x="310" y="124"/>
                      <a:pt x="310" y="124"/>
                    </a:cubicBezTo>
                    <a:cubicBezTo>
                      <a:pt x="310" y="242"/>
                      <a:pt x="310" y="242"/>
                      <a:pt x="310" y="242"/>
                    </a:cubicBezTo>
                    <a:cubicBezTo>
                      <a:pt x="196" y="242"/>
                      <a:pt x="196" y="242"/>
                      <a:pt x="196" y="242"/>
                    </a:cubicBezTo>
                    <a:cubicBezTo>
                      <a:pt x="196" y="449"/>
                      <a:pt x="196" y="449"/>
                      <a:pt x="196" y="449"/>
                    </a:cubicBezTo>
                    <a:cubicBezTo>
                      <a:pt x="196" y="481"/>
                      <a:pt x="209" y="496"/>
                      <a:pt x="240" y="496"/>
                    </a:cubicBezTo>
                    <a:cubicBezTo>
                      <a:pt x="265" y="496"/>
                      <a:pt x="288" y="490"/>
                      <a:pt x="308" y="479"/>
                    </a:cubicBezTo>
                    <a:cubicBezTo>
                      <a:pt x="308" y="589"/>
                      <a:pt x="308" y="589"/>
                      <a:pt x="308" y="589"/>
                    </a:cubicBezTo>
                    <a:cubicBezTo>
                      <a:pt x="279" y="607"/>
                      <a:pt x="245" y="617"/>
                      <a:pt x="199" y="617"/>
                    </a:cubicBezTo>
                    <a:cubicBezTo>
                      <a:pt x="115" y="617"/>
                      <a:pt x="58" y="584"/>
                      <a:pt x="58" y="4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02" name="Google Shape;702;p126"/>
              <p:cNvSpPr/>
              <p:nvPr/>
            </p:nvSpPr>
            <p:spPr>
              <a:xfrm>
                <a:off x="6618455" y="566212"/>
                <a:ext cx="207012" cy="219424"/>
              </a:xfrm>
              <a:custGeom>
                <a:rect b="b" l="l" r="r" t="t"/>
                <a:pathLst>
                  <a:path extrusionOk="0" h="505" w="476">
                    <a:moveTo>
                      <a:pt x="0" y="254"/>
                    </a:moveTo>
                    <a:cubicBezTo>
                      <a:pt x="0" y="253"/>
                      <a:pt x="0" y="253"/>
                      <a:pt x="0" y="253"/>
                    </a:cubicBezTo>
                    <a:cubicBezTo>
                      <a:pt x="0" y="114"/>
                      <a:pt x="99" y="0"/>
                      <a:pt x="240" y="0"/>
                    </a:cubicBezTo>
                    <a:cubicBezTo>
                      <a:pt x="402" y="0"/>
                      <a:pt x="476" y="126"/>
                      <a:pt x="476" y="263"/>
                    </a:cubicBezTo>
                    <a:cubicBezTo>
                      <a:pt x="476"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2" y="214"/>
                    </a:moveTo>
                    <a:cubicBezTo>
                      <a:pt x="334" y="152"/>
                      <a:pt x="298" y="111"/>
                      <a:pt x="240" y="111"/>
                    </a:cubicBezTo>
                    <a:cubicBezTo>
                      <a:pt x="183" y="111"/>
                      <a:pt x="146" y="151"/>
                      <a:pt x="135" y="214"/>
                    </a:cubicBezTo>
                    <a:lnTo>
                      <a:pt x="342" y="21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03" name="Google Shape;703;p126"/>
              <p:cNvSpPr/>
              <p:nvPr/>
            </p:nvSpPr>
            <p:spPr>
              <a:xfrm>
                <a:off x="6837879" y="564438"/>
                <a:ext cx="127221" cy="216321"/>
              </a:xfrm>
              <a:custGeom>
                <a:rect b="b" l="l" r="r" t="t"/>
                <a:pathLst>
                  <a:path extrusionOk="0" h="498" w="293">
                    <a:moveTo>
                      <a:pt x="0" y="13"/>
                    </a:moveTo>
                    <a:cubicBezTo>
                      <a:pt x="138" y="13"/>
                      <a:pt x="138" y="13"/>
                      <a:pt x="138" y="13"/>
                    </a:cubicBezTo>
                    <a:cubicBezTo>
                      <a:pt x="138" y="111"/>
                      <a:pt x="138" y="111"/>
                      <a:pt x="138" y="111"/>
                    </a:cubicBezTo>
                    <a:cubicBezTo>
                      <a:pt x="166" y="44"/>
                      <a:pt x="211" y="0"/>
                      <a:pt x="293" y="4"/>
                    </a:cubicBezTo>
                    <a:cubicBezTo>
                      <a:pt x="293" y="148"/>
                      <a:pt x="293" y="148"/>
                      <a:pt x="293" y="148"/>
                    </a:cubicBezTo>
                    <a:cubicBezTo>
                      <a:pt x="285" y="148"/>
                      <a:pt x="285" y="148"/>
                      <a:pt x="285" y="148"/>
                    </a:cubicBezTo>
                    <a:cubicBezTo>
                      <a:pt x="194" y="148"/>
                      <a:pt x="138" y="203"/>
                      <a:pt x="138" y="319"/>
                    </a:cubicBezTo>
                    <a:cubicBezTo>
                      <a:pt x="138" y="498"/>
                      <a:pt x="138" y="498"/>
                      <a:pt x="138" y="498"/>
                    </a:cubicBezTo>
                    <a:cubicBezTo>
                      <a:pt x="0" y="498"/>
                      <a:pt x="0" y="498"/>
                      <a:pt x="0" y="498"/>
                    </a:cubicBezTo>
                    <a:lnTo>
                      <a:pt x="0" y="1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04" name="Google Shape;704;p126"/>
              <p:cNvSpPr/>
              <p:nvPr/>
            </p:nvSpPr>
            <p:spPr>
              <a:xfrm>
                <a:off x="4988072" y="888476"/>
                <a:ext cx="134757" cy="268628"/>
              </a:xfrm>
              <a:custGeom>
                <a:rect b="b" l="l" r="r" t="t"/>
                <a:pathLst>
                  <a:path extrusionOk="0" h="618" w="310">
                    <a:moveTo>
                      <a:pt x="58" y="472"/>
                    </a:moveTo>
                    <a:cubicBezTo>
                      <a:pt x="58" y="242"/>
                      <a:pt x="58" y="242"/>
                      <a:pt x="58" y="242"/>
                    </a:cubicBezTo>
                    <a:cubicBezTo>
                      <a:pt x="0" y="242"/>
                      <a:pt x="0" y="242"/>
                      <a:pt x="0" y="242"/>
                    </a:cubicBezTo>
                    <a:cubicBezTo>
                      <a:pt x="0" y="124"/>
                      <a:pt x="0" y="124"/>
                      <a:pt x="0" y="124"/>
                    </a:cubicBezTo>
                    <a:cubicBezTo>
                      <a:pt x="58" y="124"/>
                      <a:pt x="58" y="124"/>
                      <a:pt x="58" y="124"/>
                    </a:cubicBezTo>
                    <a:cubicBezTo>
                      <a:pt x="58" y="0"/>
                      <a:pt x="58" y="0"/>
                      <a:pt x="58" y="0"/>
                    </a:cubicBezTo>
                    <a:cubicBezTo>
                      <a:pt x="195" y="0"/>
                      <a:pt x="195" y="0"/>
                      <a:pt x="195" y="0"/>
                    </a:cubicBezTo>
                    <a:cubicBezTo>
                      <a:pt x="195" y="124"/>
                      <a:pt x="195" y="124"/>
                      <a:pt x="195" y="124"/>
                    </a:cubicBezTo>
                    <a:cubicBezTo>
                      <a:pt x="310" y="124"/>
                      <a:pt x="310" y="124"/>
                      <a:pt x="310" y="124"/>
                    </a:cubicBezTo>
                    <a:cubicBezTo>
                      <a:pt x="310" y="242"/>
                      <a:pt x="310" y="242"/>
                      <a:pt x="310" y="242"/>
                    </a:cubicBezTo>
                    <a:cubicBezTo>
                      <a:pt x="195" y="242"/>
                      <a:pt x="195" y="242"/>
                      <a:pt x="195" y="242"/>
                    </a:cubicBezTo>
                    <a:cubicBezTo>
                      <a:pt x="195" y="449"/>
                      <a:pt x="195" y="449"/>
                      <a:pt x="195" y="449"/>
                    </a:cubicBezTo>
                    <a:cubicBezTo>
                      <a:pt x="195" y="481"/>
                      <a:pt x="209" y="496"/>
                      <a:pt x="240" y="496"/>
                    </a:cubicBezTo>
                    <a:cubicBezTo>
                      <a:pt x="265" y="496"/>
                      <a:pt x="288" y="490"/>
                      <a:pt x="308" y="479"/>
                    </a:cubicBezTo>
                    <a:cubicBezTo>
                      <a:pt x="308" y="590"/>
                      <a:pt x="308" y="590"/>
                      <a:pt x="308" y="590"/>
                    </a:cubicBezTo>
                    <a:cubicBezTo>
                      <a:pt x="279" y="607"/>
                      <a:pt x="245" y="618"/>
                      <a:pt x="199" y="618"/>
                    </a:cubicBezTo>
                    <a:cubicBezTo>
                      <a:pt x="115" y="618"/>
                      <a:pt x="58" y="584"/>
                      <a:pt x="58" y="472"/>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05" name="Google Shape;705;p126"/>
              <p:cNvSpPr/>
              <p:nvPr/>
            </p:nvSpPr>
            <p:spPr>
              <a:xfrm>
                <a:off x="5131251" y="938123"/>
                <a:ext cx="207455" cy="219867"/>
              </a:xfrm>
              <a:custGeom>
                <a:rect b="b" l="l" r="r" t="t"/>
                <a:pathLst>
                  <a:path extrusionOk="0" h="505" w="477">
                    <a:moveTo>
                      <a:pt x="0" y="254"/>
                    </a:moveTo>
                    <a:cubicBezTo>
                      <a:pt x="0" y="253"/>
                      <a:pt x="0" y="253"/>
                      <a:pt x="0" y="253"/>
                    </a:cubicBezTo>
                    <a:cubicBezTo>
                      <a:pt x="0" y="114"/>
                      <a:pt x="99" y="0"/>
                      <a:pt x="240" y="0"/>
                    </a:cubicBezTo>
                    <a:cubicBezTo>
                      <a:pt x="402" y="0"/>
                      <a:pt x="477" y="126"/>
                      <a:pt x="477" y="263"/>
                    </a:cubicBezTo>
                    <a:cubicBezTo>
                      <a:pt x="477" y="274"/>
                      <a:pt x="476" y="287"/>
                      <a:pt x="475" y="300"/>
                    </a:cubicBezTo>
                    <a:cubicBezTo>
                      <a:pt x="137" y="300"/>
                      <a:pt x="137" y="300"/>
                      <a:pt x="137" y="300"/>
                    </a:cubicBezTo>
                    <a:cubicBezTo>
                      <a:pt x="151" y="362"/>
                      <a:pt x="194" y="395"/>
                      <a:pt x="256" y="395"/>
                    </a:cubicBezTo>
                    <a:cubicBezTo>
                      <a:pt x="302" y="395"/>
                      <a:pt x="335" y="380"/>
                      <a:pt x="373" y="345"/>
                    </a:cubicBezTo>
                    <a:cubicBezTo>
                      <a:pt x="452" y="415"/>
                      <a:pt x="452" y="415"/>
                      <a:pt x="452" y="415"/>
                    </a:cubicBezTo>
                    <a:cubicBezTo>
                      <a:pt x="407" y="471"/>
                      <a:pt x="342" y="505"/>
                      <a:pt x="254" y="505"/>
                    </a:cubicBezTo>
                    <a:cubicBezTo>
                      <a:pt x="108" y="505"/>
                      <a:pt x="0" y="403"/>
                      <a:pt x="0" y="254"/>
                    </a:cubicBezTo>
                    <a:close/>
                    <a:moveTo>
                      <a:pt x="343" y="214"/>
                    </a:moveTo>
                    <a:cubicBezTo>
                      <a:pt x="334" y="152"/>
                      <a:pt x="298" y="111"/>
                      <a:pt x="240" y="111"/>
                    </a:cubicBezTo>
                    <a:cubicBezTo>
                      <a:pt x="183" y="111"/>
                      <a:pt x="146" y="151"/>
                      <a:pt x="135" y="214"/>
                    </a:cubicBezTo>
                    <a:lnTo>
                      <a:pt x="343" y="21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06" name="Google Shape;706;p126"/>
              <p:cNvSpPr/>
              <p:nvPr/>
            </p:nvSpPr>
            <p:spPr>
              <a:xfrm>
                <a:off x="5348015" y="938123"/>
                <a:ext cx="195486" cy="219867"/>
              </a:xfrm>
              <a:custGeom>
                <a:rect b="b" l="l" r="r" t="t"/>
                <a:pathLst>
                  <a:path extrusionOk="0" h="505" w="450">
                    <a:moveTo>
                      <a:pt x="0" y="254"/>
                    </a:moveTo>
                    <a:cubicBezTo>
                      <a:pt x="0" y="253"/>
                      <a:pt x="0" y="253"/>
                      <a:pt x="0" y="253"/>
                    </a:cubicBezTo>
                    <a:cubicBezTo>
                      <a:pt x="0" y="114"/>
                      <a:pt x="106" y="0"/>
                      <a:pt x="254" y="0"/>
                    </a:cubicBezTo>
                    <a:cubicBezTo>
                      <a:pt x="345" y="0"/>
                      <a:pt x="402" y="31"/>
                      <a:pt x="448" y="82"/>
                    </a:cubicBezTo>
                    <a:cubicBezTo>
                      <a:pt x="363" y="172"/>
                      <a:pt x="363" y="172"/>
                      <a:pt x="363" y="172"/>
                    </a:cubicBezTo>
                    <a:cubicBezTo>
                      <a:pt x="333" y="139"/>
                      <a:pt x="302" y="119"/>
                      <a:pt x="253" y="119"/>
                    </a:cubicBezTo>
                    <a:cubicBezTo>
                      <a:pt x="184" y="119"/>
                      <a:pt x="135" y="179"/>
                      <a:pt x="135" y="251"/>
                    </a:cubicBezTo>
                    <a:cubicBezTo>
                      <a:pt x="135" y="253"/>
                      <a:pt x="135" y="253"/>
                      <a:pt x="135" y="253"/>
                    </a:cubicBezTo>
                    <a:cubicBezTo>
                      <a:pt x="135" y="327"/>
                      <a:pt x="183" y="387"/>
                      <a:pt x="258" y="387"/>
                    </a:cubicBezTo>
                    <a:cubicBezTo>
                      <a:pt x="305" y="387"/>
                      <a:pt x="336" y="367"/>
                      <a:pt x="370" y="335"/>
                    </a:cubicBezTo>
                    <a:cubicBezTo>
                      <a:pt x="450" y="416"/>
                      <a:pt x="450" y="416"/>
                      <a:pt x="450" y="416"/>
                    </a:cubicBezTo>
                    <a:cubicBezTo>
                      <a:pt x="403" y="468"/>
                      <a:pt x="349" y="505"/>
                      <a:pt x="252" y="505"/>
                    </a:cubicBezTo>
                    <a:cubicBezTo>
                      <a:pt x="106" y="505"/>
                      <a:pt x="0" y="393"/>
                      <a:pt x="0" y="25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07" name="Google Shape;707;p126"/>
              <p:cNvSpPr/>
              <p:nvPr/>
            </p:nvSpPr>
            <p:spPr>
              <a:xfrm>
                <a:off x="5553254" y="866312"/>
                <a:ext cx="193270" cy="286802"/>
              </a:xfrm>
              <a:custGeom>
                <a:rect b="b" l="l" r="r" t="t"/>
                <a:pathLst>
                  <a:path extrusionOk="0" h="660" w="445">
                    <a:moveTo>
                      <a:pt x="0" y="0"/>
                    </a:moveTo>
                    <a:cubicBezTo>
                      <a:pt x="138" y="0"/>
                      <a:pt x="138" y="0"/>
                      <a:pt x="138" y="0"/>
                    </a:cubicBezTo>
                    <a:cubicBezTo>
                      <a:pt x="138" y="244"/>
                      <a:pt x="138" y="244"/>
                      <a:pt x="138" y="244"/>
                    </a:cubicBezTo>
                    <a:cubicBezTo>
                      <a:pt x="169" y="203"/>
                      <a:pt x="210" y="166"/>
                      <a:pt x="280" y="166"/>
                    </a:cubicBezTo>
                    <a:cubicBezTo>
                      <a:pt x="384" y="166"/>
                      <a:pt x="445" y="235"/>
                      <a:pt x="445" y="346"/>
                    </a:cubicBezTo>
                    <a:cubicBezTo>
                      <a:pt x="445" y="660"/>
                      <a:pt x="445" y="660"/>
                      <a:pt x="445" y="660"/>
                    </a:cubicBezTo>
                    <a:cubicBezTo>
                      <a:pt x="307" y="660"/>
                      <a:pt x="307" y="660"/>
                      <a:pt x="307" y="660"/>
                    </a:cubicBezTo>
                    <a:cubicBezTo>
                      <a:pt x="307" y="390"/>
                      <a:pt x="307" y="390"/>
                      <a:pt x="307" y="390"/>
                    </a:cubicBezTo>
                    <a:cubicBezTo>
                      <a:pt x="307" y="324"/>
                      <a:pt x="276" y="291"/>
                      <a:pt x="224" y="291"/>
                    </a:cubicBezTo>
                    <a:cubicBezTo>
                      <a:pt x="171" y="291"/>
                      <a:pt x="138" y="324"/>
                      <a:pt x="138" y="390"/>
                    </a:cubicBezTo>
                    <a:cubicBezTo>
                      <a:pt x="138" y="660"/>
                      <a:pt x="138" y="660"/>
                      <a:pt x="138" y="660"/>
                    </a:cubicBezTo>
                    <a:cubicBezTo>
                      <a:pt x="0" y="660"/>
                      <a:pt x="0" y="660"/>
                      <a:pt x="0" y="660"/>
                    </a:cubicBez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08" name="Google Shape;708;p126"/>
              <p:cNvSpPr/>
              <p:nvPr/>
            </p:nvSpPr>
            <p:spPr>
              <a:xfrm>
                <a:off x="5762039" y="938123"/>
                <a:ext cx="192827" cy="214991"/>
              </a:xfrm>
              <a:custGeom>
                <a:rect b="b" l="l" r="r" t="t"/>
                <a:pathLst>
                  <a:path extrusionOk="0" h="494" w="444">
                    <a:moveTo>
                      <a:pt x="0" y="9"/>
                    </a:moveTo>
                    <a:cubicBezTo>
                      <a:pt x="137" y="9"/>
                      <a:pt x="137" y="9"/>
                      <a:pt x="137" y="9"/>
                    </a:cubicBezTo>
                    <a:cubicBezTo>
                      <a:pt x="137" y="78"/>
                      <a:pt x="137" y="78"/>
                      <a:pt x="137" y="78"/>
                    </a:cubicBezTo>
                    <a:cubicBezTo>
                      <a:pt x="169" y="37"/>
                      <a:pt x="210" y="0"/>
                      <a:pt x="279" y="0"/>
                    </a:cubicBezTo>
                    <a:cubicBezTo>
                      <a:pt x="383" y="0"/>
                      <a:pt x="444" y="69"/>
                      <a:pt x="444" y="180"/>
                    </a:cubicBezTo>
                    <a:cubicBezTo>
                      <a:pt x="444" y="494"/>
                      <a:pt x="444" y="494"/>
                      <a:pt x="444" y="494"/>
                    </a:cubicBezTo>
                    <a:cubicBezTo>
                      <a:pt x="306" y="494"/>
                      <a:pt x="306" y="494"/>
                      <a:pt x="306" y="494"/>
                    </a:cubicBezTo>
                    <a:cubicBezTo>
                      <a:pt x="306" y="224"/>
                      <a:pt x="306" y="224"/>
                      <a:pt x="306" y="224"/>
                    </a:cubicBezTo>
                    <a:cubicBezTo>
                      <a:pt x="306" y="158"/>
                      <a:pt x="276" y="125"/>
                      <a:pt x="223" y="125"/>
                    </a:cubicBezTo>
                    <a:cubicBezTo>
                      <a:pt x="171" y="125"/>
                      <a:pt x="137" y="158"/>
                      <a:pt x="137" y="224"/>
                    </a:cubicBezTo>
                    <a:cubicBezTo>
                      <a:pt x="137" y="494"/>
                      <a:pt x="137" y="494"/>
                      <a:pt x="137" y="494"/>
                    </a:cubicBezTo>
                    <a:cubicBezTo>
                      <a:pt x="0" y="494"/>
                      <a:pt x="0" y="494"/>
                      <a:pt x="0" y="494"/>
                    </a:cubicBezTo>
                    <a:lnTo>
                      <a:pt x="0" y="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09" name="Google Shape;709;p126"/>
              <p:cNvSpPr/>
              <p:nvPr/>
            </p:nvSpPr>
            <p:spPr>
              <a:xfrm>
                <a:off x="5967277" y="938123"/>
                <a:ext cx="228289" cy="219867"/>
              </a:xfrm>
              <a:custGeom>
                <a:rect b="b" l="l" r="r" t="t"/>
                <a:pathLst>
                  <a:path extrusionOk="0" h="505" w="525">
                    <a:moveTo>
                      <a:pt x="0" y="254"/>
                    </a:moveTo>
                    <a:cubicBezTo>
                      <a:pt x="0" y="253"/>
                      <a:pt x="0" y="253"/>
                      <a:pt x="0" y="253"/>
                    </a:cubicBezTo>
                    <a:cubicBezTo>
                      <a:pt x="0" y="113"/>
                      <a:pt x="112" y="0"/>
                      <a:pt x="263" y="0"/>
                    </a:cubicBezTo>
                    <a:cubicBezTo>
                      <a:pt x="414" y="0"/>
                      <a:pt x="525" y="111"/>
                      <a:pt x="525" y="251"/>
                    </a:cubicBezTo>
                    <a:cubicBezTo>
                      <a:pt x="525" y="253"/>
                      <a:pt x="525" y="253"/>
                      <a:pt x="525" y="253"/>
                    </a:cubicBezTo>
                    <a:cubicBezTo>
                      <a:pt x="525" y="392"/>
                      <a:pt x="413" y="505"/>
                      <a:pt x="262" y="505"/>
                    </a:cubicBezTo>
                    <a:cubicBezTo>
                      <a:pt x="111" y="505"/>
                      <a:pt x="0" y="394"/>
                      <a:pt x="0" y="254"/>
                    </a:cubicBezTo>
                    <a:close/>
                    <a:moveTo>
                      <a:pt x="389" y="254"/>
                    </a:moveTo>
                    <a:cubicBezTo>
                      <a:pt x="389" y="253"/>
                      <a:pt x="389" y="253"/>
                      <a:pt x="389" y="253"/>
                    </a:cubicBezTo>
                    <a:cubicBezTo>
                      <a:pt x="389" y="181"/>
                      <a:pt x="338" y="119"/>
                      <a:pt x="262" y="119"/>
                    </a:cubicBezTo>
                    <a:cubicBezTo>
                      <a:pt x="183" y="119"/>
                      <a:pt x="136" y="179"/>
                      <a:pt x="136" y="251"/>
                    </a:cubicBezTo>
                    <a:cubicBezTo>
                      <a:pt x="136" y="253"/>
                      <a:pt x="136" y="253"/>
                      <a:pt x="136" y="253"/>
                    </a:cubicBezTo>
                    <a:cubicBezTo>
                      <a:pt x="136" y="324"/>
                      <a:pt x="187" y="387"/>
                      <a:pt x="263" y="387"/>
                    </a:cubicBezTo>
                    <a:cubicBezTo>
                      <a:pt x="342" y="387"/>
                      <a:pt x="389" y="326"/>
                      <a:pt x="389" y="25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10" name="Google Shape;710;p126"/>
              <p:cNvSpPr/>
              <p:nvPr/>
            </p:nvSpPr>
            <p:spPr>
              <a:xfrm>
                <a:off x="6207091" y="866312"/>
                <a:ext cx="59843" cy="286802"/>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11" name="Google Shape;711;p126"/>
              <p:cNvSpPr/>
              <p:nvPr/>
            </p:nvSpPr>
            <p:spPr>
              <a:xfrm>
                <a:off x="6278460" y="938123"/>
                <a:ext cx="228732" cy="219867"/>
              </a:xfrm>
              <a:custGeom>
                <a:rect b="b" l="l" r="r" t="t"/>
                <a:pathLst>
                  <a:path extrusionOk="0" h="505" w="526">
                    <a:moveTo>
                      <a:pt x="0" y="254"/>
                    </a:moveTo>
                    <a:cubicBezTo>
                      <a:pt x="0" y="253"/>
                      <a:pt x="0" y="253"/>
                      <a:pt x="0" y="253"/>
                    </a:cubicBezTo>
                    <a:cubicBezTo>
                      <a:pt x="0" y="113"/>
                      <a:pt x="113" y="0"/>
                      <a:pt x="264" y="0"/>
                    </a:cubicBezTo>
                    <a:cubicBezTo>
                      <a:pt x="414" y="0"/>
                      <a:pt x="526" y="111"/>
                      <a:pt x="526" y="251"/>
                    </a:cubicBezTo>
                    <a:cubicBezTo>
                      <a:pt x="526" y="253"/>
                      <a:pt x="526" y="253"/>
                      <a:pt x="526" y="253"/>
                    </a:cubicBezTo>
                    <a:cubicBezTo>
                      <a:pt x="526" y="392"/>
                      <a:pt x="413" y="505"/>
                      <a:pt x="262" y="505"/>
                    </a:cubicBezTo>
                    <a:cubicBezTo>
                      <a:pt x="112" y="505"/>
                      <a:pt x="0" y="394"/>
                      <a:pt x="0" y="254"/>
                    </a:cubicBezTo>
                    <a:close/>
                    <a:moveTo>
                      <a:pt x="390" y="254"/>
                    </a:moveTo>
                    <a:cubicBezTo>
                      <a:pt x="390" y="253"/>
                      <a:pt x="390" y="253"/>
                      <a:pt x="390" y="253"/>
                    </a:cubicBezTo>
                    <a:cubicBezTo>
                      <a:pt x="390" y="181"/>
                      <a:pt x="338" y="119"/>
                      <a:pt x="262" y="119"/>
                    </a:cubicBezTo>
                    <a:cubicBezTo>
                      <a:pt x="183" y="119"/>
                      <a:pt x="136" y="179"/>
                      <a:pt x="136" y="251"/>
                    </a:cubicBezTo>
                    <a:cubicBezTo>
                      <a:pt x="136" y="253"/>
                      <a:pt x="136" y="253"/>
                      <a:pt x="136" y="253"/>
                    </a:cubicBezTo>
                    <a:cubicBezTo>
                      <a:pt x="136" y="324"/>
                      <a:pt x="188" y="387"/>
                      <a:pt x="264" y="387"/>
                    </a:cubicBezTo>
                    <a:cubicBezTo>
                      <a:pt x="343" y="387"/>
                      <a:pt x="390" y="326"/>
                      <a:pt x="390" y="25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12" name="Google Shape;712;p126"/>
              <p:cNvSpPr/>
              <p:nvPr/>
            </p:nvSpPr>
            <p:spPr>
              <a:xfrm>
                <a:off x="6516057" y="938123"/>
                <a:ext cx="221197" cy="278823"/>
              </a:xfrm>
              <a:custGeom>
                <a:rect b="b" l="l" r="r" t="t"/>
                <a:pathLst>
                  <a:path extrusionOk="0" h="641" w="509">
                    <a:moveTo>
                      <a:pt x="24" y="590"/>
                    </a:moveTo>
                    <a:cubicBezTo>
                      <a:pt x="71" y="487"/>
                      <a:pt x="71" y="487"/>
                      <a:pt x="71" y="487"/>
                    </a:cubicBezTo>
                    <a:cubicBezTo>
                      <a:pt x="121" y="515"/>
                      <a:pt x="171" y="531"/>
                      <a:pt x="235" y="531"/>
                    </a:cubicBezTo>
                    <a:cubicBezTo>
                      <a:pt x="329" y="531"/>
                      <a:pt x="373" y="486"/>
                      <a:pt x="373" y="399"/>
                    </a:cubicBezTo>
                    <a:cubicBezTo>
                      <a:pt x="373" y="376"/>
                      <a:pt x="373" y="376"/>
                      <a:pt x="373" y="376"/>
                    </a:cubicBezTo>
                    <a:cubicBezTo>
                      <a:pt x="333" y="425"/>
                      <a:pt x="288" y="454"/>
                      <a:pt x="215" y="454"/>
                    </a:cubicBezTo>
                    <a:cubicBezTo>
                      <a:pt x="102" y="454"/>
                      <a:pt x="0" y="372"/>
                      <a:pt x="0" y="228"/>
                    </a:cubicBezTo>
                    <a:cubicBezTo>
                      <a:pt x="0" y="226"/>
                      <a:pt x="0" y="226"/>
                      <a:pt x="0" y="226"/>
                    </a:cubicBezTo>
                    <a:cubicBezTo>
                      <a:pt x="0" y="82"/>
                      <a:pt x="104" y="0"/>
                      <a:pt x="215" y="0"/>
                    </a:cubicBezTo>
                    <a:cubicBezTo>
                      <a:pt x="290" y="0"/>
                      <a:pt x="334" y="32"/>
                      <a:pt x="372" y="72"/>
                    </a:cubicBezTo>
                    <a:cubicBezTo>
                      <a:pt x="372" y="9"/>
                      <a:pt x="372" y="9"/>
                      <a:pt x="372" y="9"/>
                    </a:cubicBezTo>
                    <a:cubicBezTo>
                      <a:pt x="509" y="9"/>
                      <a:pt x="509" y="9"/>
                      <a:pt x="509" y="9"/>
                    </a:cubicBezTo>
                    <a:cubicBezTo>
                      <a:pt x="509" y="385"/>
                      <a:pt x="509" y="385"/>
                      <a:pt x="509" y="385"/>
                    </a:cubicBezTo>
                    <a:cubicBezTo>
                      <a:pt x="509" y="472"/>
                      <a:pt x="488" y="535"/>
                      <a:pt x="448" y="576"/>
                    </a:cubicBezTo>
                    <a:cubicBezTo>
                      <a:pt x="402" y="621"/>
                      <a:pt x="333" y="641"/>
                      <a:pt x="239" y="641"/>
                    </a:cubicBezTo>
                    <a:cubicBezTo>
                      <a:pt x="160" y="641"/>
                      <a:pt x="86" y="623"/>
                      <a:pt x="24" y="590"/>
                    </a:cubicBezTo>
                    <a:close/>
                    <a:moveTo>
                      <a:pt x="373" y="228"/>
                    </a:moveTo>
                    <a:cubicBezTo>
                      <a:pt x="373" y="226"/>
                      <a:pt x="373" y="226"/>
                      <a:pt x="373" y="226"/>
                    </a:cubicBezTo>
                    <a:cubicBezTo>
                      <a:pt x="373" y="160"/>
                      <a:pt x="322" y="114"/>
                      <a:pt x="255" y="114"/>
                    </a:cubicBezTo>
                    <a:cubicBezTo>
                      <a:pt x="188" y="114"/>
                      <a:pt x="137" y="160"/>
                      <a:pt x="137" y="226"/>
                    </a:cubicBezTo>
                    <a:cubicBezTo>
                      <a:pt x="137" y="228"/>
                      <a:pt x="137" y="228"/>
                      <a:pt x="137" y="228"/>
                    </a:cubicBezTo>
                    <a:cubicBezTo>
                      <a:pt x="137" y="295"/>
                      <a:pt x="188" y="340"/>
                      <a:pt x="255" y="340"/>
                    </a:cubicBezTo>
                    <a:cubicBezTo>
                      <a:pt x="322" y="340"/>
                      <a:pt x="373" y="294"/>
                      <a:pt x="373" y="228"/>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13" name="Google Shape;713;p126"/>
              <p:cNvSpPr/>
              <p:nvPr/>
            </p:nvSpPr>
            <p:spPr>
              <a:xfrm>
                <a:off x="6747450" y="942113"/>
                <a:ext cx="219424" cy="275277"/>
              </a:xfrm>
              <a:custGeom>
                <a:rect b="b" l="l" r="r" t="t"/>
                <a:pathLst>
                  <a:path extrusionOk="0" h="633" w="505">
                    <a:moveTo>
                      <a:pt x="362" y="0"/>
                    </a:moveTo>
                    <a:cubicBezTo>
                      <a:pt x="505" y="0"/>
                      <a:pt x="505" y="0"/>
                      <a:pt x="505" y="0"/>
                    </a:cubicBezTo>
                    <a:cubicBezTo>
                      <a:pt x="319" y="497"/>
                      <a:pt x="319" y="497"/>
                      <a:pt x="319" y="497"/>
                    </a:cubicBezTo>
                    <a:cubicBezTo>
                      <a:pt x="282" y="596"/>
                      <a:pt x="242" y="633"/>
                      <a:pt x="159" y="633"/>
                    </a:cubicBezTo>
                    <a:cubicBezTo>
                      <a:pt x="110" y="633"/>
                      <a:pt x="73" y="620"/>
                      <a:pt x="37" y="599"/>
                    </a:cubicBezTo>
                    <a:cubicBezTo>
                      <a:pt x="83" y="500"/>
                      <a:pt x="83" y="500"/>
                      <a:pt x="83" y="500"/>
                    </a:cubicBezTo>
                    <a:cubicBezTo>
                      <a:pt x="101" y="511"/>
                      <a:pt x="124" y="519"/>
                      <a:pt x="142" y="519"/>
                    </a:cubicBezTo>
                    <a:cubicBezTo>
                      <a:pt x="166" y="519"/>
                      <a:pt x="178" y="512"/>
                      <a:pt x="190" y="487"/>
                    </a:cubicBezTo>
                    <a:cubicBezTo>
                      <a:pt x="0" y="0"/>
                      <a:pt x="0" y="0"/>
                      <a:pt x="0" y="0"/>
                    </a:cubicBezTo>
                    <a:cubicBezTo>
                      <a:pt x="146" y="0"/>
                      <a:pt x="146" y="0"/>
                      <a:pt x="146" y="0"/>
                    </a:cubicBezTo>
                    <a:cubicBezTo>
                      <a:pt x="256" y="331"/>
                      <a:pt x="256" y="331"/>
                      <a:pt x="256" y="331"/>
                    </a:cubicBezTo>
                    <a:lnTo>
                      <a:pt x="362"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14" name="Google Shape;714;p126"/>
              <p:cNvSpPr/>
              <p:nvPr/>
            </p:nvSpPr>
            <p:spPr>
              <a:xfrm>
                <a:off x="6005842" y="1258171"/>
                <a:ext cx="132541" cy="290348"/>
              </a:xfrm>
              <a:custGeom>
                <a:rect b="b" l="l" r="r" t="t"/>
                <a:pathLst>
                  <a:path extrusionOk="0" h="667" w="305">
                    <a:moveTo>
                      <a:pt x="57" y="299"/>
                    </a:moveTo>
                    <a:cubicBezTo>
                      <a:pt x="0" y="299"/>
                      <a:pt x="0" y="299"/>
                      <a:pt x="0" y="299"/>
                    </a:cubicBezTo>
                    <a:cubicBezTo>
                      <a:pt x="0" y="186"/>
                      <a:pt x="0" y="186"/>
                      <a:pt x="0" y="186"/>
                    </a:cubicBezTo>
                    <a:cubicBezTo>
                      <a:pt x="57" y="186"/>
                      <a:pt x="57" y="186"/>
                      <a:pt x="57" y="186"/>
                    </a:cubicBezTo>
                    <a:cubicBezTo>
                      <a:pt x="57" y="155"/>
                      <a:pt x="57" y="155"/>
                      <a:pt x="57" y="155"/>
                    </a:cubicBezTo>
                    <a:cubicBezTo>
                      <a:pt x="57" y="102"/>
                      <a:pt x="71" y="63"/>
                      <a:pt x="96" y="38"/>
                    </a:cubicBezTo>
                    <a:cubicBezTo>
                      <a:pt x="122" y="12"/>
                      <a:pt x="159" y="0"/>
                      <a:pt x="208" y="0"/>
                    </a:cubicBezTo>
                    <a:cubicBezTo>
                      <a:pt x="251" y="0"/>
                      <a:pt x="280" y="5"/>
                      <a:pt x="305" y="13"/>
                    </a:cubicBezTo>
                    <a:cubicBezTo>
                      <a:pt x="305" y="127"/>
                      <a:pt x="305" y="127"/>
                      <a:pt x="305" y="127"/>
                    </a:cubicBezTo>
                    <a:cubicBezTo>
                      <a:pt x="286" y="120"/>
                      <a:pt x="267" y="115"/>
                      <a:pt x="243" y="115"/>
                    </a:cubicBezTo>
                    <a:cubicBezTo>
                      <a:pt x="211" y="115"/>
                      <a:pt x="193" y="132"/>
                      <a:pt x="193" y="168"/>
                    </a:cubicBezTo>
                    <a:cubicBezTo>
                      <a:pt x="193" y="187"/>
                      <a:pt x="193" y="187"/>
                      <a:pt x="193" y="187"/>
                    </a:cubicBezTo>
                    <a:cubicBezTo>
                      <a:pt x="305" y="187"/>
                      <a:pt x="305" y="187"/>
                      <a:pt x="305" y="187"/>
                    </a:cubicBezTo>
                    <a:cubicBezTo>
                      <a:pt x="305" y="299"/>
                      <a:pt x="305" y="299"/>
                      <a:pt x="305" y="299"/>
                    </a:cubicBezTo>
                    <a:cubicBezTo>
                      <a:pt x="195" y="299"/>
                      <a:pt x="195" y="299"/>
                      <a:pt x="195" y="299"/>
                    </a:cubicBezTo>
                    <a:cubicBezTo>
                      <a:pt x="195" y="667"/>
                      <a:pt x="195" y="667"/>
                      <a:pt x="195" y="667"/>
                    </a:cubicBezTo>
                    <a:cubicBezTo>
                      <a:pt x="57" y="667"/>
                      <a:pt x="57" y="667"/>
                      <a:pt x="57" y="667"/>
                    </a:cubicBezTo>
                    <a:lnTo>
                      <a:pt x="57" y="299"/>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15" name="Google Shape;715;p126"/>
              <p:cNvSpPr/>
              <p:nvPr/>
            </p:nvSpPr>
            <p:spPr>
              <a:xfrm>
                <a:off x="6137497" y="1333086"/>
                <a:ext cx="228289" cy="219867"/>
              </a:xfrm>
              <a:custGeom>
                <a:rect b="b" l="l" r="r" t="t"/>
                <a:pathLst>
                  <a:path extrusionOk="0" h="506" w="525">
                    <a:moveTo>
                      <a:pt x="0" y="255"/>
                    </a:moveTo>
                    <a:cubicBezTo>
                      <a:pt x="0" y="253"/>
                      <a:pt x="0" y="253"/>
                      <a:pt x="0" y="253"/>
                    </a:cubicBezTo>
                    <a:cubicBezTo>
                      <a:pt x="0" y="114"/>
                      <a:pt x="112" y="0"/>
                      <a:pt x="263" y="0"/>
                    </a:cubicBezTo>
                    <a:cubicBezTo>
                      <a:pt x="413" y="0"/>
                      <a:pt x="525" y="112"/>
                      <a:pt x="525" y="251"/>
                    </a:cubicBezTo>
                    <a:cubicBezTo>
                      <a:pt x="525" y="253"/>
                      <a:pt x="525" y="253"/>
                      <a:pt x="525" y="253"/>
                    </a:cubicBezTo>
                    <a:cubicBezTo>
                      <a:pt x="525" y="392"/>
                      <a:pt x="412" y="506"/>
                      <a:pt x="261" y="506"/>
                    </a:cubicBezTo>
                    <a:cubicBezTo>
                      <a:pt x="111" y="506"/>
                      <a:pt x="0" y="394"/>
                      <a:pt x="0" y="255"/>
                    </a:cubicBezTo>
                    <a:close/>
                    <a:moveTo>
                      <a:pt x="389" y="255"/>
                    </a:moveTo>
                    <a:cubicBezTo>
                      <a:pt x="389" y="253"/>
                      <a:pt x="389" y="253"/>
                      <a:pt x="389" y="253"/>
                    </a:cubicBezTo>
                    <a:cubicBezTo>
                      <a:pt x="389" y="182"/>
                      <a:pt x="337" y="119"/>
                      <a:pt x="261" y="119"/>
                    </a:cubicBezTo>
                    <a:cubicBezTo>
                      <a:pt x="183" y="119"/>
                      <a:pt x="135" y="180"/>
                      <a:pt x="135" y="251"/>
                    </a:cubicBezTo>
                    <a:cubicBezTo>
                      <a:pt x="135" y="253"/>
                      <a:pt x="135" y="253"/>
                      <a:pt x="135" y="253"/>
                    </a:cubicBezTo>
                    <a:cubicBezTo>
                      <a:pt x="135" y="325"/>
                      <a:pt x="187" y="387"/>
                      <a:pt x="263" y="387"/>
                    </a:cubicBezTo>
                    <a:cubicBezTo>
                      <a:pt x="342" y="387"/>
                      <a:pt x="389" y="326"/>
                      <a:pt x="389" y="255"/>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16" name="Google Shape;716;p126"/>
              <p:cNvSpPr/>
              <p:nvPr/>
            </p:nvSpPr>
            <p:spPr>
              <a:xfrm>
                <a:off x="6379084" y="1331756"/>
                <a:ext cx="127665" cy="216764"/>
              </a:xfrm>
              <a:custGeom>
                <a:rect b="b" l="l" r="r" t="t"/>
                <a:pathLst>
                  <a:path extrusionOk="0" h="498" w="293">
                    <a:moveTo>
                      <a:pt x="0" y="13"/>
                    </a:moveTo>
                    <a:cubicBezTo>
                      <a:pt x="138" y="13"/>
                      <a:pt x="138" y="13"/>
                      <a:pt x="138" y="13"/>
                    </a:cubicBezTo>
                    <a:cubicBezTo>
                      <a:pt x="138" y="110"/>
                      <a:pt x="138" y="110"/>
                      <a:pt x="138" y="110"/>
                    </a:cubicBezTo>
                    <a:cubicBezTo>
                      <a:pt x="166" y="43"/>
                      <a:pt x="211" y="0"/>
                      <a:pt x="293" y="3"/>
                    </a:cubicBezTo>
                    <a:cubicBezTo>
                      <a:pt x="293" y="147"/>
                      <a:pt x="293" y="147"/>
                      <a:pt x="293" y="147"/>
                    </a:cubicBezTo>
                    <a:cubicBezTo>
                      <a:pt x="286" y="147"/>
                      <a:pt x="286" y="147"/>
                      <a:pt x="286" y="147"/>
                    </a:cubicBezTo>
                    <a:cubicBezTo>
                      <a:pt x="194" y="147"/>
                      <a:pt x="138" y="203"/>
                      <a:pt x="138" y="318"/>
                    </a:cubicBezTo>
                    <a:cubicBezTo>
                      <a:pt x="138" y="498"/>
                      <a:pt x="138" y="498"/>
                      <a:pt x="138" y="498"/>
                    </a:cubicBezTo>
                    <a:cubicBezTo>
                      <a:pt x="0" y="498"/>
                      <a:pt x="0" y="498"/>
                      <a:pt x="0" y="498"/>
                    </a:cubicBezTo>
                    <a:lnTo>
                      <a:pt x="0" y="13"/>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17" name="Google Shape;717;p126"/>
              <p:cNvSpPr/>
              <p:nvPr/>
            </p:nvSpPr>
            <p:spPr>
              <a:xfrm>
                <a:off x="6582993" y="1334859"/>
                <a:ext cx="194157" cy="217207"/>
              </a:xfrm>
              <a:custGeom>
                <a:rect b="b" l="l" r="r" t="t"/>
                <a:pathLst>
                  <a:path extrusionOk="0" h="500" w="446">
                    <a:moveTo>
                      <a:pt x="0" y="351"/>
                    </a:moveTo>
                    <a:cubicBezTo>
                      <a:pt x="0" y="349"/>
                      <a:pt x="0" y="349"/>
                      <a:pt x="0" y="349"/>
                    </a:cubicBezTo>
                    <a:cubicBezTo>
                      <a:pt x="0" y="244"/>
                      <a:pt x="81" y="195"/>
                      <a:pt x="195" y="195"/>
                    </a:cubicBezTo>
                    <a:cubicBezTo>
                      <a:pt x="244" y="195"/>
                      <a:pt x="280" y="203"/>
                      <a:pt x="314" y="215"/>
                    </a:cubicBezTo>
                    <a:cubicBezTo>
                      <a:pt x="314" y="206"/>
                      <a:pt x="314" y="206"/>
                      <a:pt x="314" y="206"/>
                    </a:cubicBezTo>
                    <a:cubicBezTo>
                      <a:pt x="314" y="149"/>
                      <a:pt x="279" y="118"/>
                      <a:pt x="210" y="118"/>
                    </a:cubicBezTo>
                    <a:cubicBezTo>
                      <a:pt x="157" y="118"/>
                      <a:pt x="120" y="128"/>
                      <a:pt x="76" y="144"/>
                    </a:cubicBezTo>
                    <a:cubicBezTo>
                      <a:pt x="42" y="39"/>
                      <a:pt x="42" y="39"/>
                      <a:pt x="42" y="39"/>
                    </a:cubicBezTo>
                    <a:cubicBezTo>
                      <a:pt x="95" y="15"/>
                      <a:pt x="148" y="0"/>
                      <a:pt x="230" y="0"/>
                    </a:cubicBezTo>
                    <a:cubicBezTo>
                      <a:pt x="305" y="0"/>
                      <a:pt x="359" y="20"/>
                      <a:pt x="394" y="54"/>
                    </a:cubicBezTo>
                    <a:cubicBezTo>
                      <a:pt x="430" y="91"/>
                      <a:pt x="446" y="144"/>
                      <a:pt x="446" y="209"/>
                    </a:cubicBezTo>
                    <a:cubicBezTo>
                      <a:pt x="446" y="491"/>
                      <a:pt x="446" y="491"/>
                      <a:pt x="446" y="491"/>
                    </a:cubicBezTo>
                    <a:cubicBezTo>
                      <a:pt x="313" y="491"/>
                      <a:pt x="313" y="491"/>
                      <a:pt x="313" y="491"/>
                    </a:cubicBezTo>
                    <a:cubicBezTo>
                      <a:pt x="313" y="438"/>
                      <a:pt x="313" y="438"/>
                      <a:pt x="313" y="438"/>
                    </a:cubicBezTo>
                    <a:cubicBezTo>
                      <a:pt x="280" y="475"/>
                      <a:pt x="234" y="500"/>
                      <a:pt x="167" y="500"/>
                    </a:cubicBezTo>
                    <a:cubicBezTo>
                      <a:pt x="75" y="500"/>
                      <a:pt x="0" y="447"/>
                      <a:pt x="0" y="351"/>
                    </a:cubicBezTo>
                    <a:close/>
                    <a:moveTo>
                      <a:pt x="316" y="320"/>
                    </a:moveTo>
                    <a:cubicBezTo>
                      <a:pt x="316" y="295"/>
                      <a:pt x="316" y="295"/>
                      <a:pt x="316" y="295"/>
                    </a:cubicBezTo>
                    <a:cubicBezTo>
                      <a:pt x="292" y="284"/>
                      <a:pt x="262" y="277"/>
                      <a:pt x="228" y="277"/>
                    </a:cubicBezTo>
                    <a:cubicBezTo>
                      <a:pt x="169" y="277"/>
                      <a:pt x="133" y="301"/>
                      <a:pt x="133" y="344"/>
                    </a:cubicBezTo>
                    <a:cubicBezTo>
                      <a:pt x="133" y="346"/>
                      <a:pt x="133" y="346"/>
                      <a:pt x="133" y="346"/>
                    </a:cubicBezTo>
                    <a:cubicBezTo>
                      <a:pt x="133" y="383"/>
                      <a:pt x="164" y="405"/>
                      <a:pt x="208" y="405"/>
                    </a:cubicBezTo>
                    <a:cubicBezTo>
                      <a:pt x="272" y="405"/>
                      <a:pt x="316" y="369"/>
                      <a:pt x="316" y="32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18" name="Google Shape;718;p126"/>
              <p:cNvSpPr/>
              <p:nvPr/>
            </p:nvSpPr>
            <p:spPr>
              <a:xfrm>
                <a:off x="6801973" y="1260831"/>
                <a:ext cx="59843" cy="287689"/>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19" name="Google Shape;719;p126"/>
              <p:cNvSpPr/>
              <p:nvPr/>
            </p:nvSpPr>
            <p:spPr>
              <a:xfrm>
                <a:off x="6886639" y="1260831"/>
                <a:ext cx="59399" cy="287689"/>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sp>
          <p:nvSpPr>
            <p:cNvPr id="720" name="Google Shape;720;p126"/>
            <p:cNvSpPr/>
            <p:nvPr/>
          </p:nvSpPr>
          <p:spPr>
            <a:xfrm>
              <a:off x="11556230" y="767096"/>
              <a:ext cx="634181" cy="189869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nvGrpSpPr>
            <p:cNvPr id="721" name="Google Shape;721;p126"/>
            <p:cNvGrpSpPr/>
            <p:nvPr/>
          </p:nvGrpSpPr>
          <p:grpSpPr>
            <a:xfrm>
              <a:off x="11701122" y="936748"/>
              <a:ext cx="321494" cy="1552800"/>
              <a:chOff x="7313961" y="501936"/>
              <a:chExt cx="323594" cy="1566108"/>
            </a:xfrm>
          </p:grpSpPr>
          <p:sp>
            <p:nvSpPr>
              <p:cNvPr id="722" name="Google Shape;722;p126"/>
              <p:cNvSpPr/>
              <p:nvPr/>
            </p:nvSpPr>
            <p:spPr>
              <a:xfrm>
                <a:off x="7383556" y="1311808"/>
                <a:ext cx="249567" cy="247350"/>
              </a:xfrm>
              <a:custGeom>
                <a:rect b="b" l="l" r="r" t="t"/>
                <a:pathLst>
                  <a:path extrusionOk="0" h="569" w="574">
                    <a:moveTo>
                      <a:pt x="0" y="229"/>
                    </a:moveTo>
                    <a:cubicBezTo>
                      <a:pt x="0" y="294"/>
                      <a:pt x="30" y="368"/>
                      <a:pt x="90" y="413"/>
                    </a:cubicBezTo>
                    <a:cubicBezTo>
                      <a:pt x="90" y="413"/>
                      <a:pt x="90" y="413"/>
                      <a:pt x="90" y="413"/>
                    </a:cubicBezTo>
                    <a:cubicBezTo>
                      <a:pt x="90" y="413"/>
                      <a:pt x="90" y="413"/>
                      <a:pt x="90" y="413"/>
                    </a:cubicBezTo>
                    <a:cubicBezTo>
                      <a:pt x="9" y="413"/>
                      <a:pt x="9" y="413"/>
                      <a:pt x="9" y="413"/>
                    </a:cubicBezTo>
                    <a:cubicBezTo>
                      <a:pt x="9" y="569"/>
                      <a:pt x="9" y="569"/>
                      <a:pt x="9" y="569"/>
                    </a:cubicBezTo>
                    <a:cubicBezTo>
                      <a:pt x="574" y="569"/>
                      <a:pt x="574" y="569"/>
                      <a:pt x="574" y="569"/>
                    </a:cubicBezTo>
                    <a:cubicBezTo>
                      <a:pt x="574" y="413"/>
                      <a:pt x="574" y="413"/>
                      <a:pt x="574" y="413"/>
                    </a:cubicBezTo>
                    <a:cubicBezTo>
                      <a:pt x="253" y="413"/>
                      <a:pt x="253" y="413"/>
                      <a:pt x="253" y="413"/>
                    </a:cubicBezTo>
                    <a:cubicBezTo>
                      <a:pt x="195" y="413"/>
                      <a:pt x="133" y="369"/>
                      <a:pt x="133" y="286"/>
                    </a:cubicBezTo>
                    <a:cubicBezTo>
                      <a:pt x="133" y="221"/>
                      <a:pt x="178" y="155"/>
                      <a:pt x="253" y="155"/>
                    </a:cubicBezTo>
                    <a:cubicBezTo>
                      <a:pt x="574" y="155"/>
                      <a:pt x="574" y="155"/>
                      <a:pt x="574" y="155"/>
                    </a:cubicBezTo>
                    <a:cubicBezTo>
                      <a:pt x="574" y="0"/>
                      <a:pt x="574" y="0"/>
                      <a:pt x="574" y="0"/>
                    </a:cubicBezTo>
                    <a:cubicBezTo>
                      <a:pt x="224" y="0"/>
                      <a:pt x="224" y="0"/>
                      <a:pt x="224" y="0"/>
                    </a:cubicBezTo>
                    <a:cubicBezTo>
                      <a:pt x="94" y="0"/>
                      <a:pt x="0" y="93"/>
                      <a:pt x="0" y="229"/>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23" name="Google Shape;723;p126"/>
              <p:cNvSpPr/>
              <p:nvPr/>
            </p:nvSpPr>
            <p:spPr>
              <a:xfrm>
                <a:off x="7387546" y="755049"/>
                <a:ext cx="245577" cy="276163"/>
              </a:xfrm>
              <a:custGeom>
                <a:rect b="b" l="l" r="r" t="t"/>
                <a:pathLst>
                  <a:path extrusionOk="0" h="623" w="554">
                    <a:moveTo>
                      <a:pt x="0" y="174"/>
                    </a:moveTo>
                    <a:lnTo>
                      <a:pt x="377" y="311"/>
                    </a:lnTo>
                    <a:lnTo>
                      <a:pt x="0" y="450"/>
                    </a:lnTo>
                    <a:lnTo>
                      <a:pt x="0" y="623"/>
                    </a:lnTo>
                    <a:lnTo>
                      <a:pt x="554" y="395"/>
                    </a:lnTo>
                    <a:lnTo>
                      <a:pt x="554" y="228"/>
                    </a:lnTo>
                    <a:lnTo>
                      <a:pt x="0" y="0"/>
                    </a:lnTo>
                    <a:lnTo>
                      <a:pt x="0" y="174"/>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24" name="Google Shape;724;p126"/>
              <p:cNvSpPr/>
              <p:nvPr/>
            </p:nvSpPr>
            <p:spPr>
              <a:xfrm>
                <a:off x="7383556" y="1583096"/>
                <a:ext cx="253999" cy="256659"/>
              </a:xfrm>
              <a:custGeom>
                <a:rect b="b" l="l" r="r" t="t"/>
                <a:pathLst>
                  <a:path extrusionOk="0" h="590" w="584">
                    <a:moveTo>
                      <a:pt x="401" y="110"/>
                    </a:moveTo>
                    <a:cubicBezTo>
                      <a:pt x="449" y="175"/>
                      <a:pt x="460" y="212"/>
                      <a:pt x="460" y="272"/>
                    </a:cubicBezTo>
                    <a:cubicBezTo>
                      <a:pt x="460" y="325"/>
                      <a:pt x="444" y="367"/>
                      <a:pt x="415" y="397"/>
                    </a:cubicBezTo>
                    <a:cubicBezTo>
                      <a:pt x="250" y="0"/>
                      <a:pt x="250" y="0"/>
                      <a:pt x="250" y="0"/>
                    </a:cubicBezTo>
                    <a:cubicBezTo>
                      <a:pt x="189" y="9"/>
                      <a:pt x="134" y="32"/>
                      <a:pt x="92" y="68"/>
                    </a:cubicBezTo>
                    <a:cubicBezTo>
                      <a:pt x="32" y="120"/>
                      <a:pt x="0" y="197"/>
                      <a:pt x="0" y="291"/>
                    </a:cubicBezTo>
                    <a:cubicBezTo>
                      <a:pt x="0" y="462"/>
                      <a:pt x="126" y="590"/>
                      <a:pt x="292" y="590"/>
                    </a:cubicBezTo>
                    <a:cubicBezTo>
                      <a:pt x="462" y="590"/>
                      <a:pt x="584" y="462"/>
                      <a:pt x="584" y="274"/>
                    </a:cubicBezTo>
                    <a:cubicBezTo>
                      <a:pt x="584" y="169"/>
                      <a:pt x="534" y="62"/>
                      <a:pt x="476" y="12"/>
                    </a:cubicBezTo>
                    <a:lnTo>
                      <a:pt x="401" y="110"/>
                    </a:lnTo>
                    <a:close/>
                    <a:moveTo>
                      <a:pt x="179" y="408"/>
                    </a:moveTo>
                    <a:cubicBezTo>
                      <a:pt x="144" y="381"/>
                      <a:pt x="123" y="339"/>
                      <a:pt x="123" y="288"/>
                    </a:cubicBezTo>
                    <a:cubicBezTo>
                      <a:pt x="123" y="232"/>
                      <a:pt x="155" y="190"/>
                      <a:pt x="202" y="168"/>
                    </a:cubicBezTo>
                    <a:cubicBezTo>
                      <a:pt x="315" y="439"/>
                      <a:pt x="315" y="439"/>
                      <a:pt x="315" y="439"/>
                    </a:cubicBezTo>
                    <a:cubicBezTo>
                      <a:pt x="257" y="447"/>
                      <a:pt x="212" y="432"/>
                      <a:pt x="179" y="40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25" name="Google Shape;725;p126"/>
              <p:cNvSpPr/>
              <p:nvPr/>
            </p:nvSpPr>
            <p:spPr>
              <a:xfrm>
                <a:off x="7313961" y="1846404"/>
                <a:ext cx="319161" cy="221640"/>
              </a:xfrm>
              <a:custGeom>
                <a:rect b="b" l="l" r="r" t="t"/>
                <a:pathLst>
                  <a:path extrusionOk="0" h="500" w="720">
                    <a:moveTo>
                      <a:pt x="580" y="0"/>
                    </a:moveTo>
                    <a:lnTo>
                      <a:pt x="580" y="346"/>
                    </a:lnTo>
                    <a:lnTo>
                      <a:pt x="0" y="346"/>
                    </a:lnTo>
                    <a:lnTo>
                      <a:pt x="0" y="500"/>
                    </a:lnTo>
                    <a:lnTo>
                      <a:pt x="720" y="500"/>
                    </a:lnTo>
                    <a:lnTo>
                      <a:pt x="720" y="0"/>
                    </a:lnTo>
                    <a:lnTo>
                      <a:pt x="58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26" name="Google Shape;726;p126"/>
              <p:cNvSpPr/>
              <p:nvPr/>
            </p:nvSpPr>
            <p:spPr>
              <a:xfrm>
                <a:off x="7383556" y="501936"/>
                <a:ext cx="253999" cy="263752"/>
              </a:xfrm>
              <a:custGeom>
                <a:rect b="b" l="l" r="r" t="t"/>
                <a:pathLst>
                  <a:path extrusionOk="0" h="607" w="584">
                    <a:moveTo>
                      <a:pt x="584" y="304"/>
                    </a:moveTo>
                    <a:cubicBezTo>
                      <a:pt x="584" y="474"/>
                      <a:pt x="457" y="607"/>
                      <a:pt x="292" y="607"/>
                    </a:cubicBezTo>
                    <a:cubicBezTo>
                      <a:pt x="128" y="607"/>
                      <a:pt x="0" y="473"/>
                      <a:pt x="0" y="302"/>
                    </a:cubicBezTo>
                    <a:cubicBezTo>
                      <a:pt x="0" y="133"/>
                      <a:pt x="126" y="0"/>
                      <a:pt x="292" y="0"/>
                    </a:cubicBezTo>
                    <a:cubicBezTo>
                      <a:pt x="455" y="0"/>
                      <a:pt x="584" y="133"/>
                      <a:pt x="584" y="304"/>
                    </a:cubicBezTo>
                    <a:moveTo>
                      <a:pt x="133" y="304"/>
                    </a:moveTo>
                    <a:cubicBezTo>
                      <a:pt x="133" y="391"/>
                      <a:pt x="198" y="454"/>
                      <a:pt x="292" y="454"/>
                    </a:cubicBezTo>
                    <a:cubicBezTo>
                      <a:pt x="381" y="454"/>
                      <a:pt x="451" y="387"/>
                      <a:pt x="451" y="302"/>
                    </a:cubicBezTo>
                    <a:cubicBezTo>
                      <a:pt x="451" y="216"/>
                      <a:pt x="383" y="153"/>
                      <a:pt x="292" y="153"/>
                    </a:cubicBezTo>
                    <a:cubicBezTo>
                      <a:pt x="203" y="153"/>
                      <a:pt x="133" y="219"/>
                      <a:pt x="133" y="304"/>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sp>
            <p:nvSpPr>
              <p:cNvPr id="727" name="Google Shape;727;p126"/>
              <p:cNvSpPr/>
              <p:nvPr/>
            </p:nvSpPr>
            <p:spPr>
              <a:xfrm>
                <a:off x="7383556" y="1021017"/>
                <a:ext cx="253999" cy="263752"/>
              </a:xfrm>
              <a:custGeom>
                <a:rect b="b" l="l" r="r" t="t"/>
                <a:pathLst>
                  <a:path extrusionOk="0" h="607" w="584">
                    <a:moveTo>
                      <a:pt x="584" y="305"/>
                    </a:moveTo>
                    <a:cubicBezTo>
                      <a:pt x="584" y="474"/>
                      <a:pt x="457" y="607"/>
                      <a:pt x="292" y="607"/>
                    </a:cubicBezTo>
                    <a:cubicBezTo>
                      <a:pt x="128" y="607"/>
                      <a:pt x="0" y="474"/>
                      <a:pt x="0" y="303"/>
                    </a:cubicBezTo>
                    <a:cubicBezTo>
                      <a:pt x="0" y="133"/>
                      <a:pt x="126" y="0"/>
                      <a:pt x="292" y="0"/>
                    </a:cubicBezTo>
                    <a:cubicBezTo>
                      <a:pt x="455" y="0"/>
                      <a:pt x="584" y="134"/>
                      <a:pt x="584" y="305"/>
                    </a:cubicBezTo>
                    <a:moveTo>
                      <a:pt x="133" y="305"/>
                    </a:moveTo>
                    <a:cubicBezTo>
                      <a:pt x="133" y="391"/>
                      <a:pt x="198" y="454"/>
                      <a:pt x="292" y="454"/>
                    </a:cubicBezTo>
                    <a:cubicBezTo>
                      <a:pt x="381" y="454"/>
                      <a:pt x="451" y="388"/>
                      <a:pt x="451" y="303"/>
                    </a:cubicBezTo>
                    <a:cubicBezTo>
                      <a:pt x="451" y="216"/>
                      <a:pt x="383" y="153"/>
                      <a:pt x="292" y="153"/>
                    </a:cubicBezTo>
                    <a:cubicBezTo>
                      <a:pt x="203" y="153"/>
                      <a:pt x="133" y="220"/>
                      <a:pt x="133" y="305"/>
                    </a:cubicBezTo>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350">
                  <a:solidFill>
                    <a:schemeClr val="dk1"/>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5.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4.xml"/><Relationship Id="rId10" Type="http://schemas.openxmlformats.org/officeDocument/2006/relationships/slideLayout" Target="../slideLayouts/slideLayout33.xml"/><Relationship Id="rId13" Type="http://schemas.openxmlformats.org/officeDocument/2006/relationships/theme" Target="../theme/theme3.xml"/><Relationship Id="rId12" Type="http://schemas.openxmlformats.org/officeDocument/2006/relationships/slideLayout" Target="../slideLayouts/slideLayout35.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75.xml"/><Relationship Id="rId20" Type="http://schemas.openxmlformats.org/officeDocument/2006/relationships/slideLayout" Target="../slideLayouts/slideLayout55.xml"/><Relationship Id="rId42" Type="http://schemas.openxmlformats.org/officeDocument/2006/relationships/slideLayout" Target="../slideLayouts/slideLayout77.xml"/><Relationship Id="rId41" Type="http://schemas.openxmlformats.org/officeDocument/2006/relationships/slideLayout" Target="../slideLayouts/slideLayout76.xml"/><Relationship Id="rId22" Type="http://schemas.openxmlformats.org/officeDocument/2006/relationships/slideLayout" Target="../slideLayouts/slideLayout57.xml"/><Relationship Id="rId21" Type="http://schemas.openxmlformats.org/officeDocument/2006/relationships/slideLayout" Target="../slideLayouts/slideLayout56.xml"/><Relationship Id="rId43" Type="http://schemas.openxmlformats.org/officeDocument/2006/relationships/theme" Target="../theme/theme4.xml"/><Relationship Id="rId24" Type="http://schemas.openxmlformats.org/officeDocument/2006/relationships/slideLayout" Target="../slideLayouts/slideLayout59.xml"/><Relationship Id="rId23" Type="http://schemas.openxmlformats.org/officeDocument/2006/relationships/slideLayout" Target="../slideLayouts/slideLayout58.xml"/><Relationship Id="rId1" Type="http://schemas.openxmlformats.org/officeDocument/2006/relationships/slideLayout" Target="../slideLayouts/slideLayout36.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9" Type="http://schemas.openxmlformats.org/officeDocument/2006/relationships/slideLayout" Target="../slideLayouts/slideLayout44.xml"/><Relationship Id="rId26" Type="http://schemas.openxmlformats.org/officeDocument/2006/relationships/slideLayout" Target="../slideLayouts/slideLayout61.xml"/><Relationship Id="rId25" Type="http://schemas.openxmlformats.org/officeDocument/2006/relationships/slideLayout" Target="../slideLayouts/slideLayout60.xml"/><Relationship Id="rId28" Type="http://schemas.openxmlformats.org/officeDocument/2006/relationships/slideLayout" Target="../slideLayouts/slideLayout63.xml"/><Relationship Id="rId27" Type="http://schemas.openxmlformats.org/officeDocument/2006/relationships/slideLayout" Target="../slideLayouts/slideLayout62.xml"/><Relationship Id="rId5" Type="http://schemas.openxmlformats.org/officeDocument/2006/relationships/slideLayout" Target="../slideLayouts/slideLayout40.xml"/><Relationship Id="rId6" Type="http://schemas.openxmlformats.org/officeDocument/2006/relationships/slideLayout" Target="../slideLayouts/slideLayout41.xml"/><Relationship Id="rId29" Type="http://schemas.openxmlformats.org/officeDocument/2006/relationships/slideLayout" Target="../slideLayouts/slideLayout64.xml"/><Relationship Id="rId7" Type="http://schemas.openxmlformats.org/officeDocument/2006/relationships/slideLayout" Target="../slideLayouts/slideLayout42.xml"/><Relationship Id="rId8" Type="http://schemas.openxmlformats.org/officeDocument/2006/relationships/slideLayout" Target="../slideLayouts/slideLayout43.xml"/><Relationship Id="rId31" Type="http://schemas.openxmlformats.org/officeDocument/2006/relationships/slideLayout" Target="../slideLayouts/slideLayout66.xml"/><Relationship Id="rId30" Type="http://schemas.openxmlformats.org/officeDocument/2006/relationships/slideLayout" Target="../slideLayouts/slideLayout65.xml"/><Relationship Id="rId11" Type="http://schemas.openxmlformats.org/officeDocument/2006/relationships/slideLayout" Target="../slideLayouts/slideLayout46.xml"/><Relationship Id="rId33" Type="http://schemas.openxmlformats.org/officeDocument/2006/relationships/slideLayout" Target="../slideLayouts/slideLayout68.xml"/><Relationship Id="rId10" Type="http://schemas.openxmlformats.org/officeDocument/2006/relationships/slideLayout" Target="../slideLayouts/slideLayout45.xml"/><Relationship Id="rId32" Type="http://schemas.openxmlformats.org/officeDocument/2006/relationships/slideLayout" Target="../slideLayouts/slideLayout67.xml"/><Relationship Id="rId13" Type="http://schemas.openxmlformats.org/officeDocument/2006/relationships/slideLayout" Target="../slideLayouts/slideLayout48.xml"/><Relationship Id="rId35" Type="http://schemas.openxmlformats.org/officeDocument/2006/relationships/slideLayout" Target="../slideLayouts/slideLayout70.xml"/><Relationship Id="rId12" Type="http://schemas.openxmlformats.org/officeDocument/2006/relationships/slideLayout" Target="../slideLayouts/slideLayout47.xml"/><Relationship Id="rId34" Type="http://schemas.openxmlformats.org/officeDocument/2006/relationships/slideLayout" Target="../slideLayouts/slideLayout69.xml"/><Relationship Id="rId15" Type="http://schemas.openxmlformats.org/officeDocument/2006/relationships/slideLayout" Target="../slideLayouts/slideLayout50.xml"/><Relationship Id="rId37" Type="http://schemas.openxmlformats.org/officeDocument/2006/relationships/slideLayout" Target="../slideLayouts/slideLayout72.xml"/><Relationship Id="rId14" Type="http://schemas.openxmlformats.org/officeDocument/2006/relationships/slideLayout" Target="../slideLayouts/slideLayout49.xml"/><Relationship Id="rId36" Type="http://schemas.openxmlformats.org/officeDocument/2006/relationships/slideLayout" Target="../slideLayouts/slideLayout71.xml"/><Relationship Id="rId17" Type="http://schemas.openxmlformats.org/officeDocument/2006/relationships/slideLayout" Target="../slideLayouts/slideLayout52.xml"/><Relationship Id="rId39" Type="http://schemas.openxmlformats.org/officeDocument/2006/relationships/slideLayout" Target="../slideLayouts/slideLayout74.xml"/><Relationship Id="rId16" Type="http://schemas.openxmlformats.org/officeDocument/2006/relationships/slideLayout" Target="../slideLayouts/slideLayout51.xml"/><Relationship Id="rId38" Type="http://schemas.openxmlformats.org/officeDocument/2006/relationships/slideLayout" Target="../slideLayouts/slideLayout73.xml"/><Relationship Id="rId19" Type="http://schemas.openxmlformats.org/officeDocument/2006/relationships/slideLayout" Target="../slideLayouts/slideLayout54.xml"/><Relationship Id="rId18"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58"/>
          <p:cNvSpPr/>
          <p:nvPr/>
        </p:nvSpPr>
        <p:spPr>
          <a:xfrm>
            <a:off x="0" y="0"/>
            <a:ext cx="9144000" cy="704088"/>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86" name="Google Shape;86;p58"/>
          <p:cNvSpPr/>
          <p:nvPr/>
        </p:nvSpPr>
        <p:spPr>
          <a:xfrm>
            <a:off x="4763" y="731838"/>
            <a:ext cx="9136062" cy="61118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87" name="Google Shape;87;p58"/>
          <p:cNvSpPr txBox="1"/>
          <p:nvPr>
            <p:ph type="title"/>
          </p:nvPr>
        </p:nvSpPr>
        <p:spPr>
          <a:xfrm>
            <a:off x="460375" y="-2"/>
            <a:ext cx="7773988" cy="740664"/>
          </a:xfrm>
          <a:prstGeom prst="rect">
            <a:avLst/>
          </a:prstGeom>
          <a:noFill/>
          <a:ln>
            <a:noFill/>
          </a:ln>
        </p:spPr>
        <p:txBody>
          <a:bodyPr anchorCtr="0" anchor="ctr" bIns="45700" lIns="0" spcFirstLastPara="1" rIns="91425" wrap="square" tIns="45700">
            <a:noAutofit/>
          </a:bodyPr>
          <a:lstStyle>
            <a:lvl1pPr lvl="0" marR="0" rtl="0" algn="l">
              <a:lnSpc>
                <a:spcPct val="85000"/>
              </a:lnSpc>
              <a:spcBef>
                <a:spcPts val="0"/>
              </a:spcBef>
              <a:spcAft>
                <a:spcPts val="0"/>
              </a:spcAft>
              <a:buSzPts val="1400"/>
              <a:buNone/>
              <a:defRPr b="0" i="0" sz="2800" u="none" cap="none" strike="noStrike">
                <a:solidFill>
                  <a:schemeClr val="lt1"/>
                </a:solidFill>
                <a:latin typeface="Quattrocento Sans"/>
                <a:ea typeface="Quattrocento Sans"/>
                <a:cs typeface="Quattrocento Sans"/>
                <a:sym typeface="Quattrocento Sans"/>
              </a:defRPr>
            </a:lvl1pPr>
            <a:lvl2pPr lvl="1"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2pPr>
            <a:lvl3pPr lvl="2"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3pPr>
            <a:lvl4pPr lvl="3"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4pPr>
            <a:lvl5pPr lvl="4"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5pPr>
            <a:lvl6pPr lvl="5"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6pPr>
            <a:lvl7pPr lvl="6"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7pPr>
            <a:lvl8pPr lvl="7"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8pPr>
            <a:lvl9pPr lvl="8"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9pPr>
          </a:lstStyle>
          <a:p/>
        </p:txBody>
      </p:sp>
      <p:sp>
        <p:nvSpPr>
          <p:cNvPr id="88" name="Google Shape;88;p58"/>
          <p:cNvSpPr txBox="1"/>
          <p:nvPr>
            <p:ph idx="1" type="body"/>
          </p:nvPr>
        </p:nvSpPr>
        <p:spPr>
          <a:xfrm>
            <a:off x="458788" y="1021215"/>
            <a:ext cx="8119156" cy="5147356"/>
          </a:xfrm>
          <a:prstGeom prst="rect">
            <a:avLst/>
          </a:prstGeom>
          <a:noFill/>
          <a:ln>
            <a:noFill/>
          </a:ln>
        </p:spPr>
        <p:txBody>
          <a:bodyPr anchorCtr="0" anchor="t" bIns="0" lIns="0" spcFirstLastPara="1" rIns="0" wrap="square" tIns="0">
            <a:noAutofit/>
          </a:bodyPr>
          <a:lstStyle>
            <a:lvl1pPr indent="-388620" lvl="0" marL="457200" marR="0" rtl="0" algn="l">
              <a:lnSpc>
                <a:spcPct val="100000"/>
              </a:lnSpc>
              <a:spcBef>
                <a:spcPts val="600"/>
              </a:spcBef>
              <a:spcAft>
                <a:spcPts val="0"/>
              </a:spcAft>
              <a:buClr>
                <a:srgbClr val="0070C0"/>
              </a:buClr>
              <a:buSzPts val="252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50519" lvl="1" marL="914400" marR="0" rtl="0" algn="l">
              <a:lnSpc>
                <a:spcPct val="100000"/>
              </a:lnSpc>
              <a:spcBef>
                <a:spcPts val="600"/>
              </a:spcBef>
              <a:spcAft>
                <a:spcPts val="0"/>
              </a:spcAft>
              <a:buClr>
                <a:srgbClr val="0070C0"/>
              </a:buClr>
              <a:buSzPts val="192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30200" lvl="2" marL="1371600" marR="0" rtl="0" algn="l">
              <a:lnSpc>
                <a:spcPct val="100000"/>
              </a:lnSpc>
              <a:spcBef>
                <a:spcPts val="600"/>
              </a:spcBef>
              <a:spcAft>
                <a:spcPts val="0"/>
              </a:spcAft>
              <a:buClr>
                <a:srgbClr val="0070C0"/>
              </a:buClr>
              <a:buSzPts val="16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31469" lvl="3" marL="1828800" marR="0" rtl="0" algn="l">
              <a:lnSpc>
                <a:spcPct val="100000"/>
              </a:lnSpc>
              <a:spcBef>
                <a:spcPts val="600"/>
              </a:spcBef>
              <a:spcAft>
                <a:spcPts val="0"/>
              </a:spcAft>
              <a:buClr>
                <a:srgbClr val="0070C0"/>
              </a:buClr>
              <a:buSzPts val="162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31470" lvl="4" marL="2286000" marR="0" rtl="0" algn="l">
              <a:lnSpc>
                <a:spcPct val="100000"/>
              </a:lnSpc>
              <a:spcBef>
                <a:spcPts val="600"/>
              </a:spcBef>
              <a:spcAft>
                <a:spcPts val="0"/>
              </a:spcAft>
              <a:buClr>
                <a:srgbClr val="0070C0"/>
              </a:buClr>
              <a:buSzPts val="162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20039" lvl="5" marL="27432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6pPr>
            <a:lvl7pPr indent="-320039" lvl="6" marL="32004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7pPr>
            <a:lvl8pPr indent="-320040" lvl="7" marL="36576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8pPr>
            <a:lvl9pPr indent="-320040" lvl="8" marL="41148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9" name="Shape 129"/>
        <p:cNvGrpSpPr/>
        <p:nvPr/>
      </p:nvGrpSpPr>
      <p:grpSpPr>
        <a:xfrm>
          <a:off x="0" y="0"/>
          <a:ext cx="0" cy="0"/>
          <a:chOff x="0" y="0"/>
          <a:chExt cx="0" cy="0"/>
        </a:xfrm>
      </p:grpSpPr>
      <p:sp>
        <p:nvSpPr>
          <p:cNvPr id="130" name="Google Shape;130;p71"/>
          <p:cNvSpPr/>
          <p:nvPr/>
        </p:nvSpPr>
        <p:spPr>
          <a:xfrm>
            <a:off x="0" y="0"/>
            <a:ext cx="9144000" cy="704088"/>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Verdana"/>
              <a:ea typeface="Verdana"/>
              <a:cs typeface="Verdana"/>
              <a:sym typeface="Verdana"/>
            </a:endParaRPr>
          </a:p>
        </p:txBody>
      </p:sp>
      <p:sp>
        <p:nvSpPr>
          <p:cNvPr id="131" name="Google Shape;131;p71"/>
          <p:cNvSpPr/>
          <p:nvPr/>
        </p:nvSpPr>
        <p:spPr>
          <a:xfrm>
            <a:off x="4763" y="731838"/>
            <a:ext cx="9136062" cy="611187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Verdana"/>
              <a:ea typeface="Verdana"/>
              <a:cs typeface="Verdana"/>
              <a:sym typeface="Verdana"/>
            </a:endParaRPr>
          </a:p>
        </p:txBody>
      </p:sp>
      <p:sp>
        <p:nvSpPr>
          <p:cNvPr id="132" name="Google Shape;132;p71"/>
          <p:cNvSpPr txBox="1"/>
          <p:nvPr>
            <p:ph type="title"/>
          </p:nvPr>
        </p:nvSpPr>
        <p:spPr>
          <a:xfrm>
            <a:off x="460375" y="-2"/>
            <a:ext cx="7773988" cy="740664"/>
          </a:xfrm>
          <a:prstGeom prst="rect">
            <a:avLst/>
          </a:prstGeom>
          <a:noFill/>
          <a:ln>
            <a:noFill/>
          </a:ln>
        </p:spPr>
        <p:txBody>
          <a:bodyPr anchorCtr="0" anchor="ctr" bIns="45700" lIns="0" spcFirstLastPara="1" rIns="91425" wrap="square" tIns="45700">
            <a:noAutofit/>
          </a:bodyPr>
          <a:lstStyle>
            <a:lvl1pPr lvl="0" marR="0" rtl="0" algn="l">
              <a:lnSpc>
                <a:spcPct val="85000"/>
              </a:lnSpc>
              <a:spcBef>
                <a:spcPts val="0"/>
              </a:spcBef>
              <a:spcAft>
                <a:spcPts val="0"/>
              </a:spcAft>
              <a:buSzPts val="1400"/>
              <a:buNone/>
              <a:defRPr b="0" i="0" sz="2800" u="none" cap="none" strike="noStrike">
                <a:solidFill>
                  <a:schemeClr val="lt1"/>
                </a:solidFill>
                <a:latin typeface="Quattrocento Sans"/>
                <a:ea typeface="Quattrocento Sans"/>
                <a:cs typeface="Quattrocento Sans"/>
                <a:sym typeface="Quattrocento Sans"/>
              </a:defRPr>
            </a:lvl1pPr>
            <a:lvl2pPr lvl="1"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2pPr>
            <a:lvl3pPr lvl="2"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3pPr>
            <a:lvl4pPr lvl="3"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4pPr>
            <a:lvl5pPr lvl="4"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5pPr>
            <a:lvl6pPr lvl="5"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6pPr>
            <a:lvl7pPr lvl="6"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7pPr>
            <a:lvl8pPr lvl="7"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8pPr>
            <a:lvl9pPr lvl="8" marR="0" rtl="0" algn="l">
              <a:lnSpc>
                <a:spcPct val="85000"/>
              </a:lnSpc>
              <a:spcBef>
                <a:spcPts val="0"/>
              </a:spcBef>
              <a:spcAft>
                <a:spcPts val="0"/>
              </a:spcAft>
              <a:buSzPts val="1400"/>
              <a:buNone/>
              <a:defRPr b="0" i="0" sz="2400" u="none" cap="none" strike="noStrike">
                <a:solidFill>
                  <a:schemeClr val="dk1"/>
                </a:solidFill>
                <a:latin typeface="Verdana"/>
                <a:ea typeface="Verdana"/>
                <a:cs typeface="Verdana"/>
                <a:sym typeface="Verdana"/>
              </a:defRPr>
            </a:lvl9pPr>
          </a:lstStyle>
          <a:p/>
        </p:txBody>
      </p:sp>
      <p:sp>
        <p:nvSpPr>
          <p:cNvPr id="133" name="Google Shape;133;p71"/>
          <p:cNvSpPr txBox="1"/>
          <p:nvPr>
            <p:ph idx="1" type="body"/>
          </p:nvPr>
        </p:nvSpPr>
        <p:spPr>
          <a:xfrm>
            <a:off x="458788" y="1021215"/>
            <a:ext cx="8119156" cy="5147356"/>
          </a:xfrm>
          <a:prstGeom prst="rect">
            <a:avLst/>
          </a:prstGeom>
          <a:noFill/>
          <a:ln>
            <a:noFill/>
          </a:ln>
        </p:spPr>
        <p:txBody>
          <a:bodyPr anchorCtr="0" anchor="t" bIns="0" lIns="0" spcFirstLastPara="1" rIns="0" wrap="square" tIns="0">
            <a:noAutofit/>
          </a:bodyPr>
          <a:lstStyle>
            <a:lvl1pPr indent="-388620" lvl="0" marL="457200" marR="0" rtl="0" algn="l">
              <a:lnSpc>
                <a:spcPct val="100000"/>
              </a:lnSpc>
              <a:spcBef>
                <a:spcPts val="600"/>
              </a:spcBef>
              <a:spcAft>
                <a:spcPts val="0"/>
              </a:spcAft>
              <a:buClr>
                <a:srgbClr val="0070C0"/>
              </a:buClr>
              <a:buSzPts val="252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50519" lvl="1" marL="914400" marR="0" rtl="0" algn="l">
              <a:lnSpc>
                <a:spcPct val="100000"/>
              </a:lnSpc>
              <a:spcBef>
                <a:spcPts val="600"/>
              </a:spcBef>
              <a:spcAft>
                <a:spcPts val="0"/>
              </a:spcAft>
              <a:buClr>
                <a:srgbClr val="0070C0"/>
              </a:buClr>
              <a:buSzPts val="192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30200" lvl="2" marL="1371600" marR="0" rtl="0" algn="l">
              <a:lnSpc>
                <a:spcPct val="100000"/>
              </a:lnSpc>
              <a:spcBef>
                <a:spcPts val="600"/>
              </a:spcBef>
              <a:spcAft>
                <a:spcPts val="0"/>
              </a:spcAft>
              <a:buClr>
                <a:srgbClr val="0070C0"/>
              </a:buClr>
              <a:buSzPts val="16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31469" lvl="3" marL="1828800" marR="0" rtl="0" algn="l">
              <a:lnSpc>
                <a:spcPct val="100000"/>
              </a:lnSpc>
              <a:spcBef>
                <a:spcPts val="600"/>
              </a:spcBef>
              <a:spcAft>
                <a:spcPts val="0"/>
              </a:spcAft>
              <a:buClr>
                <a:srgbClr val="0070C0"/>
              </a:buClr>
              <a:buSzPts val="162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31470" lvl="4" marL="2286000" marR="0" rtl="0" algn="l">
              <a:lnSpc>
                <a:spcPct val="100000"/>
              </a:lnSpc>
              <a:spcBef>
                <a:spcPts val="600"/>
              </a:spcBef>
              <a:spcAft>
                <a:spcPts val="0"/>
              </a:spcAft>
              <a:buClr>
                <a:srgbClr val="0070C0"/>
              </a:buClr>
              <a:buSzPts val="162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20039" lvl="5" marL="27432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6pPr>
            <a:lvl7pPr indent="-320039" lvl="6" marL="32004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7pPr>
            <a:lvl8pPr indent="-320040" lvl="7" marL="36576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8pPr>
            <a:lvl9pPr indent="-320040" lvl="8" marL="4114800" marR="0" rtl="0" algn="l">
              <a:lnSpc>
                <a:spcPct val="90000"/>
              </a:lnSpc>
              <a:spcBef>
                <a:spcPts val="1120"/>
              </a:spcBef>
              <a:spcAft>
                <a:spcPts val="0"/>
              </a:spcAft>
              <a:buClr>
                <a:srgbClr val="2D4A6D"/>
              </a:buClr>
              <a:buSzPts val="1440"/>
              <a:buFont typeface="Verdana"/>
              <a:buChar char="•"/>
              <a:defRPr b="0" i="0" sz="1600" u="none" cap="none" strike="noStrike">
                <a:solidFill>
                  <a:schemeClr val="dk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84"/>
          <p:cNvSpPr txBox="1"/>
          <p:nvPr>
            <p:ph idx="12" type="sldNum"/>
          </p:nvPr>
        </p:nvSpPr>
        <p:spPr>
          <a:xfrm>
            <a:off x="8754426" y="6400800"/>
            <a:ext cx="329270" cy="155448"/>
          </a:xfrm>
          <a:prstGeom prst="rect">
            <a:avLst/>
          </a:prstGeom>
          <a:noFill/>
          <a:ln>
            <a:noFill/>
          </a:ln>
        </p:spPr>
        <p:txBody>
          <a:bodyPr anchorCtr="0" anchor="ctr" bIns="0" lIns="0" spcFirstLastPara="1" rIns="0" wrap="square" tIns="0">
            <a:noAutofit/>
          </a:bodyPr>
          <a:lstStyle>
            <a:lvl1pPr indent="0" lvl="0" marL="0" marR="0" rtl="0" algn="ctr">
              <a:spcBef>
                <a:spcPts val="0"/>
              </a:spcBef>
              <a:buNone/>
              <a:defRPr b="0" i="0" sz="750" u="none" cap="none" strike="noStrike">
                <a:solidFill>
                  <a:schemeClr val="dk1"/>
                </a:solidFill>
                <a:latin typeface="Arial"/>
                <a:ea typeface="Arial"/>
                <a:cs typeface="Arial"/>
                <a:sym typeface="Arial"/>
              </a:defRPr>
            </a:lvl1pPr>
            <a:lvl2pPr indent="0" lvl="1" marL="0" marR="0" rtl="0" algn="ctr">
              <a:spcBef>
                <a:spcPts val="0"/>
              </a:spcBef>
              <a:buNone/>
              <a:defRPr b="0" i="0" sz="750" u="none" cap="none" strike="noStrike">
                <a:solidFill>
                  <a:schemeClr val="dk1"/>
                </a:solidFill>
                <a:latin typeface="Arial"/>
                <a:ea typeface="Arial"/>
                <a:cs typeface="Arial"/>
                <a:sym typeface="Arial"/>
              </a:defRPr>
            </a:lvl2pPr>
            <a:lvl3pPr indent="0" lvl="2" marL="0" marR="0" rtl="0" algn="ctr">
              <a:spcBef>
                <a:spcPts val="0"/>
              </a:spcBef>
              <a:buNone/>
              <a:defRPr b="0" i="0" sz="750" u="none" cap="none" strike="noStrike">
                <a:solidFill>
                  <a:schemeClr val="dk1"/>
                </a:solidFill>
                <a:latin typeface="Arial"/>
                <a:ea typeface="Arial"/>
                <a:cs typeface="Arial"/>
                <a:sym typeface="Arial"/>
              </a:defRPr>
            </a:lvl3pPr>
            <a:lvl4pPr indent="0" lvl="3" marL="0" marR="0" rtl="0" algn="ctr">
              <a:spcBef>
                <a:spcPts val="0"/>
              </a:spcBef>
              <a:buNone/>
              <a:defRPr b="0" i="0" sz="750" u="none" cap="none" strike="noStrike">
                <a:solidFill>
                  <a:schemeClr val="dk1"/>
                </a:solidFill>
                <a:latin typeface="Arial"/>
                <a:ea typeface="Arial"/>
                <a:cs typeface="Arial"/>
                <a:sym typeface="Arial"/>
              </a:defRPr>
            </a:lvl4pPr>
            <a:lvl5pPr indent="0" lvl="4" marL="0" marR="0" rtl="0" algn="ctr">
              <a:spcBef>
                <a:spcPts val="0"/>
              </a:spcBef>
              <a:buNone/>
              <a:defRPr b="0" i="0" sz="750" u="none" cap="none" strike="noStrike">
                <a:solidFill>
                  <a:schemeClr val="dk1"/>
                </a:solidFill>
                <a:latin typeface="Arial"/>
                <a:ea typeface="Arial"/>
                <a:cs typeface="Arial"/>
                <a:sym typeface="Arial"/>
              </a:defRPr>
            </a:lvl5pPr>
            <a:lvl6pPr indent="0" lvl="5" marL="0" marR="0" rtl="0" algn="ctr">
              <a:spcBef>
                <a:spcPts val="0"/>
              </a:spcBef>
              <a:buNone/>
              <a:defRPr b="0" i="0" sz="750" u="none" cap="none" strike="noStrike">
                <a:solidFill>
                  <a:schemeClr val="dk1"/>
                </a:solidFill>
                <a:latin typeface="Arial"/>
                <a:ea typeface="Arial"/>
                <a:cs typeface="Arial"/>
                <a:sym typeface="Arial"/>
              </a:defRPr>
            </a:lvl6pPr>
            <a:lvl7pPr indent="0" lvl="6" marL="0" marR="0" rtl="0" algn="ctr">
              <a:spcBef>
                <a:spcPts val="0"/>
              </a:spcBef>
              <a:buNone/>
              <a:defRPr b="0" i="0" sz="750" u="none" cap="none" strike="noStrike">
                <a:solidFill>
                  <a:schemeClr val="dk1"/>
                </a:solidFill>
                <a:latin typeface="Arial"/>
                <a:ea typeface="Arial"/>
                <a:cs typeface="Arial"/>
                <a:sym typeface="Arial"/>
              </a:defRPr>
            </a:lvl7pPr>
            <a:lvl8pPr indent="0" lvl="7" marL="0" marR="0" rtl="0" algn="ctr">
              <a:spcBef>
                <a:spcPts val="0"/>
              </a:spcBef>
              <a:buNone/>
              <a:defRPr b="0" i="0" sz="750" u="none" cap="none" strike="noStrike">
                <a:solidFill>
                  <a:schemeClr val="dk1"/>
                </a:solidFill>
                <a:latin typeface="Arial"/>
                <a:ea typeface="Arial"/>
                <a:cs typeface="Arial"/>
                <a:sym typeface="Arial"/>
              </a:defRPr>
            </a:lvl8pPr>
            <a:lvl9pPr indent="0" lvl="8" marL="0" marR="0" rtl="0" algn="ctr">
              <a:spcBef>
                <a:spcPts val="0"/>
              </a:spcBef>
              <a:buNone/>
              <a:defRPr b="0" i="0" sz="75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 id="2147483717" r:id="rId31"/>
    <p:sldLayoutId id="2147483718" r:id="rId32"/>
    <p:sldLayoutId id="2147483719" r:id="rId33"/>
    <p:sldLayoutId id="2147483720" r:id="rId34"/>
    <p:sldLayoutId id="2147483721" r:id="rId35"/>
    <p:sldLayoutId id="2147483722" r:id="rId36"/>
    <p:sldLayoutId id="2147483723" r:id="rId37"/>
    <p:sldLayoutId id="2147483724" r:id="rId38"/>
    <p:sldLayoutId id="2147483725" r:id="rId39"/>
    <p:sldLayoutId id="2147483726" r:id="rId40"/>
    <p:sldLayoutId id="2147483727" r:id="rId41"/>
    <p:sldLayoutId id="2147483728" r:id="rId4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440">
          <p15:clr>
            <a:srgbClr val="F26B43"/>
          </p15:clr>
        </p15:guide>
        <p15:guide id="2" pos="6719">
          <p15:clr>
            <a:srgbClr val="F26B43"/>
          </p15:clr>
        </p15:guide>
        <p15:guide id="3" orient="horz" pos="2880">
          <p15:clr>
            <a:srgbClr val="F26B43"/>
          </p15:clr>
        </p15:guide>
        <p15:guide id="4" pos="3839">
          <p15:clr>
            <a:srgbClr val="F26B43"/>
          </p15:clr>
        </p15:guide>
        <p15:guide id="5" pos="5279">
          <p15:clr>
            <a:srgbClr val="F26B43"/>
          </p15:clr>
        </p15:guide>
        <p15:guide id="6" pos="2399">
          <p15:clr>
            <a:srgbClr val="F26B43"/>
          </p15:clr>
        </p15:guide>
        <p15:guide id="7" pos="959">
          <p15:clr>
            <a:srgbClr val="F26B43"/>
          </p15:clr>
        </p15:guide>
        <p15:guide id="8" pos="7199">
          <p15:clr>
            <a:srgbClr val="FDE53C"/>
          </p15:clr>
        </p15:guide>
        <p15:guide id="9" pos="6239">
          <p15:clr>
            <a:srgbClr val="FDE53C"/>
          </p15:clr>
        </p15:guide>
        <p15:guide id="10" pos="5759">
          <p15:clr>
            <a:srgbClr val="FDE53C"/>
          </p15:clr>
        </p15:guide>
        <p15:guide id="11" pos="4319">
          <p15:clr>
            <a:srgbClr val="FDE53C"/>
          </p15:clr>
        </p15:guide>
        <p15:guide id="12" pos="4799">
          <p15:clr>
            <a:srgbClr val="FDE53C"/>
          </p15:clr>
        </p15:guide>
        <p15:guide id="13" pos="3335">
          <p15:clr>
            <a:srgbClr val="FDE53C"/>
          </p15:clr>
        </p15:guide>
        <p15:guide id="14" pos="2879">
          <p15:clr>
            <a:srgbClr val="FDE53C"/>
          </p15:clr>
        </p15:guide>
        <p15:guide id="15" pos="1919">
          <p15:clr>
            <a:srgbClr val="FDE53C"/>
          </p15:clr>
        </p15:guide>
        <p15:guide id="16" pos="1439">
          <p15:clr>
            <a:srgbClr val="FDE53C"/>
          </p15:clr>
        </p15:guide>
        <p15:guide id="17" pos="479">
          <p15:clr>
            <a:srgbClr val="FDE53C"/>
          </p15:clr>
        </p15:guide>
        <p15:guide id="18" orient="horz" pos="960">
          <p15:clr>
            <a:srgbClr val="FDE53C"/>
          </p15:clr>
        </p15:guide>
        <p15:guide id="19" orient="horz" pos="480">
          <p15:clr>
            <a:srgbClr val="FDE53C"/>
          </p15:clr>
        </p15:guide>
        <p15:guide id="20" orient="horz" pos="1920">
          <p15:clr>
            <a:srgbClr val="FDE53C"/>
          </p15:clr>
        </p15:guide>
        <p15:guide id="21" orient="horz" pos="2400">
          <p15:clr>
            <a:srgbClr val="FDE53C"/>
          </p15:clr>
        </p15:guide>
        <p15:guide id="22" orient="horz" pos="3360">
          <p15:clr>
            <a:srgbClr val="FDE53C"/>
          </p15:clr>
        </p15:guide>
        <p15:guide id="23" orient="horz" pos="3840">
          <p15:clr>
            <a:srgbClr val="FDE53C"/>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en.wikipedia.org/wiki/Microsoft_Window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learn.microsoft.com/en-us/windows/release-health/release-information" TargetMode="External"/><Relationship Id="rId4" Type="http://schemas.openxmlformats.org/officeDocument/2006/relationships/hyperlink" Target="https://learn.microsoft.com/en-us/windows-server/get-started/windows-server-release-info"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learn.microsoft.com/en-us/windows/release-health/supported-versions-windows-client" TargetMode="External"/><Relationship Id="rId4" Type="http://schemas.openxmlformats.org/officeDocument/2006/relationships/hyperlink" Target="https://learn.microsoft.com/en-us/windows/release-health/supported-versions-windows-client" TargetMode="External"/><Relationship Id="rId5" Type="http://schemas.openxmlformats.org/officeDocument/2006/relationships/hyperlink" Target="https://learn.microsoft.com/en-us/windows/release-health/windows-server-release-info"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learn.microsoft.com/en-us/windows/release-health/supported-versions-windows-client" TargetMode="Externa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about:blank"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hyperlink" Target="https://developer.microsoft.com/en-us/windows/downloads/windows-sdk/" TargetMode="External"/><Relationship Id="rId4" Type="http://schemas.openxmlformats.org/officeDocument/2006/relationships/hyperlink" Target="https://www.advancedinstaller.com/"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
          <p:cNvSpPr txBox="1"/>
          <p:nvPr/>
        </p:nvSpPr>
        <p:spPr>
          <a:xfrm>
            <a:off x="5364087" y="689491"/>
            <a:ext cx="3672409"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B0F0"/>
              </a:buClr>
              <a:buSzPts val="3600"/>
              <a:buFont typeface="Aharoni"/>
              <a:buNone/>
            </a:pPr>
            <a:r>
              <a:rPr b="0" i="0" lang="en-US" sz="3600" u="none" cap="none" strike="noStrike">
                <a:solidFill>
                  <a:srgbClr val="00B0F0"/>
                </a:solidFill>
                <a:latin typeface="Aharoni"/>
                <a:ea typeface="Aharoni"/>
                <a:cs typeface="Aharoni"/>
                <a:sym typeface="Aharoni"/>
              </a:rPr>
              <a:t>DWS - Industry Integrated Skilling Program</a:t>
            </a:r>
            <a:endParaRPr b="0" i="0" sz="3600" u="none" cap="none" strike="noStrike">
              <a:solidFill>
                <a:srgbClr val="00B0F0"/>
              </a:solidFill>
              <a:latin typeface="Aharoni"/>
              <a:ea typeface="Aharoni"/>
              <a:cs typeface="Aharoni"/>
              <a:sym typeface="Aharoni"/>
            </a:endParaRPr>
          </a:p>
        </p:txBody>
      </p:sp>
      <p:pic>
        <p:nvPicPr>
          <p:cNvPr id="733" name="Google Shape;733;p1"/>
          <p:cNvPicPr preferRelativeResize="0"/>
          <p:nvPr/>
        </p:nvPicPr>
        <p:blipFill rotWithShape="1">
          <a:blip r:embed="rId3">
            <a:alphaModFix/>
          </a:blip>
          <a:srcRect b="0" l="0" r="0" t="0"/>
          <a:stretch/>
        </p:blipFill>
        <p:spPr>
          <a:xfrm>
            <a:off x="0" y="0"/>
            <a:ext cx="5076056" cy="4862719"/>
          </a:xfrm>
          <a:prstGeom prst="rect">
            <a:avLst/>
          </a:prstGeom>
          <a:noFill/>
          <a:ln>
            <a:noFill/>
          </a:ln>
        </p:spPr>
      </p:pic>
      <p:sp>
        <p:nvSpPr>
          <p:cNvPr id="734" name="Google Shape;734;p1"/>
          <p:cNvSpPr/>
          <p:nvPr/>
        </p:nvSpPr>
        <p:spPr>
          <a:xfrm>
            <a:off x="5076055" y="2997815"/>
            <a:ext cx="4090893" cy="2663433"/>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Calibri"/>
              <a:buNone/>
            </a:pPr>
            <a:r>
              <a:t/>
            </a:r>
            <a:endParaRPr b="0" i="0" sz="1350" u="none" cap="none" strike="noStrike">
              <a:solidFill>
                <a:srgbClr val="1F497D"/>
              </a:solidFill>
              <a:latin typeface="Calibri"/>
              <a:ea typeface="Calibri"/>
              <a:cs typeface="Calibri"/>
              <a:sym typeface="Calibri"/>
            </a:endParaRPr>
          </a:p>
        </p:txBody>
      </p:sp>
      <p:sp>
        <p:nvSpPr>
          <p:cNvPr id="735" name="Google Shape;735;p1"/>
          <p:cNvSpPr/>
          <p:nvPr/>
        </p:nvSpPr>
        <p:spPr>
          <a:xfrm>
            <a:off x="0" y="4862719"/>
            <a:ext cx="5076054" cy="1995281"/>
          </a:xfrm>
          <a:prstGeom prst="rect">
            <a:avLst/>
          </a:prstGeom>
          <a:solidFill>
            <a:srgbClr val="FFC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Calibri"/>
              <a:buNone/>
            </a:pPr>
            <a:r>
              <a:t/>
            </a:r>
            <a:endParaRPr b="0" i="0" sz="1350" u="none" cap="none" strike="noStrike">
              <a:solidFill>
                <a:srgbClr val="FFFFFF"/>
              </a:solidFill>
              <a:latin typeface="Calibri"/>
              <a:ea typeface="Calibri"/>
              <a:cs typeface="Calibri"/>
              <a:sym typeface="Calibri"/>
            </a:endParaRPr>
          </a:p>
        </p:txBody>
      </p:sp>
      <p:sp>
        <p:nvSpPr>
          <p:cNvPr id="736" name="Google Shape;736;p1"/>
          <p:cNvSpPr/>
          <p:nvPr/>
        </p:nvSpPr>
        <p:spPr>
          <a:xfrm>
            <a:off x="5894018" y="6016115"/>
            <a:ext cx="2454965" cy="487017"/>
          </a:xfrm>
          <a:prstGeom prst="roundRect">
            <a:avLst>
              <a:gd fmla="val 16667" name="adj"/>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Black"/>
              <a:buNone/>
            </a:pPr>
            <a:r>
              <a:rPr b="0" i="0" lang="en-US" sz="1350" u="none" cap="none" strike="noStrike">
                <a:solidFill>
                  <a:srgbClr val="000000"/>
                </a:solidFill>
                <a:latin typeface="Arial Black"/>
                <a:ea typeface="Arial Black"/>
                <a:cs typeface="Arial Black"/>
                <a:sym typeface="Arial Black"/>
              </a:rPr>
              <a:t>Prepared by </a:t>
            </a:r>
            <a:endParaRPr/>
          </a:p>
          <a:p>
            <a:pPr indent="0" lvl="0" marL="0" marR="0" rtl="0" algn="ctr">
              <a:lnSpc>
                <a:spcPct val="100000"/>
              </a:lnSpc>
              <a:spcBef>
                <a:spcPts val="0"/>
              </a:spcBef>
              <a:spcAft>
                <a:spcPts val="0"/>
              </a:spcAft>
              <a:buClr>
                <a:srgbClr val="000000"/>
              </a:buClr>
              <a:buSzPts val="1350"/>
              <a:buFont typeface="Arial Black"/>
              <a:buNone/>
            </a:pPr>
            <a:r>
              <a:rPr b="0" i="0" lang="en-US" sz="1350" u="none" cap="none" strike="noStrike">
                <a:solidFill>
                  <a:srgbClr val="000000"/>
                </a:solidFill>
                <a:latin typeface="Arial Black"/>
                <a:ea typeface="Arial Black"/>
                <a:cs typeface="Arial Black"/>
                <a:sym typeface="Arial Black"/>
              </a:rPr>
              <a:t>Thousif</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2"/>
          <p:cNvSpPr/>
          <p:nvPr/>
        </p:nvSpPr>
        <p:spPr>
          <a:xfrm>
            <a:off x="6045" y="0"/>
            <a:ext cx="4998003" cy="126876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000"/>
              <a:buFont typeface="Arial Rounded"/>
              <a:buNone/>
            </a:pPr>
            <a:r>
              <a:rPr b="1" i="0" lang="en-US" sz="4000" u="none" cap="none" strike="noStrike">
                <a:solidFill>
                  <a:srgbClr val="FFFFFF"/>
                </a:solidFill>
                <a:latin typeface="Arial Rounded"/>
                <a:ea typeface="Arial Rounded"/>
                <a:cs typeface="Arial Rounded"/>
                <a:sym typeface="Arial Rounded"/>
              </a:rPr>
              <a:t>Program Dates</a:t>
            </a:r>
            <a:endParaRPr/>
          </a:p>
        </p:txBody>
      </p:sp>
      <p:sp>
        <p:nvSpPr>
          <p:cNvPr id="743" name="Google Shape;743;p2"/>
          <p:cNvSpPr/>
          <p:nvPr/>
        </p:nvSpPr>
        <p:spPr>
          <a:xfrm>
            <a:off x="6045" y="6629400"/>
            <a:ext cx="9144000" cy="228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t/>
            </a:r>
            <a:endParaRPr b="0" i="0" sz="1200" u="none" cap="none" strike="noStrike">
              <a:solidFill>
                <a:srgbClr val="000000"/>
              </a:solidFill>
              <a:latin typeface="Calibri"/>
              <a:ea typeface="Calibri"/>
              <a:cs typeface="Calibri"/>
              <a:sym typeface="Calibri"/>
            </a:endParaRPr>
          </a:p>
        </p:txBody>
      </p:sp>
      <p:pic>
        <p:nvPicPr>
          <p:cNvPr id="744" name="Google Shape;744;p2"/>
          <p:cNvPicPr preferRelativeResize="0"/>
          <p:nvPr/>
        </p:nvPicPr>
        <p:blipFill rotWithShape="1">
          <a:blip r:embed="rId3">
            <a:alphaModFix/>
          </a:blip>
          <a:srcRect b="0" l="0" r="0" t="0"/>
          <a:stretch/>
        </p:blipFill>
        <p:spPr>
          <a:xfrm>
            <a:off x="17792" y="1392080"/>
            <a:ext cx="9144000" cy="484523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3"/>
          <p:cNvSpPr/>
          <p:nvPr/>
        </p:nvSpPr>
        <p:spPr>
          <a:xfrm>
            <a:off x="6045" y="0"/>
            <a:ext cx="4998003" cy="126876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000"/>
              <a:buFont typeface="Arial Rounded"/>
              <a:buNone/>
            </a:pPr>
            <a:r>
              <a:rPr b="1" i="0" lang="en-US" sz="4000" u="none" cap="none" strike="noStrike">
                <a:solidFill>
                  <a:srgbClr val="FFFFFF"/>
                </a:solidFill>
                <a:latin typeface="Arial Rounded"/>
                <a:ea typeface="Arial Rounded"/>
                <a:cs typeface="Arial Rounded"/>
                <a:sym typeface="Arial Rounded"/>
              </a:rPr>
              <a:t>Program Schedule</a:t>
            </a:r>
            <a:endParaRPr/>
          </a:p>
        </p:txBody>
      </p:sp>
      <p:sp>
        <p:nvSpPr>
          <p:cNvPr id="751" name="Google Shape;751;p3"/>
          <p:cNvSpPr/>
          <p:nvPr/>
        </p:nvSpPr>
        <p:spPr>
          <a:xfrm>
            <a:off x="6045" y="6629400"/>
            <a:ext cx="9144000" cy="228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t/>
            </a:r>
            <a:endParaRPr b="0" i="0" sz="1200" u="none" cap="none" strike="noStrike">
              <a:solidFill>
                <a:srgbClr val="000000"/>
              </a:solidFill>
              <a:latin typeface="Calibri"/>
              <a:ea typeface="Calibri"/>
              <a:cs typeface="Calibri"/>
              <a:sym typeface="Calibri"/>
            </a:endParaRPr>
          </a:p>
        </p:txBody>
      </p:sp>
      <p:sp>
        <p:nvSpPr>
          <p:cNvPr id="752" name="Google Shape;752;p3"/>
          <p:cNvSpPr/>
          <p:nvPr/>
        </p:nvSpPr>
        <p:spPr>
          <a:xfrm>
            <a:off x="467544" y="1890944"/>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3" name="Google Shape;753;p3"/>
          <p:cNvSpPr/>
          <p:nvPr/>
        </p:nvSpPr>
        <p:spPr>
          <a:xfrm>
            <a:off x="948009" y="1890943"/>
            <a:ext cx="3600400" cy="228600"/>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8:45 am – Session starts</a:t>
            </a:r>
            <a:endParaRPr/>
          </a:p>
        </p:txBody>
      </p:sp>
      <p:sp>
        <p:nvSpPr>
          <p:cNvPr id="754" name="Google Shape;754;p3"/>
          <p:cNvSpPr/>
          <p:nvPr/>
        </p:nvSpPr>
        <p:spPr>
          <a:xfrm>
            <a:off x="467543" y="2322980"/>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5" name="Google Shape;755;p3"/>
          <p:cNvSpPr/>
          <p:nvPr/>
        </p:nvSpPr>
        <p:spPr>
          <a:xfrm>
            <a:off x="960382" y="2308280"/>
            <a:ext cx="4187682" cy="398956"/>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15 mts Short break  ( 11am – 11.15am)</a:t>
            </a:r>
            <a:endParaRPr/>
          </a:p>
        </p:txBody>
      </p:sp>
      <p:sp>
        <p:nvSpPr>
          <p:cNvPr id="756" name="Google Shape;756;p3"/>
          <p:cNvSpPr/>
          <p:nvPr/>
        </p:nvSpPr>
        <p:spPr>
          <a:xfrm>
            <a:off x="467543" y="2750443"/>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57" name="Google Shape;757;p3"/>
          <p:cNvSpPr/>
          <p:nvPr/>
        </p:nvSpPr>
        <p:spPr>
          <a:xfrm>
            <a:off x="971600" y="2761148"/>
            <a:ext cx="4032448" cy="243299"/>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60 mts Lunch break ( 1pm – 2.00pm)</a:t>
            </a:r>
            <a:endParaRPr/>
          </a:p>
        </p:txBody>
      </p:sp>
      <p:sp>
        <p:nvSpPr>
          <p:cNvPr id="758" name="Google Shape;758;p3"/>
          <p:cNvSpPr/>
          <p:nvPr/>
        </p:nvSpPr>
        <p:spPr>
          <a:xfrm>
            <a:off x="960382" y="3685012"/>
            <a:ext cx="5267802" cy="465753"/>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5:15 pm Recap, Q&amp;A, Feedback &amp; Closing the day</a:t>
            </a:r>
            <a:endParaRPr/>
          </a:p>
        </p:txBody>
      </p:sp>
      <p:sp>
        <p:nvSpPr>
          <p:cNvPr id="759" name="Google Shape;759;p3"/>
          <p:cNvSpPr/>
          <p:nvPr/>
        </p:nvSpPr>
        <p:spPr>
          <a:xfrm>
            <a:off x="467543" y="3778260"/>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0" name="Google Shape;760;p3"/>
          <p:cNvSpPr/>
          <p:nvPr/>
        </p:nvSpPr>
        <p:spPr>
          <a:xfrm>
            <a:off x="481255" y="3271965"/>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1" name="Google Shape;761;p3"/>
          <p:cNvSpPr/>
          <p:nvPr/>
        </p:nvSpPr>
        <p:spPr>
          <a:xfrm>
            <a:off x="960382" y="3239453"/>
            <a:ext cx="4032448" cy="243299"/>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15 mts Short break ( 4pm – 4.15pm)</a:t>
            </a:r>
            <a:endParaRPr/>
          </a:p>
        </p:txBody>
      </p:sp>
      <p:sp>
        <p:nvSpPr>
          <p:cNvPr id="762" name="Google Shape;762;p3"/>
          <p:cNvSpPr/>
          <p:nvPr/>
        </p:nvSpPr>
        <p:spPr>
          <a:xfrm>
            <a:off x="449640" y="1494026"/>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63" name="Google Shape;763;p3"/>
          <p:cNvSpPr/>
          <p:nvPr/>
        </p:nvSpPr>
        <p:spPr>
          <a:xfrm>
            <a:off x="924142" y="1506107"/>
            <a:ext cx="3600400" cy="228600"/>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8 hour per day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4"/>
          <p:cNvSpPr/>
          <p:nvPr/>
        </p:nvSpPr>
        <p:spPr>
          <a:xfrm>
            <a:off x="6045" y="0"/>
            <a:ext cx="4998003" cy="1268760"/>
          </a:xfrm>
          <a:prstGeom prst="rect">
            <a:avLst/>
          </a:prstGeom>
          <a:solidFill>
            <a:srgbClr val="0070C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000"/>
              <a:buFont typeface="Arial Rounded"/>
              <a:buNone/>
            </a:pPr>
            <a:r>
              <a:rPr b="1" i="0" lang="en-US" sz="4000" u="none" cap="none" strike="noStrike">
                <a:solidFill>
                  <a:srgbClr val="FFFFFF"/>
                </a:solidFill>
                <a:latin typeface="Arial Rounded"/>
                <a:ea typeface="Arial Rounded"/>
                <a:cs typeface="Arial Rounded"/>
                <a:sym typeface="Arial Rounded"/>
              </a:rPr>
              <a:t>Candidate guidelines</a:t>
            </a:r>
            <a:endParaRPr/>
          </a:p>
        </p:txBody>
      </p:sp>
      <p:sp>
        <p:nvSpPr>
          <p:cNvPr id="770" name="Google Shape;770;p4"/>
          <p:cNvSpPr/>
          <p:nvPr/>
        </p:nvSpPr>
        <p:spPr>
          <a:xfrm>
            <a:off x="6045" y="6629400"/>
            <a:ext cx="9144000" cy="228600"/>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200"/>
              <a:buFont typeface="Calibri"/>
              <a:buNone/>
            </a:pPr>
            <a:r>
              <a:t/>
            </a:r>
            <a:endParaRPr b="0" i="0" sz="1200" u="none" cap="none" strike="noStrike">
              <a:solidFill>
                <a:srgbClr val="000000"/>
              </a:solidFill>
              <a:latin typeface="Calibri"/>
              <a:ea typeface="Calibri"/>
              <a:cs typeface="Calibri"/>
              <a:sym typeface="Calibri"/>
            </a:endParaRPr>
          </a:p>
        </p:txBody>
      </p:sp>
      <p:sp>
        <p:nvSpPr>
          <p:cNvPr id="771" name="Google Shape;771;p4"/>
          <p:cNvSpPr/>
          <p:nvPr/>
        </p:nvSpPr>
        <p:spPr>
          <a:xfrm>
            <a:off x="467543" y="1931777"/>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2" name="Google Shape;772;p4"/>
          <p:cNvSpPr/>
          <p:nvPr/>
        </p:nvSpPr>
        <p:spPr>
          <a:xfrm>
            <a:off x="948008" y="1890942"/>
            <a:ext cx="5627841" cy="300603"/>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Be on-time</a:t>
            </a:r>
            <a:endParaRPr/>
          </a:p>
        </p:txBody>
      </p:sp>
      <p:sp>
        <p:nvSpPr>
          <p:cNvPr id="773" name="Google Shape;773;p4"/>
          <p:cNvSpPr/>
          <p:nvPr/>
        </p:nvSpPr>
        <p:spPr>
          <a:xfrm>
            <a:off x="467543" y="2395598"/>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4" name="Google Shape;774;p4"/>
          <p:cNvSpPr/>
          <p:nvPr/>
        </p:nvSpPr>
        <p:spPr>
          <a:xfrm>
            <a:off x="960383" y="2308280"/>
            <a:ext cx="5627842" cy="341125"/>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Ask questions if you have doubts or need clarification</a:t>
            </a:r>
            <a:endParaRPr/>
          </a:p>
        </p:txBody>
      </p:sp>
      <p:sp>
        <p:nvSpPr>
          <p:cNvPr id="775" name="Google Shape;775;p4"/>
          <p:cNvSpPr/>
          <p:nvPr/>
        </p:nvSpPr>
        <p:spPr>
          <a:xfrm>
            <a:off x="490809" y="2909017"/>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6" name="Google Shape;776;p4"/>
          <p:cNvSpPr/>
          <p:nvPr/>
        </p:nvSpPr>
        <p:spPr>
          <a:xfrm>
            <a:off x="971599" y="2789163"/>
            <a:ext cx="5616625" cy="415481"/>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Perform your Lab Activities without fail</a:t>
            </a:r>
            <a:endParaRPr/>
          </a:p>
        </p:txBody>
      </p:sp>
      <p:sp>
        <p:nvSpPr>
          <p:cNvPr id="777" name="Google Shape;777;p4"/>
          <p:cNvSpPr/>
          <p:nvPr/>
        </p:nvSpPr>
        <p:spPr>
          <a:xfrm>
            <a:off x="984960" y="3344402"/>
            <a:ext cx="5603263" cy="415481"/>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Respect break times</a:t>
            </a:r>
            <a:endParaRPr/>
          </a:p>
        </p:txBody>
      </p:sp>
      <p:sp>
        <p:nvSpPr>
          <p:cNvPr id="778" name="Google Shape;778;p4"/>
          <p:cNvSpPr/>
          <p:nvPr/>
        </p:nvSpPr>
        <p:spPr>
          <a:xfrm>
            <a:off x="490809" y="3473323"/>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79" name="Google Shape;779;p4"/>
          <p:cNvSpPr/>
          <p:nvPr/>
        </p:nvSpPr>
        <p:spPr>
          <a:xfrm>
            <a:off x="983752" y="3876618"/>
            <a:ext cx="5603262" cy="415481"/>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Mobile phones in Silent mode</a:t>
            </a:r>
            <a:endParaRPr/>
          </a:p>
        </p:txBody>
      </p:sp>
      <p:sp>
        <p:nvSpPr>
          <p:cNvPr id="780" name="Google Shape;780;p4"/>
          <p:cNvSpPr/>
          <p:nvPr/>
        </p:nvSpPr>
        <p:spPr>
          <a:xfrm>
            <a:off x="491659" y="4014682"/>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1" name="Google Shape;781;p4"/>
          <p:cNvSpPr/>
          <p:nvPr/>
        </p:nvSpPr>
        <p:spPr>
          <a:xfrm>
            <a:off x="490809" y="4505174"/>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2" name="Google Shape;782;p4"/>
          <p:cNvSpPr/>
          <p:nvPr/>
        </p:nvSpPr>
        <p:spPr>
          <a:xfrm>
            <a:off x="971599" y="4416778"/>
            <a:ext cx="5603263" cy="415481"/>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MCQ / Lab Assessment at the end of modules</a:t>
            </a:r>
            <a:endParaRPr/>
          </a:p>
        </p:txBody>
      </p:sp>
      <p:sp>
        <p:nvSpPr>
          <p:cNvPr id="783" name="Google Shape;783;p4"/>
          <p:cNvSpPr/>
          <p:nvPr/>
        </p:nvSpPr>
        <p:spPr>
          <a:xfrm>
            <a:off x="490809" y="4995153"/>
            <a:ext cx="227493" cy="228600"/>
          </a:xfrm>
          <a:prstGeom prst="ellipse">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784" name="Google Shape;784;p4"/>
          <p:cNvSpPr/>
          <p:nvPr/>
        </p:nvSpPr>
        <p:spPr>
          <a:xfrm>
            <a:off x="983751" y="4891969"/>
            <a:ext cx="5603263" cy="415481"/>
          </a:xfrm>
          <a:prstGeom prst="roundRect">
            <a:avLst>
              <a:gd fmla="val 16667" name="adj"/>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Contact Trainer for any training or lab related issues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5"/>
          <p:cNvSpPr txBox="1"/>
          <p:nvPr>
            <p:ph idx="1" type="body"/>
          </p:nvPr>
        </p:nvSpPr>
        <p:spPr>
          <a:xfrm>
            <a:off x="390840" y="476672"/>
            <a:ext cx="8229600" cy="5517232"/>
          </a:xfrm>
          <a:prstGeom prst="rect">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2000"/>
              <a:buNone/>
            </a:pPr>
            <a:r>
              <a:t/>
            </a:r>
            <a:endParaRPr b="1" sz="2000"/>
          </a:p>
          <a:p>
            <a:pPr indent="0" lvl="0" marL="0" rtl="0" algn="ctr">
              <a:spcBef>
                <a:spcPts val="400"/>
              </a:spcBef>
              <a:spcAft>
                <a:spcPts val="0"/>
              </a:spcAft>
              <a:buClr>
                <a:schemeClr val="dk1"/>
              </a:buClr>
              <a:buSzPts val="2000"/>
              <a:buNone/>
            </a:pPr>
            <a:r>
              <a:t/>
            </a:r>
            <a:endParaRPr b="1" sz="2000"/>
          </a:p>
          <a:p>
            <a:pPr indent="0" lvl="0" marL="0" rtl="0" algn="ctr">
              <a:spcBef>
                <a:spcPts val="400"/>
              </a:spcBef>
              <a:spcAft>
                <a:spcPts val="0"/>
              </a:spcAft>
              <a:buClr>
                <a:schemeClr val="dk1"/>
              </a:buClr>
              <a:buSzPts val="2000"/>
              <a:buNone/>
            </a:pPr>
            <a:r>
              <a:t/>
            </a:r>
            <a:endParaRPr b="1" sz="2000"/>
          </a:p>
          <a:p>
            <a:pPr indent="0" lvl="0" marL="0" rtl="0" algn="ctr">
              <a:spcBef>
                <a:spcPts val="400"/>
              </a:spcBef>
              <a:spcAft>
                <a:spcPts val="0"/>
              </a:spcAft>
              <a:buClr>
                <a:schemeClr val="dk1"/>
              </a:buClr>
              <a:buSzPts val="2000"/>
              <a:buNone/>
            </a:pPr>
            <a:r>
              <a:t/>
            </a:r>
            <a:endParaRPr b="1" sz="2000"/>
          </a:p>
          <a:p>
            <a:pPr indent="0" lvl="0" marL="0" rtl="0" algn="ctr">
              <a:spcBef>
                <a:spcPts val="800"/>
              </a:spcBef>
              <a:spcAft>
                <a:spcPts val="0"/>
              </a:spcAft>
              <a:buClr>
                <a:schemeClr val="dk1"/>
              </a:buClr>
              <a:buSzPts val="4000"/>
              <a:buNone/>
            </a:pPr>
            <a:r>
              <a:t/>
            </a:r>
            <a:endParaRPr b="1" sz="4000"/>
          </a:p>
          <a:p>
            <a:pPr indent="0" lvl="0" marL="0" rtl="0" algn="ctr">
              <a:spcBef>
                <a:spcPts val="800"/>
              </a:spcBef>
              <a:spcAft>
                <a:spcPts val="0"/>
              </a:spcAft>
              <a:buClr>
                <a:schemeClr val="dk1"/>
              </a:buClr>
              <a:buSzPts val="4000"/>
              <a:buNone/>
            </a:pPr>
            <a:r>
              <a:rPr b="1" lang="en-US" sz="4000">
                <a:solidFill>
                  <a:schemeClr val="dk1"/>
                </a:solidFill>
                <a:latin typeface="Calibri"/>
                <a:ea typeface="Calibri"/>
                <a:cs typeface="Calibri"/>
                <a:sym typeface="Calibri"/>
              </a:rPr>
              <a:t>DWS Training</a:t>
            </a:r>
            <a:endParaRPr b="1" sz="4000"/>
          </a:p>
          <a:p>
            <a:pPr indent="0" lvl="0" marL="0" rtl="0" algn="l">
              <a:spcBef>
                <a:spcPts val="880"/>
              </a:spcBef>
              <a:spcAft>
                <a:spcPts val="0"/>
              </a:spcAft>
              <a:buClr>
                <a:schemeClr val="dk1"/>
              </a:buClr>
              <a:buSzPts val="4400"/>
              <a:buNone/>
            </a:pPr>
            <a:r>
              <a:t/>
            </a:r>
            <a:endParaRPr sz="44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6"/>
          <p:cNvSpPr txBox="1"/>
          <p:nvPr>
            <p:ph type="title"/>
          </p:nvPr>
        </p:nvSpPr>
        <p:spPr>
          <a:xfrm>
            <a:off x="0" y="13103"/>
            <a:ext cx="9144000" cy="778098"/>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Training Module</a:t>
            </a:r>
            <a:endParaRPr b="1" sz="3200">
              <a:solidFill>
                <a:schemeClr val="lt1"/>
              </a:solidFill>
              <a:latin typeface="Calibri"/>
              <a:ea typeface="Calibri"/>
              <a:cs typeface="Calibri"/>
              <a:sym typeface="Calibri"/>
            </a:endParaRPr>
          </a:p>
        </p:txBody>
      </p:sp>
      <p:sp>
        <p:nvSpPr>
          <p:cNvPr id="795" name="Google Shape;795;p6"/>
          <p:cNvSpPr txBox="1"/>
          <p:nvPr>
            <p:ph idx="1" type="body"/>
          </p:nvPr>
        </p:nvSpPr>
        <p:spPr>
          <a:xfrm>
            <a:off x="390840" y="1196752"/>
            <a:ext cx="8229600" cy="5616624"/>
          </a:xfrm>
          <a:prstGeom prst="rect">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2000"/>
              <a:buNone/>
            </a:pPr>
            <a:r>
              <a:t/>
            </a:r>
            <a:endParaRPr b="1" sz="2000"/>
          </a:p>
          <a:p>
            <a:pPr indent="0" lvl="0" marL="0" rtl="0" algn="ctr">
              <a:spcBef>
                <a:spcPts val="400"/>
              </a:spcBef>
              <a:spcAft>
                <a:spcPts val="0"/>
              </a:spcAft>
              <a:buClr>
                <a:schemeClr val="dk1"/>
              </a:buClr>
              <a:buSzPts val="2000"/>
              <a:buNone/>
            </a:pPr>
            <a:r>
              <a:t/>
            </a:r>
            <a:endParaRPr b="1" sz="2000"/>
          </a:p>
          <a:p>
            <a:pPr indent="0" lvl="0" marL="0" rtl="0" algn="ctr">
              <a:spcBef>
                <a:spcPts val="400"/>
              </a:spcBef>
              <a:spcAft>
                <a:spcPts val="0"/>
              </a:spcAft>
              <a:buClr>
                <a:schemeClr val="dk1"/>
              </a:buClr>
              <a:buSzPts val="2000"/>
              <a:buNone/>
            </a:pPr>
            <a:r>
              <a:t/>
            </a:r>
            <a:endParaRPr b="1" sz="2000"/>
          </a:p>
          <a:p>
            <a:pPr indent="0" lvl="0" marL="0" rtl="0" algn="ctr">
              <a:spcBef>
                <a:spcPts val="400"/>
              </a:spcBef>
              <a:spcAft>
                <a:spcPts val="0"/>
              </a:spcAft>
              <a:buClr>
                <a:schemeClr val="dk1"/>
              </a:buClr>
              <a:buSzPts val="2000"/>
              <a:buNone/>
            </a:pPr>
            <a:r>
              <a:t/>
            </a:r>
            <a:endParaRPr b="1" sz="2000"/>
          </a:p>
          <a:p>
            <a:pPr indent="0" lvl="0" marL="0" rtl="0" algn="ctr">
              <a:spcBef>
                <a:spcPts val="400"/>
              </a:spcBef>
              <a:spcAft>
                <a:spcPts val="0"/>
              </a:spcAft>
              <a:buClr>
                <a:schemeClr val="dk1"/>
              </a:buClr>
              <a:buSzPts val="2000"/>
              <a:buNone/>
            </a:pPr>
            <a:r>
              <a:rPr b="1" lang="en-US" sz="2000">
                <a:solidFill>
                  <a:schemeClr val="dk1"/>
                </a:solidFill>
                <a:latin typeface="Calibri"/>
                <a:ea typeface="Calibri"/>
                <a:cs typeface="Calibri"/>
                <a:sym typeface="Calibri"/>
              </a:rPr>
              <a:t>Module 1 – Introduction to Windows Operating System</a:t>
            </a:r>
            <a:endParaRPr/>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a:p>
            <a:pPr indent="0" lvl="0" marL="0" rtl="0" algn="l">
              <a:spcBef>
                <a:spcPts val="400"/>
              </a:spcBef>
              <a:spcAft>
                <a:spcPts val="0"/>
              </a:spcAft>
              <a:buClr>
                <a:schemeClr val="dk1"/>
              </a:buClr>
              <a:buSzPts val="2000"/>
              <a:buNone/>
            </a:pPr>
            <a:r>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7"/>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Introduction To Windows Operating System</a:t>
            </a:r>
            <a:endParaRPr/>
          </a:p>
        </p:txBody>
      </p:sp>
      <p:sp>
        <p:nvSpPr>
          <p:cNvPr id="801" name="Google Shape;801;p7"/>
          <p:cNvSpPr txBox="1"/>
          <p:nvPr>
            <p:ph idx="1" type="body"/>
          </p:nvPr>
        </p:nvSpPr>
        <p:spPr>
          <a:xfrm>
            <a:off x="395536" y="1196752"/>
            <a:ext cx="8291264" cy="4929411"/>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800"/>
              <a:buNone/>
            </a:pPr>
            <a:r>
              <a:rPr b="1" lang="en-US" sz="1800"/>
              <a:t>Introduction to Operating System </a:t>
            </a:r>
            <a:r>
              <a:rPr lang="en-US" sz="1800"/>
              <a:t>- An operating system (OS) is system software that manages computer hardware, software resources, and provides common services for computer programs.</a:t>
            </a:r>
            <a:endParaRPr sz="1800"/>
          </a:p>
          <a:p>
            <a:pPr indent="0" lvl="0" marL="0" rtl="0" algn="just">
              <a:spcBef>
                <a:spcPts val="360"/>
              </a:spcBef>
              <a:spcAft>
                <a:spcPts val="0"/>
              </a:spcAft>
              <a:buClr>
                <a:schemeClr val="dk1"/>
              </a:buClr>
              <a:buSzPts val="1800"/>
              <a:buNone/>
            </a:pPr>
            <a:r>
              <a:t/>
            </a:r>
            <a:endParaRPr b="1" sz="1800"/>
          </a:p>
          <a:p>
            <a:pPr indent="0" lvl="0" marL="0" rtl="0" algn="just">
              <a:spcBef>
                <a:spcPts val="360"/>
              </a:spcBef>
              <a:spcAft>
                <a:spcPts val="0"/>
              </a:spcAft>
              <a:buClr>
                <a:schemeClr val="dk1"/>
              </a:buClr>
              <a:buSzPts val="1800"/>
              <a:buNone/>
            </a:pPr>
            <a:r>
              <a:rPr b="1" lang="en-US" sz="1800"/>
              <a:t>Operating System Vendors – </a:t>
            </a:r>
            <a:endParaRPr/>
          </a:p>
          <a:p>
            <a:pPr indent="0" lvl="0" marL="0" rtl="0" algn="just">
              <a:spcBef>
                <a:spcPts val="360"/>
              </a:spcBef>
              <a:spcAft>
                <a:spcPts val="0"/>
              </a:spcAft>
              <a:buClr>
                <a:schemeClr val="dk1"/>
              </a:buClr>
              <a:buSzPts val="1800"/>
              <a:buNone/>
            </a:pPr>
            <a:r>
              <a:t/>
            </a:r>
            <a:endParaRPr b="1" sz="1800"/>
          </a:p>
          <a:p>
            <a:pPr indent="-342900" lvl="0" marL="342900" rtl="0" algn="just">
              <a:spcBef>
                <a:spcPts val="360"/>
              </a:spcBef>
              <a:spcAft>
                <a:spcPts val="0"/>
              </a:spcAft>
              <a:buClr>
                <a:schemeClr val="dk1"/>
              </a:buClr>
              <a:buSzPts val="1800"/>
              <a:buChar char="•"/>
            </a:pPr>
            <a:r>
              <a:rPr lang="en-US" sz="1800"/>
              <a:t>Windows -  </a:t>
            </a:r>
            <a:r>
              <a:rPr lang="en-US" sz="1800" u="sng">
                <a:solidFill>
                  <a:schemeClr val="hlink"/>
                </a:solidFill>
                <a:hlinkClick r:id="rId3"/>
              </a:rPr>
              <a:t>Microsoft Windows – Wikipedia</a:t>
            </a:r>
            <a:endParaRPr sz="1800"/>
          </a:p>
          <a:p>
            <a:pPr indent="-342900" lvl="0" marL="342900" rtl="0" algn="just">
              <a:spcBef>
                <a:spcPts val="360"/>
              </a:spcBef>
              <a:spcAft>
                <a:spcPts val="0"/>
              </a:spcAft>
              <a:buClr>
                <a:schemeClr val="dk1"/>
              </a:buClr>
              <a:buSzPts val="1800"/>
              <a:buChar char="•"/>
            </a:pPr>
            <a:r>
              <a:rPr lang="en-US" sz="1800"/>
              <a:t>Apple iOS</a:t>
            </a:r>
            <a:endParaRPr/>
          </a:p>
          <a:p>
            <a:pPr indent="-342900" lvl="0" marL="342900" rtl="0" algn="just">
              <a:spcBef>
                <a:spcPts val="360"/>
              </a:spcBef>
              <a:spcAft>
                <a:spcPts val="0"/>
              </a:spcAft>
              <a:buClr>
                <a:schemeClr val="dk1"/>
              </a:buClr>
              <a:buSzPts val="1800"/>
              <a:buChar char="•"/>
            </a:pPr>
            <a:r>
              <a:rPr lang="en-US" sz="1800"/>
              <a:t>Android</a:t>
            </a:r>
            <a:endParaRPr/>
          </a:p>
          <a:p>
            <a:pPr indent="-342900" lvl="0" marL="342900" rtl="0" algn="just">
              <a:spcBef>
                <a:spcPts val="360"/>
              </a:spcBef>
              <a:spcAft>
                <a:spcPts val="0"/>
              </a:spcAft>
              <a:buClr>
                <a:schemeClr val="dk1"/>
              </a:buClr>
              <a:buSzPts val="1800"/>
              <a:buChar char="•"/>
            </a:pPr>
            <a:r>
              <a:rPr lang="en-US" sz="1800"/>
              <a:t>Ubuntu</a:t>
            </a:r>
            <a:endParaRPr/>
          </a:p>
          <a:p>
            <a:pPr indent="-342900" lvl="0" marL="342900" rtl="0" algn="just">
              <a:spcBef>
                <a:spcPts val="360"/>
              </a:spcBef>
              <a:spcAft>
                <a:spcPts val="0"/>
              </a:spcAft>
              <a:buClr>
                <a:schemeClr val="dk1"/>
              </a:buClr>
              <a:buSzPts val="1800"/>
              <a:buChar char="•"/>
            </a:pPr>
            <a:r>
              <a:rPr lang="en-US" sz="1800"/>
              <a:t>Linux</a:t>
            </a:r>
            <a:endParaRPr/>
          </a:p>
          <a:p>
            <a:pPr indent="-228600" lvl="0" marL="342900" rtl="0" algn="just">
              <a:spcBef>
                <a:spcPts val="360"/>
              </a:spcBef>
              <a:spcAft>
                <a:spcPts val="0"/>
              </a:spcAft>
              <a:buClr>
                <a:schemeClr val="dk1"/>
              </a:buClr>
              <a:buSzPts val="1800"/>
              <a:buNone/>
            </a:pPr>
            <a:r>
              <a:t/>
            </a:r>
            <a:endParaRPr sz="1800"/>
          </a:p>
          <a:p>
            <a:pPr indent="-228600" lvl="0" marL="342900" rtl="0" algn="just">
              <a:spcBef>
                <a:spcPts val="360"/>
              </a:spcBef>
              <a:spcAft>
                <a:spcPts val="0"/>
              </a:spcAft>
              <a:buClr>
                <a:schemeClr val="dk1"/>
              </a:buClr>
              <a:buSzPts val="1800"/>
              <a:buNone/>
            </a:pPr>
            <a:r>
              <a:t/>
            </a:r>
            <a:endParaRPr sz="1800"/>
          </a:p>
          <a:p>
            <a:pPr indent="-228600" lvl="0" marL="342900" rtl="0" algn="just">
              <a:spcBef>
                <a:spcPts val="360"/>
              </a:spcBef>
              <a:spcAft>
                <a:spcPts val="0"/>
              </a:spcAft>
              <a:buClr>
                <a:schemeClr val="dk1"/>
              </a:buClr>
              <a:buSzPts val="1800"/>
              <a:buNone/>
            </a:pPr>
            <a:r>
              <a:t/>
            </a:r>
            <a:endParaRPr sz="1800"/>
          </a:p>
          <a:p>
            <a:pPr indent="0" lvl="0" marL="0" rtl="0" algn="just">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8"/>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Introduction To Windows Operating System</a:t>
            </a:r>
            <a:endParaRPr/>
          </a:p>
        </p:txBody>
      </p:sp>
      <p:sp>
        <p:nvSpPr>
          <p:cNvPr id="807" name="Google Shape;807;p8"/>
          <p:cNvSpPr txBox="1"/>
          <p:nvPr>
            <p:ph idx="1" type="body"/>
          </p:nvPr>
        </p:nvSpPr>
        <p:spPr>
          <a:xfrm>
            <a:off x="426368" y="964294"/>
            <a:ext cx="8291264" cy="4929411"/>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800"/>
              <a:buNone/>
            </a:pPr>
            <a:r>
              <a:t/>
            </a:r>
            <a:endParaRPr sz="1800"/>
          </a:p>
          <a:p>
            <a:pPr indent="0" lvl="0" marL="0" rtl="0" algn="ctr">
              <a:spcBef>
                <a:spcPts val="360"/>
              </a:spcBef>
              <a:spcAft>
                <a:spcPts val="0"/>
              </a:spcAft>
              <a:buClr>
                <a:schemeClr val="dk1"/>
              </a:buClr>
              <a:buSzPts val="1800"/>
              <a:buNone/>
            </a:pPr>
            <a:r>
              <a:rPr b="1" lang="en-US" sz="1800" u="sng"/>
              <a:t>Operating Systems Type</a:t>
            </a:r>
            <a:endParaRPr b="1" sz="1800" u="sng"/>
          </a:p>
          <a:p>
            <a:pPr indent="0" lvl="0" marL="0" rtl="0" algn="just">
              <a:spcBef>
                <a:spcPts val="360"/>
              </a:spcBef>
              <a:spcAft>
                <a:spcPts val="0"/>
              </a:spcAft>
              <a:buClr>
                <a:schemeClr val="dk1"/>
              </a:buClr>
              <a:buSzPts val="1800"/>
              <a:buNone/>
            </a:pPr>
            <a:r>
              <a:t/>
            </a:r>
            <a:endParaRPr b="1" sz="1800"/>
          </a:p>
          <a:p>
            <a:pPr indent="-342900" lvl="0" marL="342900" rtl="0" algn="just">
              <a:spcBef>
                <a:spcPts val="360"/>
              </a:spcBef>
              <a:spcAft>
                <a:spcPts val="0"/>
              </a:spcAft>
              <a:buClr>
                <a:schemeClr val="dk1"/>
              </a:buClr>
              <a:buSzPts val="1800"/>
              <a:buFont typeface="Calibri"/>
              <a:buAutoNum type="arabicPeriod"/>
            </a:pPr>
            <a:r>
              <a:rPr b="1" lang="en-US" sz="1800"/>
              <a:t>Client </a:t>
            </a:r>
            <a:endParaRPr/>
          </a:p>
          <a:p>
            <a:pPr indent="0" lvl="0" marL="0" rtl="0" algn="just">
              <a:spcBef>
                <a:spcPts val="360"/>
              </a:spcBef>
              <a:spcAft>
                <a:spcPts val="0"/>
              </a:spcAft>
              <a:buClr>
                <a:schemeClr val="dk1"/>
              </a:buClr>
              <a:buSzPts val="1800"/>
              <a:buNone/>
            </a:pPr>
            <a:r>
              <a:t/>
            </a:r>
            <a:endParaRPr b="1" sz="1800"/>
          </a:p>
          <a:p>
            <a:pPr indent="0" lvl="0" marL="0" rtl="0" algn="just">
              <a:spcBef>
                <a:spcPts val="360"/>
              </a:spcBef>
              <a:spcAft>
                <a:spcPts val="0"/>
              </a:spcAft>
              <a:buClr>
                <a:schemeClr val="dk1"/>
              </a:buClr>
              <a:buSzPts val="1800"/>
              <a:buNone/>
            </a:pPr>
            <a:r>
              <a:rPr lang="en-US" sz="1800"/>
              <a:t>       Windows 10</a:t>
            </a:r>
            <a:endParaRPr/>
          </a:p>
          <a:p>
            <a:pPr indent="0" lvl="0" marL="0" rtl="0" algn="just">
              <a:spcBef>
                <a:spcPts val="360"/>
              </a:spcBef>
              <a:spcAft>
                <a:spcPts val="0"/>
              </a:spcAft>
              <a:buClr>
                <a:schemeClr val="dk1"/>
              </a:buClr>
              <a:buSzPts val="1800"/>
              <a:buNone/>
            </a:pPr>
            <a:r>
              <a:rPr lang="en-US" sz="1800"/>
              <a:t>       Windows 11</a:t>
            </a:r>
            <a:endParaRPr/>
          </a:p>
          <a:p>
            <a:pPr indent="-228600" lvl="0" marL="342900" rtl="0" algn="just">
              <a:spcBef>
                <a:spcPts val="360"/>
              </a:spcBef>
              <a:spcAft>
                <a:spcPts val="0"/>
              </a:spcAft>
              <a:buClr>
                <a:schemeClr val="dk1"/>
              </a:buClr>
              <a:buSzPts val="1800"/>
              <a:buFont typeface="Calibri"/>
              <a:buNone/>
            </a:pPr>
            <a:r>
              <a:t/>
            </a:r>
            <a:endParaRPr sz="1800"/>
          </a:p>
          <a:p>
            <a:pPr indent="0" lvl="0" marL="0" rtl="0" algn="just">
              <a:spcBef>
                <a:spcPts val="360"/>
              </a:spcBef>
              <a:spcAft>
                <a:spcPts val="0"/>
              </a:spcAft>
              <a:buClr>
                <a:schemeClr val="dk1"/>
              </a:buClr>
              <a:buSzPts val="1800"/>
              <a:buNone/>
            </a:pPr>
            <a:r>
              <a:rPr b="1" lang="en-US" sz="1800"/>
              <a:t>2. Server </a:t>
            </a:r>
            <a:endParaRPr/>
          </a:p>
          <a:p>
            <a:pPr indent="0" lvl="0" marL="0" rtl="0" algn="just">
              <a:spcBef>
                <a:spcPts val="360"/>
              </a:spcBef>
              <a:spcAft>
                <a:spcPts val="0"/>
              </a:spcAft>
              <a:buClr>
                <a:schemeClr val="dk1"/>
              </a:buClr>
              <a:buSzPts val="1800"/>
              <a:buNone/>
            </a:pPr>
            <a:r>
              <a:t/>
            </a:r>
            <a:endParaRPr b="1" sz="1800"/>
          </a:p>
          <a:p>
            <a:pPr indent="0" lvl="0" marL="0" rtl="0" algn="just">
              <a:spcBef>
                <a:spcPts val="360"/>
              </a:spcBef>
              <a:spcAft>
                <a:spcPts val="0"/>
              </a:spcAft>
              <a:buClr>
                <a:schemeClr val="dk1"/>
              </a:buClr>
              <a:buSzPts val="1800"/>
              <a:buNone/>
            </a:pPr>
            <a:r>
              <a:rPr lang="en-US" sz="1800"/>
              <a:t>     Windows Server 2016</a:t>
            </a:r>
            <a:endParaRPr/>
          </a:p>
          <a:p>
            <a:pPr indent="0" lvl="0" marL="0" rtl="0" algn="just">
              <a:spcBef>
                <a:spcPts val="360"/>
              </a:spcBef>
              <a:spcAft>
                <a:spcPts val="0"/>
              </a:spcAft>
              <a:buClr>
                <a:schemeClr val="dk1"/>
              </a:buClr>
              <a:buSzPts val="1800"/>
              <a:buNone/>
            </a:pPr>
            <a:r>
              <a:rPr lang="en-US" sz="1800"/>
              <a:t>     Windows Server 2019</a:t>
            </a:r>
            <a:endParaRPr/>
          </a:p>
          <a:p>
            <a:pPr indent="0" lvl="0" marL="0" rtl="0" algn="just">
              <a:spcBef>
                <a:spcPts val="360"/>
              </a:spcBef>
              <a:spcAft>
                <a:spcPts val="0"/>
              </a:spcAft>
              <a:buClr>
                <a:schemeClr val="dk1"/>
              </a:buClr>
              <a:buSzPts val="1800"/>
              <a:buNone/>
            </a:pPr>
            <a:r>
              <a:rPr lang="en-US" sz="1800"/>
              <a:t>     Windows Server 2022</a:t>
            </a:r>
            <a:endParaRPr/>
          </a:p>
          <a:p>
            <a:pPr indent="0" lvl="0" marL="0" rtl="0" algn="just">
              <a:spcBef>
                <a:spcPts val="360"/>
              </a:spcBef>
              <a:spcAft>
                <a:spcPts val="0"/>
              </a:spcAft>
              <a:buClr>
                <a:schemeClr val="dk1"/>
              </a:buClr>
              <a:buSzPts val="1800"/>
              <a:buNone/>
            </a:pPr>
            <a:r>
              <a:t/>
            </a:r>
            <a:endParaRPr sz="1800"/>
          </a:p>
          <a:p>
            <a:pPr indent="-228600" lvl="0" marL="342900" rtl="0" algn="just">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9"/>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Introduction To Windows Operating System</a:t>
            </a:r>
            <a:endParaRPr/>
          </a:p>
        </p:txBody>
      </p:sp>
      <p:sp>
        <p:nvSpPr>
          <p:cNvPr id="813" name="Google Shape;813;p9"/>
          <p:cNvSpPr txBox="1"/>
          <p:nvPr>
            <p:ph idx="1" type="body"/>
          </p:nvPr>
        </p:nvSpPr>
        <p:spPr>
          <a:xfrm>
            <a:off x="426368" y="964294"/>
            <a:ext cx="8291264" cy="4929411"/>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800"/>
              <a:buNone/>
            </a:pPr>
            <a:r>
              <a:t/>
            </a:r>
            <a:endParaRPr sz="1800"/>
          </a:p>
          <a:p>
            <a:pPr indent="0" lvl="0" marL="0" rtl="0" algn="ctr">
              <a:spcBef>
                <a:spcPts val="360"/>
              </a:spcBef>
              <a:spcAft>
                <a:spcPts val="0"/>
              </a:spcAft>
              <a:buClr>
                <a:schemeClr val="dk1"/>
              </a:buClr>
              <a:buSzPts val="1800"/>
              <a:buNone/>
            </a:pPr>
            <a:r>
              <a:rPr b="1" lang="en-US" sz="1800" u="sng"/>
              <a:t>Operating Systems Version History</a:t>
            </a:r>
            <a:endParaRPr b="1" sz="1800" u="sng"/>
          </a:p>
          <a:p>
            <a:pPr indent="0" lvl="0" marL="0" rtl="0" algn="just">
              <a:spcBef>
                <a:spcPts val="360"/>
              </a:spcBef>
              <a:spcAft>
                <a:spcPts val="0"/>
              </a:spcAft>
              <a:buClr>
                <a:schemeClr val="dk1"/>
              </a:buClr>
              <a:buSzPts val="1800"/>
              <a:buNone/>
            </a:pPr>
            <a:r>
              <a:t/>
            </a:r>
            <a:endParaRPr b="1" sz="1800"/>
          </a:p>
          <a:p>
            <a:pPr indent="0" lvl="0" marL="0" rtl="0" algn="just">
              <a:spcBef>
                <a:spcPts val="360"/>
              </a:spcBef>
              <a:spcAft>
                <a:spcPts val="0"/>
              </a:spcAft>
              <a:buClr>
                <a:schemeClr val="dk1"/>
              </a:buClr>
              <a:buSzPts val="1800"/>
              <a:buNone/>
            </a:pPr>
            <a:r>
              <a:t/>
            </a:r>
            <a:endParaRPr b="1" sz="1800"/>
          </a:p>
          <a:p>
            <a:pPr indent="0" lvl="0" marL="0" rtl="0" algn="just">
              <a:spcBef>
                <a:spcPts val="360"/>
              </a:spcBef>
              <a:spcAft>
                <a:spcPts val="0"/>
              </a:spcAft>
              <a:buClr>
                <a:schemeClr val="dk1"/>
              </a:buClr>
              <a:buSzPts val="1800"/>
              <a:buNone/>
            </a:pPr>
            <a:r>
              <a:rPr b="1" lang="en-US" sz="1800"/>
              <a:t>Client - </a:t>
            </a:r>
            <a:r>
              <a:rPr lang="en-US" sz="1800" u="sng">
                <a:solidFill>
                  <a:schemeClr val="hlink"/>
                </a:solidFill>
                <a:hlinkClick r:id="rId3"/>
              </a:rPr>
              <a:t>Windows 10 - release information | Microsoft Learn</a:t>
            </a:r>
            <a:r>
              <a:rPr lang="en-US" sz="1800"/>
              <a:t> </a:t>
            </a:r>
            <a:endParaRPr b="1" sz="1800"/>
          </a:p>
          <a:p>
            <a:pPr indent="0" lvl="0" marL="0" rtl="0" algn="just">
              <a:spcBef>
                <a:spcPts val="360"/>
              </a:spcBef>
              <a:spcAft>
                <a:spcPts val="0"/>
              </a:spcAft>
              <a:buClr>
                <a:schemeClr val="dk1"/>
              </a:buClr>
              <a:buSzPts val="1800"/>
              <a:buNone/>
            </a:pPr>
            <a:r>
              <a:t/>
            </a:r>
            <a:endParaRPr b="1" sz="1800"/>
          </a:p>
          <a:p>
            <a:pPr indent="0" lvl="0" marL="0" rtl="0" algn="just">
              <a:spcBef>
                <a:spcPts val="360"/>
              </a:spcBef>
              <a:spcAft>
                <a:spcPts val="0"/>
              </a:spcAft>
              <a:buClr>
                <a:schemeClr val="dk1"/>
              </a:buClr>
              <a:buSzPts val="1800"/>
              <a:buNone/>
            </a:pPr>
            <a:r>
              <a:rPr b="1" lang="en-US" sz="1800"/>
              <a:t>Server - </a:t>
            </a:r>
            <a:r>
              <a:rPr lang="en-US" sz="1800" u="sng">
                <a:solidFill>
                  <a:schemeClr val="hlink"/>
                </a:solidFill>
                <a:hlinkClick r:id="rId4"/>
              </a:rPr>
              <a:t>Windows Server release information | Microsoft Learn</a:t>
            </a:r>
            <a:endParaRPr b="1" sz="1800"/>
          </a:p>
          <a:p>
            <a:pPr indent="0" lvl="0" marL="0" rtl="0" algn="just">
              <a:spcBef>
                <a:spcPts val="360"/>
              </a:spcBef>
              <a:spcAft>
                <a:spcPts val="0"/>
              </a:spcAft>
              <a:buClr>
                <a:schemeClr val="dk1"/>
              </a:buClr>
              <a:buSzPts val="1800"/>
              <a:buNone/>
            </a:pPr>
            <a:r>
              <a:t/>
            </a:r>
            <a:endParaRPr b="1" sz="1800"/>
          </a:p>
          <a:p>
            <a:pPr indent="0" lvl="0" marL="0" rtl="0" algn="just">
              <a:spcBef>
                <a:spcPts val="360"/>
              </a:spcBef>
              <a:spcAft>
                <a:spcPts val="0"/>
              </a:spcAft>
              <a:buClr>
                <a:schemeClr val="dk1"/>
              </a:buClr>
              <a:buSzPts val="1800"/>
              <a:buNone/>
            </a:pPr>
            <a:r>
              <a:rPr lang="en-US" sz="1800"/>
              <a:t>     </a:t>
            </a:r>
            <a:endParaRPr/>
          </a:p>
          <a:p>
            <a:pPr indent="-228600" lvl="0" marL="342900" rtl="0" algn="just">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0"/>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Introduction To Windows Operating System</a:t>
            </a:r>
            <a:endParaRPr/>
          </a:p>
        </p:txBody>
      </p:sp>
      <p:sp>
        <p:nvSpPr>
          <p:cNvPr id="819" name="Google Shape;819;p10"/>
          <p:cNvSpPr txBox="1"/>
          <p:nvPr>
            <p:ph idx="1" type="body"/>
          </p:nvPr>
        </p:nvSpPr>
        <p:spPr>
          <a:xfrm>
            <a:off x="395536" y="1196752"/>
            <a:ext cx="8291264" cy="4929411"/>
          </a:xfrm>
          <a:prstGeom prst="rect">
            <a:avLst/>
          </a:prstGeom>
          <a:noFill/>
          <a:ln>
            <a:noFill/>
          </a:ln>
        </p:spPr>
        <p:txBody>
          <a:bodyPr anchorCtr="0" anchor="t" bIns="45700" lIns="91425" spcFirstLastPara="1" rIns="91425" wrap="square" tIns="45700">
            <a:normAutofit/>
          </a:bodyPr>
          <a:lstStyle/>
          <a:p>
            <a:pPr indent="-228600" lvl="0" marL="342900" rtl="0" algn="just">
              <a:spcBef>
                <a:spcPts val="0"/>
              </a:spcBef>
              <a:spcAft>
                <a:spcPts val="0"/>
              </a:spcAft>
              <a:buClr>
                <a:schemeClr val="dk1"/>
              </a:buClr>
              <a:buSzPts val="1800"/>
              <a:buNone/>
            </a:pPr>
            <a:r>
              <a:t/>
            </a:r>
            <a:endParaRPr b="1" sz="1800"/>
          </a:p>
          <a:p>
            <a:pPr indent="0" lvl="0" marL="0" rtl="0" algn="ctr">
              <a:spcBef>
                <a:spcPts val="360"/>
              </a:spcBef>
              <a:spcAft>
                <a:spcPts val="0"/>
              </a:spcAft>
              <a:buClr>
                <a:schemeClr val="dk1"/>
              </a:buClr>
              <a:buSzPts val="1800"/>
              <a:buNone/>
            </a:pPr>
            <a:r>
              <a:rPr b="1" lang="en-US" sz="1800" u="sng"/>
              <a:t>Windows Operating System LifeCycle</a:t>
            </a:r>
            <a:endParaRPr b="1" sz="1800" u="sng"/>
          </a:p>
          <a:p>
            <a:pPr indent="-228600" lvl="0" marL="342900" rtl="0" algn="just">
              <a:spcBef>
                <a:spcPts val="360"/>
              </a:spcBef>
              <a:spcAft>
                <a:spcPts val="0"/>
              </a:spcAft>
              <a:buClr>
                <a:schemeClr val="dk1"/>
              </a:buClr>
              <a:buSzPts val="1800"/>
              <a:buNone/>
            </a:pPr>
            <a:r>
              <a:t/>
            </a:r>
            <a:endParaRPr sz="1800"/>
          </a:p>
          <a:p>
            <a:pPr indent="0" lvl="1" marL="400050" rtl="0" algn="l">
              <a:spcBef>
                <a:spcPts val="360"/>
              </a:spcBef>
              <a:spcAft>
                <a:spcPts val="0"/>
              </a:spcAft>
              <a:buClr>
                <a:schemeClr val="dk1"/>
              </a:buClr>
              <a:buSzPts val="1800"/>
              <a:buNone/>
            </a:pPr>
            <a:r>
              <a:t/>
            </a:r>
            <a:endParaRPr sz="1800" u="sng">
              <a:solidFill>
                <a:schemeClr val="hlink"/>
              </a:solidFill>
              <a:hlinkClick r:id="rId3"/>
            </a:endParaRPr>
          </a:p>
          <a:p>
            <a:pPr indent="0" lvl="1" marL="400050" rtl="0" algn="l">
              <a:spcBef>
                <a:spcPts val="360"/>
              </a:spcBef>
              <a:spcAft>
                <a:spcPts val="0"/>
              </a:spcAft>
              <a:buClr>
                <a:schemeClr val="dk1"/>
              </a:buClr>
              <a:buSzPts val="1800"/>
              <a:buNone/>
            </a:pPr>
            <a:r>
              <a:rPr lang="en-US" sz="1800" u="sng">
                <a:solidFill>
                  <a:schemeClr val="hlink"/>
                </a:solidFill>
                <a:hlinkClick r:id="rId4"/>
              </a:rPr>
              <a:t>Supported versions of Windows client | Microsoft Learn</a:t>
            </a:r>
            <a:endParaRPr sz="1800"/>
          </a:p>
          <a:p>
            <a:pPr indent="0" lvl="1" marL="400050" rtl="0" algn="l">
              <a:spcBef>
                <a:spcPts val="360"/>
              </a:spcBef>
              <a:spcAft>
                <a:spcPts val="0"/>
              </a:spcAft>
              <a:buClr>
                <a:schemeClr val="dk1"/>
              </a:buClr>
              <a:buSzPts val="1800"/>
              <a:buNone/>
            </a:pPr>
            <a:r>
              <a:rPr lang="en-US" sz="1800" u="sng">
                <a:solidFill>
                  <a:schemeClr val="hlink"/>
                </a:solidFill>
                <a:hlinkClick r:id="rId5"/>
              </a:rPr>
              <a:t>Windows Server release information | Microsoft Learn</a:t>
            </a:r>
            <a:r>
              <a:rPr lang="en-US" sz="1800"/>
              <a:t> </a:t>
            </a:r>
            <a:endParaRPr/>
          </a:p>
          <a:p>
            <a:pPr indent="0" lvl="1" marL="40005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11"/>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Introduction To Windows Operating System</a:t>
            </a:r>
            <a:endParaRPr/>
          </a:p>
        </p:txBody>
      </p:sp>
      <p:sp>
        <p:nvSpPr>
          <p:cNvPr id="825" name="Google Shape;825;p11"/>
          <p:cNvSpPr txBox="1"/>
          <p:nvPr>
            <p:ph idx="1" type="body"/>
          </p:nvPr>
        </p:nvSpPr>
        <p:spPr>
          <a:xfrm>
            <a:off x="395536" y="1196752"/>
            <a:ext cx="8291264" cy="4929411"/>
          </a:xfrm>
          <a:prstGeom prst="rect">
            <a:avLst/>
          </a:prstGeom>
          <a:noFill/>
          <a:ln>
            <a:noFill/>
          </a:ln>
        </p:spPr>
        <p:txBody>
          <a:bodyPr anchorCtr="0" anchor="t" bIns="45700" lIns="91425" spcFirstLastPara="1" rIns="91425" wrap="square" tIns="45700">
            <a:normAutofit/>
          </a:bodyPr>
          <a:lstStyle/>
          <a:p>
            <a:pPr indent="-228600" lvl="0" marL="342900" rtl="0" algn="just">
              <a:spcBef>
                <a:spcPts val="0"/>
              </a:spcBef>
              <a:spcAft>
                <a:spcPts val="0"/>
              </a:spcAft>
              <a:buClr>
                <a:schemeClr val="dk1"/>
              </a:buClr>
              <a:buSzPts val="1800"/>
              <a:buNone/>
            </a:pPr>
            <a:r>
              <a:t/>
            </a:r>
            <a:endParaRPr b="1" sz="1800"/>
          </a:p>
          <a:p>
            <a:pPr indent="0" lvl="0" marL="0" rtl="0" algn="ctr">
              <a:spcBef>
                <a:spcPts val="360"/>
              </a:spcBef>
              <a:spcAft>
                <a:spcPts val="0"/>
              </a:spcAft>
              <a:buClr>
                <a:schemeClr val="dk1"/>
              </a:buClr>
              <a:buSzPts val="1800"/>
              <a:buNone/>
            </a:pPr>
            <a:r>
              <a:rPr b="1" lang="en-US" sz="1800" u="sng"/>
              <a:t>Identifying Windows Build Version and Edition</a:t>
            </a:r>
            <a:endParaRPr sz="1800"/>
          </a:p>
          <a:p>
            <a:pPr indent="0" lvl="1" marL="400050" rtl="0" algn="l">
              <a:spcBef>
                <a:spcPts val="360"/>
              </a:spcBef>
              <a:spcAft>
                <a:spcPts val="0"/>
              </a:spcAft>
              <a:buClr>
                <a:schemeClr val="dk1"/>
              </a:buClr>
              <a:buSzPts val="1800"/>
              <a:buNone/>
            </a:pPr>
            <a:r>
              <a:t/>
            </a:r>
            <a:endParaRPr sz="1800" u="sng">
              <a:solidFill>
                <a:schemeClr val="hlink"/>
              </a:solidFill>
              <a:hlinkClick r:id="rId3"/>
            </a:endParaRPr>
          </a:p>
          <a:p>
            <a:pPr indent="-228600" lvl="0" marL="342900" rtl="0" algn="just">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pic>
        <p:nvPicPr>
          <p:cNvPr id="826" name="Google Shape;826;p11"/>
          <p:cNvPicPr preferRelativeResize="0"/>
          <p:nvPr/>
        </p:nvPicPr>
        <p:blipFill rotWithShape="1">
          <a:blip r:embed="rId4">
            <a:alphaModFix/>
          </a:blip>
          <a:srcRect b="0" l="0" r="0" t="0"/>
          <a:stretch/>
        </p:blipFill>
        <p:spPr>
          <a:xfrm>
            <a:off x="1547664" y="2225612"/>
            <a:ext cx="6048672" cy="314760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12"/>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Introduction To Windows Operating System</a:t>
            </a:r>
            <a:endParaRPr/>
          </a:p>
        </p:txBody>
      </p:sp>
      <p:sp>
        <p:nvSpPr>
          <p:cNvPr id="832" name="Google Shape;832;p12"/>
          <p:cNvSpPr txBox="1"/>
          <p:nvPr>
            <p:ph idx="1" type="body"/>
          </p:nvPr>
        </p:nvSpPr>
        <p:spPr>
          <a:xfrm>
            <a:off x="395536" y="1196752"/>
            <a:ext cx="8291264" cy="4929411"/>
          </a:xfrm>
          <a:prstGeom prst="rect">
            <a:avLst/>
          </a:prstGeom>
          <a:noFill/>
          <a:ln>
            <a:noFill/>
          </a:ln>
        </p:spPr>
        <p:txBody>
          <a:bodyPr anchorCtr="0" anchor="t" bIns="45700" lIns="91425" spcFirstLastPara="1" rIns="91425" wrap="square" tIns="45700">
            <a:noAutofit/>
          </a:bodyPr>
          <a:lstStyle/>
          <a:p>
            <a:pPr indent="0" lvl="1" marL="400050" rtl="0" algn="ctr">
              <a:spcBef>
                <a:spcPts val="0"/>
              </a:spcBef>
              <a:spcAft>
                <a:spcPts val="0"/>
              </a:spcAft>
              <a:buClr>
                <a:schemeClr val="dk1"/>
              </a:buClr>
              <a:buSzPts val="1800"/>
              <a:buNone/>
            </a:pPr>
            <a:r>
              <a:rPr b="1" lang="en-US" sz="1800" u="sng"/>
              <a:t>Windows Basic Functions</a:t>
            </a:r>
            <a:endParaRPr/>
          </a:p>
          <a:p>
            <a:pPr indent="0" lvl="1" marL="400050" rtl="0" algn="l">
              <a:spcBef>
                <a:spcPts val="360"/>
              </a:spcBef>
              <a:spcAft>
                <a:spcPts val="0"/>
              </a:spcAft>
              <a:buClr>
                <a:schemeClr val="dk1"/>
              </a:buClr>
              <a:buSzPts val="1800"/>
              <a:buNone/>
            </a:pPr>
            <a:r>
              <a:t/>
            </a:r>
            <a:endParaRPr sz="1800"/>
          </a:p>
          <a:p>
            <a:pPr indent="-285750" lvl="1" marL="685800" rtl="0" algn="l">
              <a:spcBef>
                <a:spcPts val="360"/>
              </a:spcBef>
              <a:spcAft>
                <a:spcPts val="0"/>
              </a:spcAft>
              <a:buClr>
                <a:schemeClr val="dk1"/>
              </a:buClr>
              <a:buSzPts val="1800"/>
              <a:buFont typeface="Arial"/>
              <a:buChar char="•"/>
            </a:pPr>
            <a:r>
              <a:rPr lang="en-US" sz="1800"/>
              <a:t>Start Menu</a:t>
            </a:r>
            <a:endParaRPr/>
          </a:p>
          <a:p>
            <a:pPr indent="-285750" lvl="1" marL="685800" rtl="0" algn="l">
              <a:spcBef>
                <a:spcPts val="360"/>
              </a:spcBef>
              <a:spcAft>
                <a:spcPts val="0"/>
              </a:spcAft>
              <a:buClr>
                <a:schemeClr val="dk1"/>
              </a:buClr>
              <a:buSzPts val="1800"/>
              <a:buFont typeface="Arial"/>
              <a:buChar char="•"/>
            </a:pPr>
            <a:r>
              <a:rPr lang="en-US" sz="1800"/>
              <a:t>Task Bar</a:t>
            </a:r>
            <a:endParaRPr/>
          </a:p>
          <a:p>
            <a:pPr indent="-285750" lvl="1" marL="685800" rtl="0" algn="l">
              <a:spcBef>
                <a:spcPts val="360"/>
              </a:spcBef>
              <a:spcAft>
                <a:spcPts val="0"/>
              </a:spcAft>
              <a:buClr>
                <a:schemeClr val="dk1"/>
              </a:buClr>
              <a:buSzPts val="1800"/>
              <a:buFont typeface="Arial"/>
              <a:buChar char="•"/>
            </a:pPr>
            <a:r>
              <a:rPr lang="en-US" sz="1800"/>
              <a:t>Command Prompt and PowerShell</a:t>
            </a:r>
            <a:endParaRPr/>
          </a:p>
          <a:p>
            <a:pPr indent="-285750" lvl="1" marL="685800" rtl="0" algn="l">
              <a:spcBef>
                <a:spcPts val="360"/>
              </a:spcBef>
              <a:spcAft>
                <a:spcPts val="0"/>
              </a:spcAft>
              <a:buClr>
                <a:schemeClr val="dk1"/>
              </a:buClr>
              <a:buSzPts val="1800"/>
              <a:buFont typeface="Arial"/>
              <a:buChar char="•"/>
            </a:pPr>
            <a:r>
              <a:rPr lang="en-US" sz="1800"/>
              <a:t>Universal App – Office</a:t>
            </a:r>
            <a:endParaRPr/>
          </a:p>
          <a:p>
            <a:pPr indent="-285750" lvl="1" marL="685800" rtl="0" algn="l">
              <a:spcBef>
                <a:spcPts val="360"/>
              </a:spcBef>
              <a:spcAft>
                <a:spcPts val="0"/>
              </a:spcAft>
              <a:buClr>
                <a:schemeClr val="dk1"/>
              </a:buClr>
              <a:buSzPts val="1800"/>
              <a:buFont typeface="Arial"/>
              <a:buChar char="•"/>
            </a:pPr>
            <a:r>
              <a:rPr lang="en-US" sz="1800"/>
              <a:t>File/Windows Explorer</a:t>
            </a:r>
            <a:endParaRPr/>
          </a:p>
          <a:p>
            <a:pPr indent="-285750" lvl="1" marL="685800" rtl="0" algn="l">
              <a:spcBef>
                <a:spcPts val="360"/>
              </a:spcBef>
              <a:spcAft>
                <a:spcPts val="0"/>
              </a:spcAft>
              <a:buClr>
                <a:schemeClr val="dk1"/>
              </a:buClr>
              <a:buSzPts val="1800"/>
              <a:buFont typeface="Arial"/>
              <a:buChar char="•"/>
            </a:pPr>
            <a:r>
              <a:rPr lang="en-US" sz="1800"/>
              <a:t>Inbuilt Apps – Edge</a:t>
            </a:r>
            <a:endParaRPr/>
          </a:p>
          <a:p>
            <a:pPr indent="-285750" lvl="1" marL="685800" rtl="0" algn="l">
              <a:spcBef>
                <a:spcPts val="360"/>
              </a:spcBef>
              <a:spcAft>
                <a:spcPts val="0"/>
              </a:spcAft>
              <a:buClr>
                <a:schemeClr val="dk1"/>
              </a:buClr>
              <a:buSzPts val="1800"/>
              <a:buFont typeface="Arial"/>
              <a:buChar char="•"/>
            </a:pPr>
            <a:r>
              <a:rPr lang="en-US" sz="1800"/>
              <a:t>MS Store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3"/>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Introduction To Windows Operating System</a:t>
            </a:r>
            <a:endParaRPr/>
          </a:p>
        </p:txBody>
      </p:sp>
      <p:sp>
        <p:nvSpPr>
          <p:cNvPr id="838" name="Google Shape;838;p13"/>
          <p:cNvSpPr txBox="1"/>
          <p:nvPr>
            <p:ph idx="1" type="body"/>
          </p:nvPr>
        </p:nvSpPr>
        <p:spPr>
          <a:xfrm>
            <a:off x="395536" y="1196752"/>
            <a:ext cx="8291264" cy="4929411"/>
          </a:xfrm>
          <a:prstGeom prst="rect">
            <a:avLst/>
          </a:prstGeom>
          <a:noFill/>
          <a:ln>
            <a:noFill/>
          </a:ln>
        </p:spPr>
        <p:txBody>
          <a:bodyPr anchorCtr="0" anchor="t" bIns="45700" lIns="91425" spcFirstLastPara="1" rIns="91425" wrap="square" tIns="45700">
            <a:noAutofit/>
          </a:bodyPr>
          <a:lstStyle/>
          <a:p>
            <a:pPr indent="0" lvl="1" marL="400050" rtl="0" algn="ctr">
              <a:spcBef>
                <a:spcPts val="0"/>
              </a:spcBef>
              <a:spcAft>
                <a:spcPts val="0"/>
              </a:spcAft>
              <a:buClr>
                <a:schemeClr val="dk1"/>
              </a:buClr>
              <a:buSzPts val="1800"/>
              <a:buNone/>
            </a:pPr>
            <a:r>
              <a:rPr b="1" lang="en-US" sz="1800" u="sng"/>
              <a:t>Windows Basic Functions</a:t>
            </a:r>
            <a:endParaRPr/>
          </a:p>
          <a:p>
            <a:pPr indent="0" lvl="1" marL="400050" rtl="0" algn="l">
              <a:spcBef>
                <a:spcPts val="360"/>
              </a:spcBef>
              <a:spcAft>
                <a:spcPts val="0"/>
              </a:spcAft>
              <a:buClr>
                <a:schemeClr val="dk1"/>
              </a:buClr>
              <a:buSzPts val="1800"/>
              <a:buNone/>
            </a:pPr>
            <a:r>
              <a:t/>
            </a:r>
            <a:endParaRPr sz="1800"/>
          </a:p>
          <a:p>
            <a:pPr indent="-285750" lvl="1" marL="685800" rtl="0" algn="l">
              <a:spcBef>
                <a:spcPts val="360"/>
              </a:spcBef>
              <a:spcAft>
                <a:spcPts val="0"/>
              </a:spcAft>
              <a:buClr>
                <a:schemeClr val="dk1"/>
              </a:buClr>
              <a:buSzPts val="1800"/>
              <a:buFont typeface="Arial"/>
              <a:buChar char="•"/>
            </a:pPr>
            <a:r>
              <a:rPr lang="en-US" sz="1800"/>
              <a:t>Event viewer</a:t>
            </a:r>
            <a:endParaRPr/>
          </a:p>
          <a:p>
            <a:pPr indent="-285750" lvl="1" marL="685800" rtl="0" algn="l">
              <a:spcBef>
                <a:spcPts val="360"/>
              </a:spcBef>
              <a:spcAft>
                <a:spcPts val="0"/>
              </a:spcAft>
              <a:buClr>
                <a:schemeClr val="dk1"/>
              </a:buClr>
              <a:buSzPts val="1800"/>
              <a:buFont typeface="Arial"/>
              <a:buChar char="•"/>
            </a:pPr>
            <a:r>
              <a:rPr lang="en-US" sz="1800"/>
              <a:t>Windows Run</a:t>
            </a:r>
            <a:endParaRPr/>
          </a:p>
          <a:p>
            <a:pPr indent="-285750" lvl="1" marL="685800" rtl="0" algn="l">
              <a:spcBef>
                <a:spcPts val="360"/>
              </a:spcBef>
              <a:spcAft>
                <a:spcPts val="0"/>
              </a:spcAft>
              <a:buClr>
                <a:schemeClr val="dk1"/>
              </a:buClr>
              <a:buSzPts val="1800"/>
              <a:buFont typeface="Arial"/>
              <a:buChar char="•"/>
            </a:pPr>
            <a:r>
              <a:rPr lang="en-US" sz="1800"/>
              <a:t>UAC -Admin, Standard</a:t>
            </a:r>
            <a:endParaRPr/>
          </a:p>
          <a:p>
            <a:pPr indent="-285750" lvl="1" marL="685800" rtl="0" algn="l">
              <a:spcBef>
                <a:spcPts val="360"/>
              </a:spcBef>
              <a:spcAft>
                <a:spcPts val="0"/>
              </a:spcAft>
              <a:buClr>
                <a:schemeClr val="dk1"/>
              </a:buClr>
              <a:buSzPts val="1800"/>
              <a:buFont typeface="Arial"/>
              <a:buChar char="•"/>
            </a:pPr>
            <a:r>
              <a:rPr lang="en-US" sz="1800"/>
              <a:t>Windows Registry</a:t>
            </a:r>
            <a:endParaRPr/>
          </a:p>
          <a:p>
            <a:pPr indent="-285750" lvl="1" marL="685800" rtl="0" algn="l">
              <a:spcBef>
                <a:spcPts val="360"/>
              </a:spcBef>
              <a:spcAft>
                <a:spcPts val="0"/>
              </a:spcAft>
              <a:buClr>
                <a:schemeClr val="dk1"/>
              </a:buClr>
              <a:buSzPts val="1800"/>
              <a:buFont typeface="Arial"/>
              <a:buChar char="•"/>
            </a:pPr>
            <a:r>
              <a:rPr lang="en-US" sz="1800"/>
              <a:t>Disk Cleaner</a:t>
            </a:r>
            <a:endParaRPr/>
          </a:p>
          <a:p>
            <a:pPr indent="-285750" lvl="1" marL="685800" rtl="0" algn="l">
              <a:spcBef>
                <a:spcPts val="360"/>
              </a:spcBef>
              <a:spcAft>
                <a:spcPts val="0"/>
              </a:spcAft>
              <a:buClr>
                <a:schemeClr val="dk1"/>
              </a:buClr>
              <a:buSzPts val="1800"/>
              <a:buFont typeface="Arial"/>
              <a:buChar char="•"/>
            </a:pPr>
            <a:r>
              <a:rPr lang="en-US" sz="1800"/>
              <a:t>Disk Management</a:t>
            </a:r>
            <a:endParaRPr/>
          </a:p>
          <a:p>
            <a:pPr indent="-285750" lvl="1" marL="685800" rtl="0" algn="l">
              <a:spcBef>
                <a:spcPts val="360"/>
              </a:spcBef>
              <a:spcAft>
                <a:spcPts val="0"/>
              </a:spcAft>
              <a:buClr>
                <a:schemeClr val="dk1"/>
              </a:buClr>
              <a:buSzPts val="1800"/>
              <a:buFont typeface="Arial"/>
              <a:buChar char="•"/>
            </a:pPr>
            <a:r>
              <a:rPr lang="en-US" sz="1800"/>
              <a:t>Task Scheduler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14"/>
          <p:cNvSpPr txBox="1"/>
          <p:nvPr>
            <p:ph type="title"/>
          </p:nvPr>
        </p:nvSpPr>
        <p:spPr>
          <a:xfrm>
            <a:off x="0" y="13103"/>
            <a:ext cx="9144000" cy="778098"/>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Training Module</a:t>
            </a:r>
            <a:endParaRPr b="1" sz="3200">
              <a:solidFill>
                <a:schemeClr val="lt1"/>
              </a:solidFill>
              <a:latin typeface="Calibri"/>
              <a:ea typeface="Calibri"/>
              <a:cs typeface="Calibri"/>
              <a:sym typeface="Calibri"/>
            </a:endParaRPr>
          </a:p>
        </p:txBody>
      </p:sp>
      <p:sp>
        <p:nvSpPr>
          <p:cNvPr id="844" name="Google Shape;844;p14"/>
          <p:cNvSpPr txBox="1"/>
          <p:nvPr>
            <p:ph idx="1" type="body"/>
          </p:nvPr>
        </p:nvSpPr>
        <p:spPr>
          <a:xfrm>
            <a:off x="390840" y="899714"/>
            <a:ext cx="8229600" cy="5616624"/>
          </a:xfrm>
          <a:prstGeom prst="rect">
            <a:avLst/>
          </a:prstGeom>
          <a:gradFill>
            <a:gsLst>
              <a:gs pos="0">
                <a:srgbClr val="9FC3FF"/>
              </a:gs>
              <a:gs pos="35000">
                <a:srgbClr val="BDD5FF"/>
              </a:gs>
              <a:gs pos="100000">
                <a:srgbClr val="E4EEFF"/>
              </a:gs>
            </a:gsLst>
            <a:lin ang="16200000" scaled="0"/>
          </a:gradFill>
          <a:ln cap="flat" cmpd="sng" w="9525">
            <a:solidFill>
              <a:srgbClr val="4A7DBA"/>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2800"/>
              <a:buNone/>
            </a:pPr>
            <a:r>
              <a:t/>
            </a:r>
            <a:endParaRPr b="1" sz="2800"/>
          </a:p>
          <a:p>
            <a:pPr indent="0" lvl="0" marL="0" rtl="0" algn="ctr">
              <a:spcBef>
                <a:spcPts val="560"/>
              </a:spcBef>
              <a:spcAft>
                <a:spcPts val="0"/>
              </a:spcAft>
              <a:buClr>
                <a:schemeClr val="dk1"/>
              </a:buClr>
              <a:buSzPts val="2800"/>
              <a:buNone/>
            </a:pPr>
            <a:r>
              <a:t/>
            </a:r>
            <a:endParaRPr b="1" sz="2800"/>
          </a:p>
          <a:p>
            <a:pPr indent="0" lvl="0" marL="0" rtl="0" algn="ctr">
              <a:spcBef>
                <a:spcPts val="560"/>
              </a:spcBef>
              <a:spcAft>
                <a:spcPts val="0"/>
              </a:spcAft>
              <a:buClr>
                <a:schemeClr val="dk1"/>
              </a:buClr>
              <a:buSzPts val="2800"/>
              <a:buNone/>
            </a:pPr>
            <a:r>
              <a:t/>
            </a:r>
            <a:endParaRPr b="1" sz="2800"/>
          </a:p>
          <a:p>
            <a:pPr indent="0" lvl="0" marL="0" rtl="0" algn="ctr">
              <a:spcBef>
                <a:spcPts val="560"/>
              </a:spcBef>
              <a:spcAft>
                <a:spcPts val="0"/>
              </a:spcAft>
              <a:buClr>
                <a:schemeClr val="dk1"/>
              </a:buClr>
              <a:buSzPts val="2800"/>
              <a:buNone/>
            </a:pPr>
            <a:r>
              <a:t/>
            </a:r>
            <a:endParaRPr b="1" sz="2800"/>
          </a:p>
          <a:p>
            <a:pPr indent="0" lvl="0" marL="0" rtl="0" algn="ctr">
              <a:spcBef>
                <a:spcPts val="560"/>
              </a:spcBef>
              <a:spcAft>
                <a:spcPts val="0"/>
              </a:spcAft>
              <a:buClr>
                <a:schemeClr val="dk1"/>
              </a:buClr>
              <a:buSzPts val="2800"/>
              <a:buNone/>
            </a:pPr>
            <a:r>
              <a:rPr b="1" lang="en-US" sz="2800">
                <a:solidFill>
                  <a:schemeClr val="dk1"/>
                </a:solidFill>
                <a:latin typeface="Calibri"/>
                <a:ea typeface="Calibri"/>
                <a:cs typeface="Calibri"/>
                <a:sym typeface="Calibri"/>
              </a:rPr>
              <a:t>Module 2 – Application Packaging</a:t>
            </a:r>
            <a:endParaRPr/>
          </a:p>
          <a:p>
            <a:pPr indent="0" lvl="0" marL="0" rtl="0" algn="l">
              <a:spcBef>
                <a:spcPts val="560"/>
              </a:spcBef>
              <a:spcAft>
                <a:spcPts val="0"/>
              </a:spcAft>
              <a:buClr>
                <a:schemeClr val="dk1"/>
              </a:buClr>
              <a:buSzPts val="2800"/>
              <a:buNone/>
            </a:pPr>
            <a:r>
              <a:t/>
            </a:r>
            <a:endParaRPr sz="2800"/>
          </a:p>
          <a:p>
            <a:pPr indent="0" lvl="0" marL="0" rtl="0" algn="l">
              <a:spcBef>
                <a:spcPts val="560"/>
              </a:spcBef>
              <a:spcAft>
                <a:spcPts val="0"/>
              </a:spcAft>
              <a:buClr>
                <a:schemeClr val="dk1"/>
              </a:buClr>
              <a:buSzPts val="2800"/>
              <a:buNone/>
            </a:pPr>
            <a:r>
              <a:t/>
            </a:r>
            <a:endParaRPr sz="2800"/>
          </a:p>
          <a:p>
            <a:pPr indent="0" lvl="0" marL="0" rtl="0" algn="l">
              <a:spcBef>
                <a:spcPts val="560"/>
              </a:spcBef>
              <a:spcAft>
                <a:spcPts val="0"/>
              </a:spcAft>
              <a:buClr>
                <a:schemeClr val="dk1"/>
              </a:buClr>
              <a:buSzPts val="2800"/>
              <a:buNone/>
            </a:pPr>
            <a:r>
              <a:t/>
            </a:r>
            <a:endParaRPr sz="2800"/>
          </a:p>
          <a:p>
            <a:pPr indent="0" lvl="0" marL="0" rtl="0" algn="l">
              <a:spcBef>
                <a:spcPts val="560"/>
              </a:spcBef>
              <a:spcAft>
                <a:spcPts val="0"/>
              </a:spcAft>
              <a:buClr>
                <a:schemeClr val="dk1"/>
              </a:buClr>
              <a:buSzPts val="2800"/>
              <a:buNone/>
            </a:pPr>
            <a:r>
              <a:t/>
            </a:r>
            <a:endParaRPr sz="2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15"/>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Introduction To  Application Packaging</a:t>
            </a:r>
            <a:endParaRPr/>
          </a:p>
        </p:txBody>
      </p:sp>
      <p:sp>
        <p:nvSpPr>
          <p:cNvPr id="850" name="Google Shape;850;p15"/>
          <p:cNvSpPr txBox="1"/>
          <p:nvPr>
            <p:ph idx="1" type="body"/>
          </p:nvPr>
        </p:nvSpPr>
        <p:spPr>
          <a:xfrm>
            <a:off x="395536" y="1196752"/>
            <a:ext cx="8291264" cy="5328592"/>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Application Packaging - </a:t>
            </a:r>
            <a:r>
              <a:rPr lang="en-US" sz="1800"/>
              <a:t>is the process of preparing software applications for deployment in a standardized, automated, and manageable way across multiple systems or environments. It’s especially crucial in enterprise IT environments where consistency, security, and scalability are key.</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lang="en-US" sz="1800"/>
              <a:t>Their terms application packaging and repackaging is mostly used in the same sense. However, if we get the binaries from a vendor, then we combine them to make an application package. If we get a legacy installer from a vendor such as an exe or msi or batch files etc then we customize them as an application repackage.</a:t>
            </a:r>
            <a:endParaRPr/>
          </a:p>
          <a:p>
            <a:pPr indent="-228600" lvl="0" marL="342900" rtl="0" algn="l">
              <a:spcBef>
                <a:spcPts val="360"/>
              </a:spcBef>
              <a:spcAft>
                <a:spcPts val="0"/>
              </a:spcAft>
              <a:buClr>
                <a:schemeClr val="dk1"/>
              </a:buClr>
              <a:buSzPts val="1800"/>
              <a:buNone/>
            </a:pPr>
            <a:r>
              <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6"/>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Introduction To  Application Packaging</a:t>
            </a:r>
            <a:endParaRPr/>
          </a:p>
        </p:txBody>
      </p:sp>
      <p:sp>
        <p:nvSpPr>
          <p:cNvPr id="856" name="Google Shape;856;p16"/>
          <p:cNvSpPr txBox="1"/>
          <p:nvPr>
            <p:ph idx="1" type="body"/>
          </p:nvPr>
        </p:nvSpPr>
        <p:spPr>
          <a:xfrm>
            <a:off x="395536" y="1196752"/>
            <a:ext cx="8291264" cy="53285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US" sz="1800"/>
              <a:t>Application packaging typically includes:</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Customization</a:t>
            </a:r>
            <a:r>
              <a:rPr lang="en-US" sz="1800"/>
              <a:t>: Tailoring the application settings to meet organizational needs (e.g., disabling auto-updates, setting default paths).</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Bundling</a:t>
            </a:r>
            <a:r>
              <a:rPr lang="en-US" sz="1800"/>
              <a:t>: Wrapping all necessary files, configurations, and dependencies into a single package.</a:t>
            </a:r>
            <a:endParaRPr/>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Testing</a:t>
            </a:r>
            <a:r>
              <a:rPr lang="en-US" sz="1800"/>
              <a:t>: Ensuring the package installs, runs, and uninstalls correctly without conflicts.</a:t>
            </a:r>
            <a:endParaRPr/>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Deployment Readiness</a:t>
            </a:r>
            <a:r>
              <a:rPr lang="en-US" sz="1800"/>
              <a:t>: Making the package compatible with deployment tools like SCCM, Intune, or other endpoint management systems.</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17"/>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Introduction To  Application Packaging</a:t>
            </a:r>
            <a:endParaRPr/>
          </a:p>
        </p:txBody>
      </p:sp>
      <p:sp>
        <p:nvSpPr>
          <p:cNvPr id="862" name="Google Shape;862;p17"/>
          <p:cNvSpPr txBox="1"/>
          <p:nvPr>
            <p:ph idx="1" type="body"/>
          </p:nvPr>
        </p:nvSpPr>
        <p:spPr>
          <a:xfrm>
            <a:off x="395536" y="1196752"/>
            <a:ext cx="8291264" cy="53285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lang="en-US" sz="1800"/>
              <a:t>Why Standard App Packaging is necessary in IT ?</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Consistency</a:t>
            </a:r>
            <a:r>
              <a:rPr lang="en-US" sz="1800"/>
              <a:t>: Ensures all users get the same version and configuration.</a:t>
            </a:r>
            <a:endParaRPr/>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Efficiency</a:t>
            </a:r>
            <a:r>
              <a:rPr lang="en-US" sz="1800"/>
              <a:t>: Speeds up deployment and reduces manual errors.</a:t>
            </a:r>
            <a:endParaRPr/>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Security</a:t>
            </a:r>
            <a:r>
              <a:rPr lang="en-US" sz="1800"/>
              <a:t>: Helps enforce policies and reduce vulnerabilities.</a:t>
            </a:r>
            <a:endParaRPr/>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Scalability</a:t>
            </a:r>
            <a:r>
              <a:rPr lang="en-US" sz="1800"/>
              <a:t>: Supports mass deployment across thousands of devices.</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18"/>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Device Driver Management</a:t>
            </a:r>
            <a:endParaRPr b="1" sz="3200">
              <a:solidFill>
                <a:schemeClr val="lt1"/>
              </a:solidFill>
              <a:latin typeface="Calibri"/>
              <a:ea typeface="Calibri"/>
              <a:cs typeface="Calibri"/>
              <a:sym typeface="Calibri"/>
            </a:endParaRPr>
          </a:p>
        </p:txBody>
      </p:sp>
      <p:sp>
        <p:nvSpPr>
          <p:cNvPr id="868" name="Google Shape;868;p18"/>
          <p:cNvSpPr txBox="1"/>
          <p:nvPr>
            <p:ph idx="1" type="body"/>
          </p:nvPr>
        </p:nvSpPr>
        <p:spPr>
          <a:xfrm>
            <a:off x="323528" y="980728"/>
            <a:ext cx="8291264" cy="53285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b="1" lang="en-US" sz="1800"/>
              <a:t>Device drivers </a:t>
            </a:r>
            <a:r>
              <a:rPr lang="en-US" sz="1800"/>
              <a:t>are low-level software components that allow the operating system to communicate with hardware devices like printers, graphics cards, network adapters, etc.</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They act as translators between the OS and the hardware.</a:t>
            </a:r>
            <a:endParaRPr/>
          </a:p>
          <a:p>
            <a:pPr indent="-342900" lvl="0" marL="342900" rtl="0" algn="l">
              <a:spcBef>
                <a:spcPts val="360"/>
              </a:spcBef>
              <a:spcAft>
                <a:spcPts val="0"/>
              </a:spcAft>
              <a:buClr>
                <a:schemeClr val="dk1"/>
              </a:buClr>
              <a:buSzPts val="1800"/>
              <a:buChar char="•"/>
            </a:pPr>
            <a:r>
              <a:rPr lang="en-US" sz="1800"/>
              <a:t>Each device requires a specific driver to function properly.</a:t>
            </a:r>
            <a:endParaRPr/>
          </a:p>
          <a:p>
            <a:pPr indent="-228600" lvl="0" marL="34290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lang="en-US" sz="1800"/>
              <a:t>Handling Drivers Within MSI Packages: MSI (Microsoft Installer) is a Windows installation package format used to install software, including drivers.</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How Drivers Are Packaged in MSI:</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MSI files can include drivers directly or call external driver installers.</a:t>
            </a:r>
            <a:endParaRPr/>
          </a:p>
          <a:p>
            <a:pPr indent="-342900" lvl="0" marL="342900" rtl="0" algn="l">
              <a:spcBef>
                <a:spcPts val="360"/>
              </a:spcBef>
              <a:spcAft>
                <a:spcPts val="0"/>
              </a:spcAft>
              <a:buClr>
                <a:schemeClr val="dk1"/>
              </a:buClr>
              <a:buSzPts val="1800"/>
              <a:buChar char="•"/>
            </a:pPr>
            <a:r>
              <a:rPr lang="en-US" sz="1800"/>
              <a:t>Driver installation may be handled using:</a:t>
            </a:r>
            <a:endParaRPr/>
          </a:p>
          <a:p>
            <a:pPr indent="0" lvl="0" marL="0" rtl="0" algn="l">
              <a:spcBef>
                <a:spcPts val="360"/>
              </a:spcBef>
              <a:spcAft>
                <a:spcPts val="0"/>
              </a:spcAft>
              <a:buClr>
                <a:schemeClr val="dk1"/>
              </a:buClr>
              <a:buSzPts val="1800"/>
              <a:buNone/>
            </a:pPr>
            <a:r>
              <a:rPr lang="en-US" sz="1800"/>
              <a:t>       DPInst.exe (Driver Package Installer)</a:t>
            </a:r>
            <a:endParaRPr/>
          </a:p>
          <a:p>
            <a:pPr indent="0" lvl="0" marL="0" rtl="0" algn="l">
              <a:spcBef>
                <a:spcPts val="360"/>
              </a:spcBef>
              <a:spcAft>
                <a:spcPts val="0"/>
              </a:spcAft>
              <a:buClr>
                <a:schemeClr val="dk1"/>
              </a:buClr>
              <a:buSzPts val="1800"/>
              <a:buNone/>
            </a:pPr>
            <a:r>
              <a:rPr lang="en-US" sz="1800"/>
              <a:t>       PnPUtil.exe (Plug and Play Utility)</a:t>
            </a:r>
            <a:endParaRPr/>
          </a:p>
          <a:p>
            <a:pPr indent="-228600" lvl="0" marL="342900" rtl="0" algn="l">
              <a:spcBef>
                <a:spcPts val="360"/>
              </a:spcBef>
              <a:spcAft>
                <a:spcPts val="0"/>
              </a:spcAft>
              <a:buClr>
                <a:schemeClr val="dk1"/>
              </a:buClr>
              <a:buSzPts val="1800"/>
              <a:buNone/>
            </a:pPr>
            <a:r>
              <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19"/>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Device Driver Management</a:t>
            </a:r>
            <a:endParaRPr b="1" sz="3200">
              <a:solidFill>
                <a:schemeClr val="lt1"/>
              </a:solidFill>
              <a:latin typeface="Calibri"/>
              <a:ea typeface="Calibri"/>
              <a:cs typeface="Calibri"/>
              <a:sym typeface="Calibri"/>
            </a:endParaRPr>
          </a:p>
        </p:txBody>
      </p:sp>
      <p:sp>
        <p:nvSpPr>
          <p:cNvPr id="874" name="Google Shape;874;p19"/>
          <p:cNvSpPr txBox="1"/>
          <p:nvPr>
            <p:ph idx="1" type="body"/>
          </p:nvPr>
        </p:nvSpPr>
        <p:spPr>
          <a:xfrm>
            <a:off x="323528" y="980728"/>
            <a:ext cx="8291264" cy="53285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lang="en-US" sz="1800"/>
              <a:t>Driver-related files and where they go after installation:</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lang="en-US" sz="1800"/>
              <a:t>After installation, drivers are staged in the DriverStore:</a:t>
            </a:r>
            <a:endParaRPr/>
          </a:p>
          <a:p>
            <a:pPr indent="0" lvl="0" marL="0" rtl="0" algn="l">
              <a:spcBef>
                <a:spcPts val="360"/>
              </a:spcBef>
              <a:spcAft>
                <a:spcPts val="0"/>
              </a:spcAft>
              <a:buClr>
                <a:schemeClr val="dk1"/>
              </a:buClr>
              <a:buSzPts val="1800"/>
              <a:buNone/>
            </a:pPr>
            <a:r>
              <a:rPr b="1" lang="en-US" sz="1800"/>
              <a:t>Location</a:t>
            </a:r>
            <a:r>
              <a:rPr lang="en-US" sz="1800"/>
              <a:t>: </a:t>
            </a:r>
            <a:r>
              <a:rPr i="1" lang="en-US" sz="1800"/>
              <a:t>C:\Windows\System32\DriverStore\FileRepository &amp;</a:t>
            </a:r>
            <a:endParaRPr/>
          </a:p>
          <a:p>
            <a:pPr indent="0" lvl="0" marL="0" rtl="0" algn="l">
              <a:spcBef>
                <a:spcPts val="360"/>
              </a:spcBef>
              <a:spcAft>
                <a:spcPts val="0"/>
              </a:spcAft>
              <a:buClr>
                <a:schemeClr val="dk1"/>
              </a:buClr>
              <a:buSzPts val="1800"/>
              <a:buNone/>
            </a:pPr>
            <a:r>
              <a:rPr i="1" lang="en-US" sz="1800"/>
              <a:t>C:\Windows\inf</a:t>
            </a:r>
            <a:endParaRPr/>
          </a:p>
          <a:p>
            <a:pPr indent="0" lvl="0" marL="0" rtl="0" algn="l">
              <a:spcBef>
                <a:spcPts val="360"/>
              </a:spcBef>
              <a:spcAft>
                <a:spcPts val="0"/>
              </a:spcAft>
              <a:buClr>
                <a:schemeClr val="dk1"/>
              </a:buClr>
              <a:buSzPts val="1800"/>
              <a:buNone/>
            </a:pPr>
            <a:r>
              <a:t/>
            </a:r>
            <a:endParaRPr i="1"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p:txBody>
      </p:sp>
      <p:graphicFrame>
        <p:nvGraphicFramePr>
          <p:cNvPr id="875" name="Google Shape;875;p19"/>
          <p:cNvGraphicFramePr/>
          <p:nvPr/>
        </p:nvGraphicFramePr>
        <p:xfrm>
          <a:off x="385259" y="1772816"/>
          <a:ext cx="3000000" cy="3000000"/>
        </p:xfrm>
        <a:graphic>
          <a:graphicData uri="http://schemas.openxmlformats.org/drawingml/2006/table">
            <a:tbl>
              <a:tblPr>
                <a:noFill/>
                <a:tableStyleId>{DEFBCA15-2E43-4E03-ADF0-53B9DDC5D8C4}</a:tableStyleId>
              </a:tblPr>
              <a:tblGrid>
                <a:gridCol w="1234475"/>
                <a:gridCol w="2592300"/>
                <a:gridCol w="4402825"/>
              </a:tblGrid>
              <a:tr h="228600">
                <a:tc>
                  <a:txBody>
                    <a:bodyPr/>
                    <a:lstStyle/>
                    <a:p>
                      <a:pPr indent="0" lvl="0" marL="0" marR="0" rtl="0" algn="ctr">
                        <a:spcBef>
                          <a:spcPts val="0"/>
                        </a:spcBef>
                        <a:spcAft>
                          <a:spcPts val="0"/>
                        </a:spcAft>
                        <a:buNone/>
                      </a:pPr>
                      <a:r>
                        <a:rPr b="1" lang="en-US" sz="1800" u="none" cap="none" strike="noStrike">
                          <a:solidFill>
                            <a:schemeClr val="lt1"/>
                          </a:solidFill>
                        </a:rPr>
                        <a:t>File Type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US" sz="1800" u="none" cap="none" strike="noStrike">
                          <a:solidFill>
                            <a:schemeClr val="lt1"/>
                          </a:solidFill>
                        </a:rPr>
                        <a:t>Description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US" sz="1800" u="none" cap="none" strike="noStrike">
                          <a:solidFill>
                            <a:schemeClr val="lt1"/>
                          </a:solidFill>
                        </a:rPr>
                        <a:t>Common Location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203200">
                <a:tc>
                  <a:txBody>
                    <a:bodyPr/>
                    <a:lstStyle/>
                    <a:p>
                      <a:pPr indent="0" lvl="0" marL="0" marR="0" rtl="0" algn="ctr">
                        <a:spcBef>
                          <a:spcPts val="0"/>
                        </a:spcBef>
                        <a:spcAft>
                          <a:spcPts val="0"/>
                        </a:spcAft>
                        <a:buNone/>
                      </a:pPr>
                      <a:r>
                        <a:rPr lang="en-US" sz="1600" u="none" cap="none" strike="noStrike"/>
                        <a:t>.inf</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Driver setup info</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Inside MSI or %SystemRoot%\INF</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spcBef>
                          <a:spcPts val="0"/>
                        </a:spcBef>
                        <a:spcAft>
                          <a:spcPts val="0"/>
                        </a:spcAft>
                        <a:buNone/>
                      </a:pPr>
                      <a:r>
                        <a:rPr lang="en-US" sz="1600" u="none" cap="none" strike="noStrike"/>
                        <a:t>.sys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Driver binary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%SystemRoot%\System32\drivers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spcBef>
                          <a:spcPts val="0"/>
                        </a:spcBef>
                        <a:spcAft>
                          <a:spcPts val="0"/>
                        </a:spcAft>
                        <a:buNone/>
                      </a:pPr>
                      <a:r>
                        <a:rPr lang="en-US" sz="1600" u="none" cap="none" strike="noStrike"/>
                        <a:t>.cat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Catalog file for signing</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%SystemRoot%\System32\CatRoot</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spcBef>
                          <a:spcPts val="0"/>
                        </a:spcBef>
                        <a:spcAft>
                          <a:spcPts val="0"/>
                        </a:spcAft>
                        <a:buNone/>
                      </a:pPr>
                      <a:r>
                        <a:rPr lang="en-US" sz="1600" u="none" cap="none" strike="noStrike"/>
                        <a:t>.dll</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Driver support libraries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%SystemRoot%\System32</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spcBef>
                          <a:spcPts val="0"/>
                        </a:spcBef>
                        <a:spcAft>
                          <a:spcPts val="0"/>
                        </a:spcAft>
                        <a:buNone/>
                      </a:pPr>
                      <a:r>
                        <a:rPr lang="en-US" sz="1600" u="none" cap="none" strike="noStrike"/>
                        <a:t>.exe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Installer or helper tools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May be in MSI or %ProgramFiles%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20"/>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Device Driver Management</a:t>
            </a:r>
            <a:endParaRPr b="1" sz="3200">
              <a:solidFill>
                <a:schemeClr val="lt1"/>
              </a:solidFill>
              <a:latin typeface="Calibri"/>
              <a:ea typeface="Calibri"/>
              <a:cs typeface="Calibri"/>
              <a:sym typeface="Calibri"/>
            </a:endParaRPr>
          </a:p>
        </p:txBody>
      </p:sp>
      <p:sp>
        <p:nvSpPr>
          <p:cNvPr id="881" name="Google Shape;881;p20"/>
          <p:cNvSpPr txBox="1"/>
          <p:nvPr>
            <p:ph idx="1" type="body"/>
          </p:nvPr>
        </p:nvSpPr>
        <p:spPr>
          <a:xfrm>
            <a:off x="323528" y="980728"/>
            <a:ext cx="8291264" cy="5328592"/>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1800"/>
              <a:buNone/>
            </a:pPr>
            <a:r>
              <a:rPr b="1" lang="en-US" sz="1800"/>
              <a:t>Logs for Successful Installation</a:t>
            </a:r>
            <a:endParaRPr/>
          </a:p>
          <a:p>
            <a:pPr indent="0" lvl="0" marL="0" rtl="0" algn="l">
              <a:spcBef>
                <a:spcPts val="36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MSI Installation Logs: </a:t>
            </a:r>
            <a:r>
              <a:rPr lang="en-US" sz="1800"/>
              <a:t>Enable logging with this command:</a:t>
            </a:r>
            <a:endParaRPr/>
          </a:p>
          <a:p>
            <a:pPr indent="0" lvl="0" marL="0" rtl="0" algn="l">
              <a:spcBef>
                <a:spcPts val="360"/>
              </a:spcBef>
              <a:spcAft>
                <a:spcPts val="0"/>
              </a:spcAft>
              <a:buClr>
                <a:schemeClr val="dk1"/>
              </a:buClr>
              <a:buSzPts val="1800"/>
              <a:buNone/>
            </a:pPr>
            <a:r>
              <a:rPr lang="en-US" sz="1800"/>
              <a:t>msiexec /i yourdriver.msi /L*v install.log</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Event Viewer: </a:t>
            </a:r>
            <a:r>
              <a:rPr lang="en-US" sz="1800"/>
              <a:t>Event Viewer → Windows Logs → System</a:t>
            </a:r>
            <a:endParaRPr/>
          </a:p>
          <a:p>
            <a:pPr indent="0" lvl="0" marL="0" rtl="0" algn="l">
              <a:spcBef>
                <a:spcPts val="360"/>
              </a:spcBef>
              <a:spcAft>
                <a:spcPts val="0"/>
              </a:spcAft>
              <a:buClr>
                <a:schemeClr val="dk1"/>
              </a:buClr>
              <a:buSzPts val="1800"/>
              <a:buNone/>
            </a:pPr>
            <a:r>
              <a:rPr lang="en-US" sz="1800"/>
              <a:t>Filter for source: DriverFrameworks-UserMode, Service Control Manager, or SetupAPI</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Device Manager: </a:t>
            </a:r>
            <a:r>
              <a:rPr lang="en-US" sz="1800"/>
              <a:t>Right-click device → Properties → Driver tab</a:t>
            </a:r>
            <a:endParaRPr/>
          </a:p>
          <a:p>
            <a:pPr indent="0" lvl="0" marL="0" rtl="0" algn="l">
              <a:spcBef>
                <a:spcPts val="360"/>
              </a:spcBef>
              <a:spcAft>
                <a:spcPts val="0"/>
              </a:spcAft>
              <a:buClr>
                <a:schemeClr val="dk1"/>
              </a:buClr>
              <a:buSzPts val="1800"/>
              <a:buNone/>
            </a:pPr>
            <a:r>
              <a:rPr lang="en-US" sz="1800"/>
              <a:t>Check driver version and provider</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PnPUtil: </a:t>
            </a:r>
            <a:r>
              <a:rPr lang="en-US" sz="1800"/>
              <a:t>pnputil /enum-drivers</a:t>
            </a:r>
            <a:endParaRPr/>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21"/>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Device Driver Management</a:t>
            </a:r>
            <a:endParaRPr b="1" sz="3200">
              <a:solidFill>
                <a:schemeClr val="lt1"/>
              </a:solidFill>
              <a:latin typeface="Calibri"/>
              <a:ea typeface="Calibri"/>
              <a:cs typeface="Calibri"/>
              <a:sym typeface="Calibri"/>
            </a:endParaRPr>
          </a:p>
        </p:txBody>
      </p:sp>
      <p:sp>
        <p:nvSpPr>
          <p:cNvPr id="887" name="Google Shape;887;p21"/>
          <p:cNvSpPr txBox="1"/>
          <p:nvPr>
            <p:ph idx="1" type="body"/>
          </p:nvPr>
        </p:nvSpPr>
        <p:spPr>
          <a:xfrm>
            <a:off x="323528" y="980728"/>
            <a:ext cx="8291264" cy="53285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Kernel Drivers? - </a:t>
            </a:r>
            <a:r>
              <a:rPr lang="en-US" sz="1800"/>
              <a:t>Kernel drivers operate in Ring 0, the most privileged level of the operating system. They directly interact with hardware and core OS functions.</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Examples of Kernel Drivers:</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lang="en-US" sz="1800"/>
              <a:t>File system drivers (e.g., ntfs.sys)</a:t>
            </a:r>
            <a:endParaRPr/>
          </a:p>
          <a:p>
            <a:pPr indent="0" lvl="0" marL="0" rtl="0" algn="l">
              <a:spcBef>
                <a:spcPts val="360"/>
              </a:spcBef>
              <a:spcAft>
                <a:spcPts val="0"/>
              </a:spcAft>
              <a:buClr>
                <a:schemeClr val="dk1"/>
              </a:buClr>
              <a:buSzPts val="1800"/>
              <a:buNone/>
            </a:pPr>
            <a:r>
              <a:rPr lang="en-US" sz="1800"/>
              <a:t>Network drivers (e.g., ndis.sys)</a:t>
            </a:r>
            <a:endParaRPr/>
          </a:p>
          <a:p>
            <a:pPr indent="0" lvl="0" marL="0" rtl="0" algn="l">
              <a:spcBef>
                <a:spcPts val="360"/>
              </a:spcBef>
              <a:spcAft>
                <a:spcPts val="0"/>
              </a:spcAft>
              <a:buClr>
                <a:schemeClr val="dk1"/>
              </a:buClr>
              <a:buSzPts val="1800"/>
              <a:buNone/>
            </a:pPr>
            <a:r>
              <a:rPr lang="en-US" sz="1800"/>
              <a:t>Storage drivers (e.g., storport.sys)</a:t>
            </a:r>
            <a:endParaRPr/>
          </a:p>
          <a:p>
            <a:pPr indent="0" lvl="0" marL="0" rtl="0" algn="l">
              <a:spcBef>
                <a:spcPts val="360"/>
              </a:spcBef>
              <a:spcAft>
                <a:spcPts val="0"/>
              </a:spcAft>
              <a:buClr>
                <a:schemeClr val="dk1"/>
              </a:buClr>
              <a:buSzPts val="1800"/>
              <a:buNone/>
            </a:pPr>
            <a:r>
              <a:rPr lang="en-US" sz="1800"/>
              <a:t>Security drivers (e.g., antivirus kernel hooks)</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p22"/>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Device Driver Management</a:t>
            </a:r>
            <a:endParaRPr b="1" sz="3200">
              <a:solidFill>
                <a:schemeClr val="lt1"/>
              </a:solidFill>
              <a:latin typeface="Calibri"/>
              <a:ea typeface="Calibri"/>
              <a:cs typeface="Calibri"/>
              <a:sym typeface="Calibri"/>
            </a:endParaRPr>
          </a:p>
        </p:txBody>
      </p:sp>
      <p:sp>
        <p:nvSpPr>
          <p:cNvPr id="893" name="Google Shape;893;p22"/>
          <p:cNvSpPr txBox="1"/>
          <p:nvPr>
            <p:ph idx="1" type="body"/>
          </p:nvPr>
        </p:nvSpPr>
        <p:spPr>
          <a:xfrm>
            <a:off x="323528" y="980728"/>
            <a:ext cx="8291264" cy="53285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Identifying Kernel Drivers</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Windows Device Manager: </a:t>
            </a:r>
            <a:r>
              <a:rPr lang="en-US" sz="1800"/>
              <a:t>View driver details under device properties → Driver tab → Driver File Details</a:t>
            </a:r>
            <a:endParaRPr/>
          </a:p>
          <a:p>
            <a:pPr indent="0" lvl="0" marL="0" rtl="0" algn="l">
              <a:spcBef>
                <a:spcPts val="360"/>
              </a:spcBef>
              <a:spcAft>
                <a:spcPts val="0"/>
              </a:spcAft>
              <a:buClr>
                <a:schemeClr val="dk1"/>
              </a:buClr>
              <a:buSzPts val="1800"/>
              <a:buNone/>
            </a:pPr>
            <a:r>
              <a:rPr lang="en-US" sz="1800"/>
              <a:t>       Kernel drivers typically reside in C:\Windows\System32\drivers</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DriverQuery Command: </a:t>
            </a:r>
            <a:r>
              <a:rPr lang="en-US" sz="1800"/>
              <a:t>driverquery /v /fo list</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7" name="Shape 897"/>
        <p:cNvGrpSpPr/>
        <p:nvPr/>
      </p:nvGrpSpPr>
      <p:grpSpPr>
        <a:xfrm>
          <a:off x="0" y="0"/>
          <a:ext cx="0" cy="0"/>
          <a:chOff x="0" y="0"/>
          <a:chExt cx="0" cy="0"/>
        </a:xfrm>
      </p:grpSpPr>
      <p:sp>
        <p:nvSpPr>
          <p:cNvPr id="898" name="Google Shape;898;p23"/>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Device Driver Management</a:t>
            </a:r>
            <a:endParaRPr b="1" sz="3200">
              <a:solidFill>
                <a:schemeClr val="lt1"/>
              </a:solidFill>
              <a:latin typeface="Calibri"/>
              <a:ea typeface="Calibri"/>
              <a:cs typeface="Calibri"/>
              <a:sym typeface="Calibri"/>
            </a:endParaRPr>
          </a:p>
        </p:txBody>
      </p:sp>
      <p:sp>
        <p:nvSpPr>
          <p:cNvPr id="899" name="Google Shape;899;p23"/>
          <p:cNvSpPr txBox="1"/>
          <p:nvPr>
            <p:ph idx="1" type="body"/>
          </p:nvPr>
        </p:nvSpPr>
        <p:spPr>
          <a:xfrm>
            <a:off x="323528" y="980728"/>
            <a:ext cx="8291264" cy="53285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Handling Kernel Drivers Within MSI:</a:t>
            </a:r>
            <a:endParaRPr/>
          </a:p>
          <a:p>
            <a:pPr indent="0" lvl="0" marL="0" rtl="0" algn="l">
              <a:spcBef>
                <a:spcPts val="360"/>
              </a:spcBef>
              <a:spcAft>
                <a:spcPts val="0"/>
              </a:spcAft>
              <a:buClr>
                <a:schemeClr val="dk1"/>
              </a:buClr>
              <a:buSzPts val="1800"/>
              <a:buNone/>
            </a:pPr>
            <a:r>
              <a:rPr lang="en-US" sz="1800"/>
              <a:t>MSI packages can install kernel-mode drivers, but they must follow strict guidelines due to their privileged nature.</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Key Considerations:</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Driver Signing: </a:t>
            </a:r>
            <a:r>
              <a:rPr lang="en-US" sz="1800"/>
              <a:t>Kernel drivers must be signed (WHQL or EV certificate) to load on modern Windows.</a:t>
            </a:r>
            <a:endParaRPr/>
          </a:p>
          <a:p>
            <a:pPr indent="-342900" lvl="0" marL="342900" rtl="0" algn="l">
              <a:spcBef>
                <a:spcPts val="360"/>
              </a:spcBef>
              <a:spcAft>
                <a:spcPts val="0"/>
              </a:spcAft>
              <a:buClr>
                <a:schemeClr val="dk1"/>
              </a:buClr>
              <a:buSzPts val="1800"/>
              <a:buChar char="•"/>
            </a:pPr>
            <a:r>
              <a:rPr b="1" lang="en-US" sz="1800"/>
              <a:t>INF File: </a:t>
            </a:r>
            <a:r>
              <a:rPr lang="en-US" sz="1800"/>
              <a:t>Defines how the driver is installed and associated with hardware.</a:t>
            </a:r>
            <a:endParaRPr/>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24"/>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Handling Services</a:t>
            </a:r>
            <a:endParaRPr b="1" sz="3200">
              <a:solidFill>
                <a:schemeClr val="lt1"/>
              </a:solidFill>
              <a:latin typeface="Calibri"/>
              <a:ea typeface="Calibri"/>
              <a:cs typeface="Calibri"/>
              <a:sym typeface="Calibri"/>
            </a:endParaRPr>
          </a:p>
        </p:txBody>
      </p:sp>
      <p:sp>
        <p:nvSpPr>
          <p:cNvPr id="905" name="Google Shape;905;p24"/>
          <p:cNvSpPr txBox="1"/>
          <p:nvPr>
            <p:ph idx="1" type="body"/>
          </p:nvPr>
        </p:nvSpPr>
        <p:spPr>
          <a:xfrm>
            <a:off x="323528" y="980728"/>
            <a:ext cx="8291264" cy="53285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b="1" lang="en-US" sz="1800"/>
              <a:t>Handling Windows Services in MSI: </a:t>
            </a:r>
            <a:r>
              <a:rPr lang="en-US" sz="1800"/>
              <a:t>Windows Services are background processes that can be installed and managed via MSI using built-in tables and actions.</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Key MSI Tables for Services:</a:t>
            </a:r>
            <a:endParaRPr sz="1800"/>
          </a:p>
          <a:p>
            <a:pPr indent="0" lvl="0" marL="0" rtl="0" algn="l">
              <a:spcBef>
                <a:spcPts val="360"/>
              </a:spcBef>
              <a:spcAft>
                <a:spcPts val="0"/>
              </a:spcAft>
              <a:buClr>
                <a:schemeClr val="dk1"/>
              </a:buClr>
              <a:buSzPts val="1800"/>
              <a:buNone/>
            </a:pPr>
            <a:r>
              <a:t/>
            </a:r>
            <a:endParaRPr sz="1800"/>
          </a:p>
        </p:txBody>
      </p:sp>
      <p:graphicFrame>
        <p:nvGraphicFramePr>
          <p:cNvPr id="906" name="Google Shape;906;p24"/>
          <p:cNvGraphicFramePr/>
          <p:nvPr/>
        </p:nvGraphicFramePr>
        <p:xfrm>
          <a:off x="351614" y="2564904"/>
          <a:ext cx="3000000" cy="3000000"/>
        </p:xfrm>
        <a:graphic>
          <a:graphicData uri="http://schemas.openxmlformats.org/drawingml/2006/table">
            <a:tbl>
              <a:tblPr>
                <a:noFill/>
                <a:tableStyleId>{DEFBCA15-2E43-4E03-ADF0-53B9DDC5D8C4}</a:tableStyleId>
              </a:tblPr>
              <a:tblGrid>
                <a:gridCol w="4114800"/>
                <a:gridCol w="4114800"/>
              </a:tblGrid>
              <a:tr h="228600">
                <a:tc>
                  <a:txBody>
                    <a:bodyPr/>
                    <a:lstStyle/>
                    <a:p>
                      <a:pPr indent="0" lvl="0" marL="0" marR="0" rtl="0" algn="ctr">
                        <a:spcBef>
                          <a:spcPts val="0"/>
                        </a:spcBef>
                        <a:spcAft>
                          <a:spcPts val="0"/>
                        </a:spcAft>
                        <a:buNone/>
                      </a:pPr>
                      <a:r>
                        <a:rPr b="1" lang="en-US" sz="1800" u="none" cap="none" strike="noStrike">
                          <a:solidFill>
                            <a:schemeClr val="lt1"/>
                          </a:solidFill>
                        </a:rPr>
                        <a:t>Table Name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US" sz="1800" u="none" cap="none" strike="noStrike">
                          <a:solidFill>
                            <a:schemeClr val="lt1"/>
                          </a:solidFill>
                        </a:rPr>
                        <a:t>Purpose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203200">
                <a:tc>
                  <a:txBody>
                    <a:bodyPr/>
                    <a:lstStyle/>
                    <a:p>
                      <a:pPr indent="0" lvl="0" marL="0" marR="0" rtl="0" algn="ctr">
                        <a:spcBef>
                          <a:spcPts val="0"/>
                        </a:spcBef>
                        <a:spcAft>
                          <a:spcPts val="0"/>
                        </a:spcAft>
                        <a:buNone/>
                      </a:pPr>
                      <a:r>
                        <a:rPr lang="en-US" sz="1600" u="none" cap="none" strike="noStrike"/>
                        <a:t>ServiceInstall</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Defines service properties (name, startup type, dependencies)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spcBef>
                          <a:spcPts val="0"/>
                        </a:spcBef>
                        <a:spcAft>
                          <a:spcPts val="0"/>
                        </a:spcAft>
                        <a:buNone/>
                      </a:pPr>
                      <a:r>
                        <a:rPr lang="en-US" sz="1600" u="none" cap="none" strike="noStrike"/>
                        <a:t>ServiceControl</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Controls service actions (start, stop, delete) during install/uninstall</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spcBef>
                          <a:spcPts val="0"/>
                        </a:spcBef>
                        <a:spcAft>
                          <a:spcPts val="0"/>
                        </a:spcAft>
                        <a:buNone/>
                      </a:pPr>
                      <a:r>
                        <a:rPr lang="en-US" sz="1600" u="none" cap="none" strike="noStrike"/>
                        <a:t>MsiServiceConfig</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Advanced service configuration (e.g., delayed start, failure actions)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spcBef>
                          <a:spcPts val="0"/>
                        </a:spcBef>
                        <a:spcAft>
                          <a:spcPts val="0"/>
                        </a:spcAft>
                        <a:buNone/>
                      </a:pPr>
                      <a:r>
                        <a:rPr lang="en-US" sz="1600" u="none" cap="none" strike="noStrike"/>
                        <a:t>MsiServiceConfigFailureActions</a:t>
                      </a:r>
                      <a:endParaRPr sz="16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Specifies actions on service failure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25"/>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Handling Services</a:t>
            </a:r>
            <a:endParaRPr b="1" sz="3200">
              <a:solidFill>
                <a:schemeClr val="lt1"/>
              </a:solidFill>
              <a:latin typeface="Calibri"/>
              <a:ea typeface="Calibri"/>
              <a:cs typeface="Calibri"/>
              <a:sym typeface="Calibri"/>
            </a:endParaRPr>
          </a:p>
        </p:txBody>
      </p:sp>
      <p:sp>
        <p:nvSpPr>
          <p:cNvPr id="912" name="Google Shape;912;p25"/>
          <p:cNvSpPr txBox="1"/>
          <p:nvPr>
            <p:ph idx="1" type="body"/>
          </p:nvPr>
        </p:nvSpPr>
        <p:spPr>
          <a:xfrm>
            <a:off x="323528" y="980728"/>
            <a:ext cx="8291264" cy="53285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b="1" lang="en-US" sz="1800"/>
              <a:t>Handling Printers in MSI: </a:t>
            </a:r>
            <a:r>
              <a:rPr lang="en-US" sz="1800"/>
              <a:t>MSI can also manage printer installation, driver deployment, and port configuration.</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Printer Deployment Actions:</a:t>
            </a:r>
            <a:endParaRPr sz="1800"/>
          </a:p>
          <a:p>
            <a:pPr indent="0" lvl="0" marL="0" rtl="0" algn="l">
              <a:spcBef>
                <a:spcPts val="360"/>
              </a:spcBef>
              <a:spcAft>
                <a:spcPts val="0"/>
              </a:spcAft>
              <a:buClr>
                <a:schemeClr val="dk1"/>
              </a:buClr>
              <a:buSzPts val="1800"/>
              <a:buNone/>
            </a:pPr>
            <a:r>
              <a:t/>
            </a:r>
            <a:endParaRPr sz="1800"/>
          </a:p>
        </p:txBody>
      </p:sp>
      <p:graphicFrame>
        <p:nvGraphicFramePr>
          <p:cNvPr id="913" name="Google Shape;913;p25"/>
          <p:cNvGraphicFramePr/>
          <p:nvPr/>
        </p:nvGraphicFramePr>
        <p:xfrm>
          <a:off x="385192" y="2623944"/>
          <a:ext cx="3000000" cy="3000000"/>
        </p:xfrm>
        <a:graphic>
          <a:graphicData uri="http://schemas.openxmlformats.org/drawingml/2006/table">
            <a:tbl>
              <a:tblPr>
                <a:noFill/>
                <a:tableStyleId>{DEFBCA15-2E43-4E03-ADF0-53B9DDC5D8C4}</a:tableStyleId>
              </a:tblPr>
              <a:tblGrid>
                <a:gridCol w="4114800"/>
                <a:gridCol w="4114800"/>
              </a:tblGrid>
              <a:tr h="228600">
                <a:tc>
                  <a:txBody>
                    <a:bodyPr/>
                    <a:lstStyle/>
                    <a:p>
                      <a:pPr indent="0" lvl="0" marL="0" marR="0" rtl="0" algn="ctr">
                        <a:spcBef>
                          <a:spcPts val="0"/>
                        </a:spcBef>
                        <a:spcAft>
                          <a:spcPts val="0"/>
                        </a:spcAft>
                        <a:buNone/>
                      </a:pPr>
                      <a:r>
                        <a:rPr b="1" lang="en-US" sz="1800" u="none" cap="none" strike="noStrike">
                          <a:solidFill>
                            <a:schemeClr val="lt1"/>
                          </a:solidFill>
                        </a:rPr>
                        <a:t>Action Type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US" sz="1800" u="none" cap="none" strike="noStrike">
                          <a:solidFill>
                            <a:schemeClr val="lt1"/>
                          </a:solidFill>
                        </a:rPr>
                        <a:t>Description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203200">
                <a:tc>
                  <a:txBody>
                    <a:bodyPr/>
                    <a:lstStyle/>
                    <a:p>
                      <a:pPr indent="0" lvl="0" marL="0" marR="0" rtl="0" algn="ctr">
                        <a:spcBef>
                          <a:spcPts val="0"/>
                        </a:spcBef>
                        <a:spcAft>
                          <a:spcPts val="0"/>
                        </a:spcAft>
                        <a:buNone/>
                      </a:pPr>
                      <a:r>
                        <a:rPr lang="en-US" sz="1600" u="none" cap="none" strike="noStrike"/>
                        <a:t>Printer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Create, modify, or delete printers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spcBef>
                          <a:spcPts val="0"/>
                        </a:spcBef>
                        <a:spcAft>
                          <a:spcPts val="0"/>
                        </a:spcAft>
                        <a:buNone/>
                      </a:pPr>
                      <a:r>
                        <a:rPr lang="en-US" sz="1600" u="none" cap="none" strike="noStrike"/>
                        <a:t>Printer Driver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Install or remove printer drivers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spcBef>
                          <a:spcPts val="0"/>
                        </a:spcBef>
                        <a:spcAft>
                          <a:spcPts val="0"/>
                        </a:spcAft>
                        <a:buNone/>
                      </a:pPr>
                      <a:r>
                        <a:rPr lang="en-US" sz="1600" u="none" cap="none" strike="noStrike"/>
                        <a:t>Printer Port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Create/delete local or TCP/IP ports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spcBef>
                          <a:spcPts val="0"/>
                        </a:spcBef>
                        <a:spcAft>
                          <a:spcPts val="0"/>
                        </a:spcAft>
                        <a:buNone/>
                      </a:pPr>
                      <a:r>
                        <a:rPr lang="en-US" sz="1600" u="none" cap="none" strike="noStrike"/>
                        <a:t>Print Processor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Add/remove print processors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ctr">
                        <a:spcBef>
                          <a:spcPts val="0"/>
                        </a:spcBef>
                        <a:spcAft>
                          <a:spcPts val="0"/>
                        </a:spcAft>
                        <a:buNone/>
                      </a:pPr>
                      <a:r>
                        <a:rPr lang="en-US" sz="1600" u="none" cap="none" strike="noStrike"/>
                        <a:t>Print Monitor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600" u="none" cap="none" strike="noStrike"/>
                        <a:t>Add/remove language or port monitors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p26"/>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GUID String and Log locations</a:t>
            </a:r>
            <a:endParaRPr b="1" sz="3200">
              <a:solidFill>
                <a:schemeClr val="lt1"/>
              </a:solidFill>
              <a:latin typeface="Calibri"/>
              <a:ea typeface="Calibri"/>
              <a:cs typeface="Calibri"/>
              <a:sym typeface="Calibri"/>
            </a:endParaRPr>
          </a:p>
        </p:txBody>
      </p:sp>
      <p:sp>
        <p:nvSpPr>
          <p:cNvPr id="919" name="Google Shape;919;p26"/>
          <p:cNvSpPr txBox="1"/>
          <p:nvPr>
            <p:ph idx="1" type="body"/>
          </p:nvPr>
        </p:nvSpPr>
        <p:spPr>
          <a:xfrm>
            <a:off x="323528" y="980728"/>
            <a:ext cx="8291264"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64-bit: </a:t>
            </a:r>
            <a:r>
              <a:rPr lang="en-US" sz="1800"/>
              <a:t>HKLM\Software\Microsoft\Windows\CurrentVersion\Uninstall\{GUID}</a:t>
            </a:r>
            <a:r>
              <a:rPr b="1" lang="en-US" sz="1800"/>
              <a:t>	</a:t>
            </a:r>
            <a:endParaRPr/>
          </a:p>
          <a:p>
            <a:pPr indent="0" lvl="0" marL="0" rtl="0" algn="l">
              <a:spcBef>
                <a:spcPts val="36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32-bit apps on 64-bit OS:  </a:t>
            </a:r>
            <a:r>
              <a:rPr lang="en-US" sz="1800"/>
              <a:t>HKLM\Software\WOW6432Node\Microsoft\Windows\CurrentVersion\Uninstall\{GUID}</a:t>
            </a:r>
            <a:endParaRPr/>
          </a:p>
          <a:p>
            <a:pPr indent="0" lvl="0" marL="0" rtl="0" algn="l">
              <a:spcBef>
                <a:spcPts val="36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System App:</a:t>
            </a:r>
            <a:endParaRPr/>
          </a:p>
          <a:p>
            <a:pPr indent="0" lvl="0" marL="0" rtl="0" algn="l">
              <a:spcBef>
                <a:spcPts val="360"/>
              </a:spcBef>
              <a:spcAft>
                <a:spcPts val="0"/>
              </a:spcAft>
              <a:buClr>
                <a:schemeClr val="dk1"/>
              </a:buClr>
              <a:buSzPts val="1800"/>
              <a:buNone/>
            </a:pPr>
            <a:r>
              <a:rPr lang="en-US" sz="1800"/>
              <a:t>64-bit: C:\Program Files\&lt;AppName&gt;\Logs\...</a:t>
            </a:r>
            <a:endParaRPr/>
          </a:p>
          <a:p>
            <a:pPr indent="0" lvl="0" marL="0" rtl="0" algn="l">
              <a:spcBef>
                <a:spcPts val="360"/>
              </a:spcBef>
              <a:spcAft>
                <a:spcPts val="0"/>
              </a:spcAft>
              <a:buClr>
                <a:schemeClr val="dk1"/>
              </a:buClr>
              <a:buSzPts val="1800"/>
              <a:buNone/>
            </a:pPr>
            <a:r>
              <a:rPr lang="en-US" sz="1800"/>
              <a:t>32-bit: C:\Program Files (x86)\&lt;AppName&gt;\Logs\...</a:t>
            </a:r>
            <a:endParaRPr/>
          </a:p>
          <a:p>
            <a:pPr indent="0" lvl="0" marL="0" rtl="0" algn="l">
              <a:spcBef>
                <a:spcPts val="36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Per-user apps logs:</a:t>
            </a:r>
            <a:endParaRPr/>
          </a:p>
          <a:p>
            <a:pPr indent="0" lvl="0" marL="0" rtl="0" algn="l">
              <a:spcBef>
                <a:spcPts val="360"/>
              </a:spcBef>
              <a:spcAft>
                <a:spcPts val="0"/>
              </a:spcAft>
              <a:buClr>
                <a:schemeClr val="dk1"/>
              </a:buClr>
              <a:buSzPts val="1800"/>
              <a:buNone/>
            </a:pPr>
            <a:r>
              <a:rPr lang="en-US" sz="1800"/>
              <a:t>C:\Users\&lt;UserName&gt;\AppData\Local\&lt;AppName&gt;\Logs\</a:t>
            </a:r>
            <a:endParaRPr/>
          </a:p>
          <a:p>
            <a:pPr indent="0" lvl="0" marL="0" rtl="0" algn="l">
              <a:spcBef>
                <a:spcPts val="360"/>
              </a:spcBef>
              <a:spcAft>
                <a:spcPts val="0"/>
              </a:spcAft>
              <a:buClr>
                <a:schemeClr val="dk1"/>
              </a:buClr>
              <a:buSzPts val="1800"/>
              <a:buNone/>
            </a:pPr>
            <a:r>
              <a:rPr lang="en-US" sz="1800"/>
              <a:t>C:\Users\&lt;UserName&gt;\AppData\Roaming\&lt;AppName&gt;\Logs\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27"/>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Windows Batch Script</a:t>
            </a:r>
            <a:endParaRPr b="1" sz="3200">
              <a:solidFill>
                <a:schemeClr val="lt1"/>
              </a:solidFill>
              <a:latin typeface="Calibri"/>
              <a:ea typeface="Calibri"/>
              <a:cs typeface="Calibri"/>
              <a:sym typeface="Calibri"/>
            </a:endParaRPr>
          </a:p>
        </p:txBody>
      </p:sp>
      <p:sp>
        <p:nvSpPr>
          <p:cNvPr id="925" name="Google Shape;925;p27"/>
          <p:cNvSpPr txBox="1"/>
          <p:nvPr>
            <p:ph idx="1" type="body"/>
          </p:nvPr>
        </p:nvSpPr>
        <p:spPr>
          <a:xfrm>
            <a:off x="323528" y="980728"/>
            <a:ext cx="8291264"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Batch Script (for Chrome or Edge)</a:t>
            </a:r>
            <a:endParaRPr/>
          </a:p>
          <a:p>
            <a:pPr indent="0" lvl="0" marL="0" rtl="0" algn="l">
              <a:spcBef>
                <a:spcPts val="360"/>
              </a:spcBef>
              <a:spcAft>
                <a:spcPts val="0"/>
              </a:spcAft>
              <a:buClr>
                <a:schemeClr val="dk1"/>
              </a:buClr>
              <a:buSzPts val="1800"/>
              <a:buNone/>
            </a:pPr>
            <a:r>
              <a:rPr lang="en-US" sz="1800"/>
              <a:t>@echo off</a:t>
            </a:r>
            <a:endParaRPr/>
          </a:p>
          <a:p>
            <a:pPr indent="0" lvl="0" marL="0" rtl="0" algn="l">
              <a:spcBef>
                <a:spcPts val="360"/>
              </a:spcBef>
              <a:spcAft>
                <a:spcPts val="0"/>
              </a:spcAft>
              <a:buClr>
                <a:schemeClr val="dk1"/>
              </a:buClr>
              <a:buSzPts val="1800"/>
              <a:buNone/>
            </a:pPr>
            <a:r>
              <a:rPr lang="en-US" sz="1800"/>
              <a:t>start chrome "https://www.example.com"</a:t>
            </a:r>
            <a:endParaRPr/>
          </a:p>
          <a:p>
            <a:pPr indent="0" lvl="0" marL="0" rtl="0" algn="l">
              <a:spcBef>
                <a:spcPts val="360"/>
              </a:spcBef>
              <a:spcAft>
                <a:spcPts val="0"/>
              </a:spcAft>
              <a:buClr>
                <a:schemeClr val="dk1"/>
              </a:buClr>
              <a:buSzPts val="1800"/>
              <a:buNone/>
            </a:pPr>
            <a:r>
              <a:rPr lang="en-US" sz="1800"/>
              <a:t>:: or use Edge</a:t>
            </a:r>
            <a:endParaRPr/>
          </a:p>
          <a:p>
            <a:pPr indent="0" lvl="0" marL="0" rtl="0" algn="l">
              <a:spcBef>
                <a:spcPts val="360"/>
              </a:spcBef>
              <a:spcAft>
                <a:spcPts val="0"/>
              </a:spcAft>
              <a:buClr>
                <a:schemeClr val="dk1"/>
              </a:buClr>
              <a:buSzPts val="1800"/>
              <a:buNone/>
            </a:pPr>
            <a:r>
              <a:rPr lang="en-US" sz="1800"/>
              <a:t>:: start msedge "https://www.example.com"</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lang="en-US" sz="1800"/>
              <a:t>Save this as open_browser.bat </a:t>
            </a:r>
            <a:endParaRPr/>
          </a:p>
          <a:p>
            <a:pPr indent="0" lvl="0" marL="0" rtl="0" algn="l">
              <a:spcBef>
                <a:spcPts val="360"/>
              </a:spcBef>
              <a:spcAft>
                <a:spcPts val="0"/>
              </a:spcAft>
              <a:buClr>
                <a:schemeClr val="dk1"/>
              </a:buClr>
              <a:buSzPts val="1800"/>
              <a:buNone/>
            </a:pPr>
            <a:r>
              <a:rPr lang="en-US" sz="1800"/>
              <a:t>Place it in: C:\Scripts\open_browser.bat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28"/>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MS 365 Packaging</a:t>
            </a:r>
            <a:endParaRPr b="1" sz="3200">
              <a:solidFill>
                <a:schemeClr val="lt1"/>
              </a:solidFill>
              <a:latin typeface="Calibri"/>
              <a:ea typeface="Calibri"/>
              <a:cs typeface="Calibri"/>
              <a:sym typeface="Calibri"/>
            </a:endParaRPr>
          </a:p>
        </p:txBody>
      </p:sp>
      <p:sp>
        <p:nvSpPr>
          <p:cNvPr id="931" name="Google Shape;931;p28"/>
          <p:cNvSpPr txBox="1"/>
          <p:nvPr>
            <p:ph idx="1" type="body"/>
          </p:nvPr>
        </p:nvSpPr>
        <p:spPr>
          <a:xfrm>
            <a:off x="323528" y="980728"/>
            <a:ext cx="8291264" cy="532859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Microsoft Office Architecture – </a:t>
            </a:r>
            <a:r>
              <a:rPr lang="en-US" sz="1800"/>
              <a:t>Microsoft Office (now part of Microsoft 365 Apps) is designed with a modular, service-connected architecture that supports flexible packaging and deployment across enterprise environments.</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graphicFrame>
        <p:nvGraphicFramePr>
          <p:cNvPr id="932" name="Google Shape;932;p28"/>
          <p:cNvGraphicFramePr/>
          <p:nvPr/>
        </p:nvGraphicFramePr>
        <p:xfrm>
          <a:off x="381369" y="2492896"/>
          <a:ext cx="3000000" cy="3000000"/>
        </p:xfrm>
        <a:graphic>
          <a:graphicData uri="http://schemas.openxmlformats.org/drawingml/2006/table">
            <a:tbl>
              <a:tblPr>
                <a:noFill/>
                <a:tableStyleId>{DEFBCA15-2E43-4E03-ADF0-53B9DDC5D8C4}</a:tableStyleId>
              </a:tblPr>
              <a:tblGrid>
                <a:gridCol w="2743200"/>
                <a:gridCol w="2743200"/>
                <a:gridCol w="2743200"/>
              </a:tblGrid>
              <a:tr h="228600">
                <a:tc>
                  <a:txBody>
                    <a:bodyPr/>
                    <a:lstStyle/>
                    <a:p>
                      <a:pPr indent="0" lvl="0" marL="0" marR="0" rtl="0" algn="ctr">
                        <a:spcBef>
                          <a:spcPts val="0"/>
                        </a:spcBef>
                        <a:spcAft>
                          <a:spcPts val="0"/>
                        </a:spcAft>
                        <a:buNone/>
                      </a:pPr>
                      <a:r>
                        <a:rPr b="1" lang="en-US" sz="1800" u="none" cap="none" strike="noStrike">
                          <a:solidFill>
                            <a:schemeClr val="lt1"/>
                          </a:solidFill>
                        </a:rPr>
                        <a:t>Packaging Model</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US" sz="1800" u="none" cap="none" strike="noStrike">
                          <a:solidFill>
                            <a:schemeClr val="lt1"/>
                          </a:solidFill>
                        </a:rPr>
                        <a:t>Description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US" sz="1800" u="none" cap="none" strike="noStrike">
                          <a:solidFill>
                            <a:schemeClr val="lt1"/>
                          </a:solidFill>
                        </a:rPr>
                        <a:t>Status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228600">
                <a:tc>
                  <a:txBody>
                    <a:bodyPr/>
                    <a:lstStyle/>
                    <a:p>
                      <a:pPr indent="0" lvl="0" marL="0" marR="0" rtl="0" algn="ctr">
                        <a:spcBef>
                          <a:spcPts val="0"/>
                        </a:spcBef>
                        <a:spcAft>
                          <a:spcPts val="0"/>
                        </a:spcAft>
                        <a:buNone/>
                      </a:pPr>
                      <a:r>
                        <a:rPr b="1" lang="en-US" sz="1800" u="none" cap="none" strike="noStrike"/>
                        <a:t>Click-to-Run (C2R)</a:t>
                      </a:r>
                      <a:endParaRPr sz="18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u="none" cap="none" strike="noStrike"/>
                        <a:t>Streaming-based installer using Office Deployment Tool (ODT)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 Primary method</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b="1" lang="en-US" sz="1800"/>
                        <a:t>MSI (Windows Installer)</a:t>
                      </a:r>
                      <a:endParaRPr sz="18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Traditional installer used in older Office versions (Office 2016 and earlier)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 Deprecated</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b="1" lang="en-US" sz="1800"/>
                        <a:t>MSIX</a:t>
                      </a:r>
                      <a:endParaRPr sz="18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Modern packaging format for Windows apps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 In development for Office apps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29"/>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MS 365 Packaging</a:t>
            </a:r>
            <a:endParaRPr b="1" sz="3200">
              <a:solidFill>
                <a:schemeClr val="lt1"/>
              </a:solidFill>
              <a:latin typeface="Calibri"/>
              <a:ea typeface="Calibri"/>
              <a:cs typeface="Calibri"/>
              <a:sym typeface="Calibri"/>
            </a:endParaRPr>
          </a:p>
        </p:txBody>
      </p:sp>
      <p:sp>
        <p:nvSpPr>
          <p:cNvPr id="938" name="Google Shape;938;p29"/>
          <p:cNvSpPr txBox="1"/>
          <p:nvPr>
            <p:ph idx="1" type="body"/>
          </p:nvPr>
        </p:nvSpPr>
        <p:spPr>
          <a:xfrm>
            <a:off x="323528" y="980728"/>
            <a:ext cx="8291264"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600"/>
              <a:buNone/>
            </a:pPr>
            <a:r>
              <a:rPr lang="en-US" sz="1600"/>
              <a:t>When </a:t>
            </a:r>
            <a:r>
              <a:rPr b="1" lang="en-US" sz="1600"/>
              <a:t>Microsoft 365 Apps are installed via Click-to-Run</a:t>
            </a:r>
            <a:r>
              <a:rPr lang="en-US" sz="1600"/>
              <a:t>, the system registers a single unified entry in the Add/Remove Programs list:</a:t>
            </a:r>
            <a:endParaRPr/>
          </a:p>
          <a:p>
            <a:pPr indent="0" lvl="0" marL="0" rtl="0" algn="l">
              <a:spcBef>
                <a:spcPts val="320"/>
              </a:spcBef>
              <a:spcAft>
                <a:spcPts val="0"/>
              </a:spcAft>
              <a:buClr>
                <a:schemeClr val="dk1"/>
              </a:buClr>
              <a:buSzPts val="1600"/>
              <a:buNone/>
            </a:pPr>
            <a:r>
              <a:t/>
            </a:r>
            <a:endParaRPr sz="1600"/>
          </a:p>
          <a:p>
            <a:pPr indent="-342900" lvl="0" marL="342900" rtl="0" algn="l">
              <a:spcBef>
                <a:spcPts val="320"/>
              </a:spcBef>
              <a:spcAft>
                <a:spcPts val="0"/>
              </a:spcAft>
              <a:buClr>
                <a:schemeClr val="dk1"/>
              </a:buClr>
              <a:buSzPts val="1600"/>
              <a:buChar char="•"/>
            </a:pPr>
            <a:r>
              <a:rPr lang="en-US" sz="1600"/>
              <a:t>Display Name: Microsoft 365 Apps for enterprise or Microsoft Office 365 ProPlus</a:t>
            </a:r>
            <a:endParaRPr sz="1600"/>
          </a:p>
          <a:p>
            <a:pPr indent="-342900" lvl="0" marL="342900" rtl="0" algn="l">
              <a:spcBef>
                <a:spcPts val="320"/>
              </a:spcBef>
              <a:spcAft>
                <a:spcPts val="0"/>
              </a:spcAft>
              <a:buClr>
                <a:schemeClr val="dk1"/>
              </a:buClr>
              <a:buSzPts val="1600"/>
              <a:buChar char="•"/>
            </a:pPr>
            <a:r>
              <a:rPr lang="en-US" sz="1600"/>
              <a:t>Publisher: Microsoft Corporation</a:t>
            </a:r>
            <a:endParaRPr/>
          </a:p>
          <a:p>
            <a:pPr indent="-342900" lvl="0" marL="342900" rtl="0" algn="l">
              <a:spcBef>
                <a:spcPts val="320"/>
              </a:spcBef>
              <a:spcAft>
                <a:spcPts val="0"/>
              </a:spcAft>
              <a:buClr>
                <a:schemeClr val="dk1"/>
              </a:buClr>
              <a:buSzPts val="1600"/>
              <a:buChar char="•"/>
            </a:pPr>
            <a:r>
              <a:rPr lang="en-US" sz="1600"/>
              <a:t>Version: Reflects the build number (e.g., 16.0.XXXX.XXXX)</a:t>
            </a:r>
            <a:endParaRPr/>
          </a:p>
          <a:p>
            <a:pPr indent="-342900" lvl="0" marL="342900" rtl="0" algn="l">
              <a:spcBef>
                <a:spcPts val="320"/>
              </a:spcBef>
              <a:spcAft>
                <a:spcPts val="0"/>
              </a:spcAft>
              <a:buClr>
                <a:schemeClr val="dk1"/>
              </a:buClr>
              <a:buSzPts val="1600"/>
              <a:buChar char="•"/>
            </a:pPr>
            <a:r>
              <a:rPr lang="en-US" sz="1600"/>
              <a:t>Size: Varies depending on installed components</a:t>
            </a:r>
            <a:endParaRPr/>
          </a:p>
          <a:p>
            <a:pPr indent="-342900" lvl="0" marL="342900" rtl="0" algn="l">
              <a:spcBef>
                <a:spcPts val="320"/>
              </a:spcBef>
              <a:spcAft>
                <a:spcPts val="0"/>
              </a:spcAft>
              <a:buClr>
                <a:schemeClr val="dk1"/>
              </a:buClr>
              <a:buSzPts val="1600"/>
              <a:buChar char="•"/>
            </a:pPr>
            <a:r>
              <a:rPr lang="en-US" sz="1600"/>
              <a:t>Install Location: Usually under C:\Program Files\Microsoft Office</a:t>
            </a:r>
            <a:endParaRPr/>
          </a:p>
          <a:p>
            <a:pPr indent="-342900" lvl="0" marL="342900" rtl="0" algn="l">
              <a:spcBef>
                <a:spcPts val="320"/>
              </a:spcBef>
              <a:spcAft>
                <a:spcPts val="0"/>
              </a:spcAft>
              <a:buClr>
                <a:schemeClr val="dk1"/>
              </a:buClr>
              <a:buSzPts val="1600"/>
              <a:buChar char="•"/>
            </a:pPr>
            <a:r>
              <a:rPr lang="en-US" sz="1600"/>
              <a:t>It’s a container for all Office apps (Word, Excel, PowerPoint, Outlook, etc.)</a:t>
            </a:r>
            <a:endParaRPr/>
          </a:p>
          <a:p>
            <a:pPr indent="-342900" lvl="0" marL="342900" rtl="0" algn="l">
              <a:spcBef>
                <a:spcPts val="320"/>
              </a:spcBef>
              <a:spcAft>
                <a:spcPts val="0"/>
              </a:spcAft>
              <a:buClr>
                <a:schemeClr val="dk1"/>
              </a:buClr>
              <a:buSzPts val="1600"/>
              <a:buChar char="•"/>
            </a:pPr>
            <a:r>
              <a:rPr lang="en-US" sz="1600"/>
              <a:t>You cannot uninstall individual apps from this entry unless installed separately</a:t>
            </a:r>
            <a:endParaRPr/>
          </a:p>
          <a:p>
            <a:pPr indent="-342900" lvl="0" marL="342900" rtl="0" algn="l">
              <a:spcBef>
                <a:spcPts val="320"/>
              </a:spcBef>
              <a:spcAft>
                <a:spcPts val="0"/>
              </a:spcAft>
              <a:buClr>
                <a:schemeClr val="dk1"/>
              </a:buClr>
              <a:buSzPts val="1600"/>
              <a:buChar char="•"/>
            </a:pPr>
            <a:r>
              <a:rPr lang="en-US" sz="1600"/>
              <a:t>The entry is tied to the Click-to-Run virtualization layer, not traditional MSI</a:t>
            </a:r>
            <a:endParaRPr/>
          </a:p>
          <a:p>
            <a:pPr indent="-342900" lvl="0" marL="342900" rtl="0" algn="l">
              <a:spcBef>
                <a:spcPts val="320"/>
              </a:spcBef>
              <a:spcAft>
                <a:spcPts val="0"/>
              </a:spcAft>
              <a:buClr>
                <a:schemeClr val="dk1"/>
              </a:buClr>
              <a:buSzPts val="1600"/>
              <a:buChar char="•"/>
            </a:pPr>
            <a:r>
              <a:rPr lang="en-US" sz="1600"/>
              <a:t>If you’ve excluded apps during deployment (e.g., Access or Publisher), they won’t appear in the Start Menu or be usable—but the Add/Remove entry still shows the full suite name</a:t>
            </a:r>
            <a:endParaRPr/>
          </a:p>
          <a:p>
            <a:pPr indent="-342900" lvl="0" marL="342900" rtl="0" algn="l">
              <a:spcBef>
                <a:spcPts val="320"/>
              </a:spcBef>
              <a:spcAft>
                <a:spcPts val="0"/>
              </a:spcAft>
              <a:buClr>
                <a:schemeClr val="dk1"/>
              </a:buClr>
              <a:buSzPts val="1600"/>
              <a:buChar char="•"/>
            </a:pPr>
            <a:r>
              <a:rPr lang="en-US" sz="1600"/>
              <a:t>Registry Location for Program Entry: HKEY_LOCAL_MACHINE\SOFTWARE\Microsoft\Windows\CurrentVersion\Uninstall</a:t>
            </a:r>
            <a:endParaRPr/>
          </a:p>
          <a:p>
            <a:pPr indent="0" lvl="0" marL="0" rtl="0" algn="l">
              <a:spcBef>
                <a:spcPts val="320"/>
              </a:spcBef>
              <a:spcAft>
                <a:spcPts val="0"/>
              </a:spcAft>
              <a:buClr>
                <a:schemeClr val="dk1"/>
              </a:buClr>
              <a:buSzPts val="1600"/>
              <a:buNone/>
            </a:pPr>
            <a:r>
              <a:rPr lang="en-US" sz="1600"/>
              <a:t>       Look for keys with DisplayName like Microsoft 365 Apps</a:t>
            </a:r>
            <a:endParaRPr/>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30"/>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Application Installation Type</a:t>
            </a:r>
            <a:endParaRPr b="1" sz="3200">
              <a:solidFill>
                <a:schemeClr val="lt1"/>
              </a:solidFill>
              <a:latin typeface="Calibri"/>
              <a:ea typeface="Calibri"/>
              <a:cs typeface="Calibri"/>
              <a:sym typeface="Calibri"/>
            </a:endParaRPr>
          </a:p>
        </p:txBody>
      </p:sp>
      <p:graphicFrame>
        <p:nvGraphicFramePr>
          <p:cNvPr id="944" name="Google Shape;944;p30"/>
          <p:cNvGraphicFramePr/>
          <p:nvPr/>
        </p:nvGraphicFramePr>
        <p:xfrm>
          <a:off x="179512" y="1484784"/>
          <a:ext cx="3000000" cy="3000000"/>
        </p:xfrm>
        <a:graphic>
          <a:graphicData uri="http://schemas.openxmlformats.org/drawingml/2006/table">
            <a:tbl>
              <a:tblPr>
                <a:noFill/>
                <a:tableStyleId>{DEFBCA15-2E43-4E03-ADF0-53B9DDC5D8C4}</a:tableStyleId>
              </a:tblPr>
              <a:tblGrid>
                <a:gridCol w="1080125"/>
                <a:gridCol w="2160250"/>
                <a:gridCol w="1697400"/>
                <a:gridCol w="1831000"/>
                <a:gridCol w="1460850"/>
              </a:tblGrid>
              <a:tr h="228600">
                <a:tc>
                  <a:txBody>
                    <a:bodyPr/>
                    <a:lstStyle/>
                    <a:p>
                      <a:pPr indent="0" lvl="0" marL="0" marR="0" rtl="0" algn="ctr">
                        <a:spcBef>
                          <a:spcPts val="0"/>
                        </a:spcBef>
                        <a:spcAft>
                          <a:spcPts val="0"/>
                        </a:spcAft>
                        <a:buNone/>
                      </a:pPr>
                      <a:r>
                        <a:rPr b="1" lang="en-US" sz="1800">
                          <a:solidFill>
                            <a:schemeClr val="lt1"/>
                          </a:solidFill>
                        </a:rPr>
                        <a:t>Context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US" sz="1800">
                          <a:solidFill>
                            <a:schemeClr val="lt1"/>
                          </a:solidFill>
                        </a:rPr>
                        <a:t>Runs As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US" sz="1800">
                          <a:solidFill>
                            <a:schemeClr val="lt1"/>
                          </a:solidFill>
                        </a:rPr>
                        <a:t>Access Level</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US" sz="1800">
                          <a:solidFill>
                            <a:schemeClr val="lt1"/>
                          </a:solidFill>
                        </a:rPr>
                        <a:t>Best For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US" sz="1800">
                          <a:solidFill>
                            <a:schemeClr val="lt1"/>
                          </a:solidFill>
                        </a:rPr>
                        <a:t>Limitations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228600">
                <a:tc>
                  <a:txBody>
                    <a:bodyPr/>
                    <a:lstStyle/>
                    <a:p>
                      <a:pPr indent="0" lvl="0" marL="0" marR="0" rtl="0" algn="ctr">
                        <a:spcBef>
                          <a:spcPts val="0"/>
                        </a:spcBef>
                        <a:spcAft>
                          <a:spcPts val="0"/>
                        </a:spcAft>
                        <a:buNone/>
                      </a:pPr>
                      <a:r>
                        <a:rPr b="1" lang="en-US" sz="1800"/>
                        <a:t>User</a:t>
                      </a:r>
                      <a:endParaRPr sz="18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Logged-in user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Limited</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Profile-based apps, Store apps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No system access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b="1" lang="en-US" sz="1800"/>
                        <a:t>Admin</a:t>
                      </a:r>
                      <a:endParaRPr sz="18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Elevated user</a:t>
                      </a:r>
                      <a:endParaRPr/>
                    </a:p>
                    <a:p>
                      <a:pPr indent="0" lvl="0" marL="0" marR="0" rtl="0" algn="ctr">
                        <a:spcBef>
                          <a:spcPts val="0"/>
                        </a:spcBef>
                        <a:spcAft>
                          <a:spcPts val="0"/>
                        </a:spcAft>
                        <a:buNone/>
                      </a:pPr>
                      <a:r>
                        <a:rPr lang="en-US" sz="1800"/>
                        <a:t>(FedEX App Manager)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Full (via UAC)</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Manual installs, troubleshooting</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Requires user consent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28600">
                <a:tc>
                  <a:txBody>
                    <a:bodyPr/>
                    <a:lstStyle/>
                    <a:p>
                      <a:pPr indent="0" lvl="0" marL="0" marR="0" rtl="0" algn="ctr">
                        <a:spcBef>
                          <a:spcPts val="0"/>
                        </a:spcBef>
                        <a:spcAft>
                          <a:spcPts val="0"/>
                        </a:spcAft>
                        <a:buNone/>
                      </a:pPr>
                      <a:r>
                        <a:rPr b="1" lang="en-US" sz="1800"/>
                        <a:t>System</a:t>
                      </a:r>
                      <a:endParaRPr sz="18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SYSTEM account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Full (silent)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Enterprise deployments, Intune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spcBef>
                          <a:spcPts val="0"/>
                        </a:spcBef>
                        <a:spcAft>
                          <a:spcPts val="0"/>
                        </a:spcAft>
                        <a:buNone/>
                      </a:pPr>
                      <a:r>
                        <a:rPr lang="en-US" sz="1800"/>
                        <a:t>No user interaction, no profile data</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31"/>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2800"/>
              <a:buFont typeface="Calibri"/>
              <a:buNone/>
            </a:pPr>
            <a:r>
              <a:rPr b="1" lang="en-US" sz="2800">
                <a:solidFill>
                  <a:schemeClr val="lt1"/>
                </a:solidFill>
                <a:latin typeface="Calibri"/>
                <a:ea typeface="Calibri"/>
                <a:cs typeface="Calibri"/>
                <a:sym typeface="Calibri"/>
              </a:rPr>
              <a:t>User Context Installation</a:t>
            </a:r>
            <a:endParaRPr/>
          </a:p>
        </p:txBody>
      </p:sp>
      <p:sp>
        <p:nvSpPr>
          <p:cNvPr id="950" name="Google Shape;950;p31"/>
          <p:cNvSpPr txBox="1"/>
          <p:nvPr>
            <p:ph idx="1" type="body"/>
          </p:nvPr>
        </p:nvSpPr>
        <p:spPr>
          <a:xfrm>
            <a:off x="395536" y="1196752"/>
            <a:ext cx="8291264" cy="4929411"/>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None/>
            </a:pPr>
            <a:r>
              <a:rPr lang="en-US" sz="1800"/>
              <a:t>MSI is Compatible for User Context -&gt; Open the .msi and check the Property table:</a:t>
            </a:r>
            <a:endParaRPr/>
          </a:p>
          <a:p>
            <a:pPr indent="-3429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None/>
            </a:pPr>
            <a:r>
              <a:rPr lang="en-US" sz="1800"/>
              <a:t>If ALLUSERS=1, it's a machine-wide install</a:t>
            </a:r>
            <a:endParaRPr/>
          </a:p>
          <a:p>
            <a:pPr indent="0" lvl="0" marL="0" rtl="0" algn="l">
              <a:spcBef>
                <a:spcPts val="360"/>
              </a:spcBef>
              <a:spcAft>
                <a:spcPts val="0"/>
              </a:spcAft>
              <a:buClr>
                <a:schemeClr val="dk1"/>
              </a:buClr>
              <a:buSzPts val="1800"/>
              <a:buNone/>
            </a:pPr>
            <a:r>
              <a:rPr lang="en-US" sz="1800"/>
              <a:t>If ALLUSERS=2 or missing → can be user-level</a:t>
            </a:r>
            <a:endParaRPr/>
          </a:p>
          <a:p>
            <a:pPr indent="0" lvl="0" marL="0" rtl="0" algn="just">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Verify Installation Location:</a:t>
            </a:r>
            <a:endParaRPr/>
          </a:p>
          <a:p>
            <a:pPr indent="0" lvl="0" marL="0" rtl="0" algn="l">
              <a:spcBef>
                <a:spcPts val="36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lang="en-US" sz="1800"/>
              <a:t>Context App Installs To</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Per-user - C:\Users\USERNAME\AppData\Local\Programs\</a:t>
            </a:r>
            <a:endParaRPr/>
          </a:p>
          <a:p>
            <a:pPr indent="-342900" lvl="0" marL="342900" rtl="0" algn="l">
              <a:spcBef>
                <a:spcPts val="360"/>
              </a:spcBef>
              <a:spcAft>
                <a:spcPts val="0"/>
              </a:spcAft>
              <a:buClr>
                <a:schemeClr val="dk1"/>
              </a:buClr>
              <a:buSzPts val="1800"/>
              <a:buChar char="•"/>
            </a:pPr>
            <a:r>
              <a:rPr lang="en-US" sz="1800"/>
              <a:t>Per-machine -&gt; C:\Program Files\ or “C:\Program Files (x86)”</a:t>
            </a:r>
            <a:endParaRPr/>
          </a:p>
          <a:p>
            <a:pPr indent="0" lvl="0" marL="0" rtl="0" algn="just">
              <a:spcBef>
                <a:spcPts val="360"/>
              </a:spcBef>
              <a:spcAft>
                <a:spcPts val="0"/>
              </a:spcAft>
              <a:buClr>
                <a:schemeClr val="dk1"/>
              </a:buClr>
              <a:buSzPts val="1800"/>
              <a:buNone/>
            </a:pPr>
            <a:r>
              <a:t/>
            </a:r>
            <a:endParaRPr sz="1800"/>
          </a:p>
          <a:p>
            <a:pPr indent="0" lvl="0" marL="0" rtl="0" algn="just">
              <a:spcBef>
                <a:spcPts val="360"/>
              </a:spcBef>
              <a:spcAft>
                <a:spcPts val="0"/>
              </a:spcAft>
              <a:buClr>
                <a:schemeClr val="dk1"/>
              </a:buClr>
              <a:buSzPts val="1800"/>
              <a:buNone/>
            </a:pPr>
            <a:r>
              <a:t/>
            </a:r>
            <a:endParaRPr sz="18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4" name="Shape 954"/>
        <p:cNvGrpSpPr/>
        <p:nvPr/>
      </p:nvGrpSpPr>
      <p:grpSpPr>
        <a:xfrm>
          <a:off x="0" y="0"/>
          <a:ext cx="0" cy="0"/>
          <a:chOff x="0" y="0"/>
          <a:chExt cx="0" cy="0"/>
        </a:xfrm>
      </p:grpSpPr>
      <p:sp>
        <p:nvSpPr>
          <p:cNvPr id="955" name="Google Shape;955;p32"/>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Active Setup Versioning</a:t>
            </a:r>
            <a:endParaRPr b="1" sz="3200">
              <a:solidFill>
                <a:schemeClr val="lt1"/>
              </a:solidFill>
              <a:latin typeface="Calibri"/>
              <a:ea typeface="Calibri"/>
              <a:cs typeface="Calibri"/>
              <a:sym typeface="Calibri"/>
            </a:endParaRPr>
          </a:p>
        </p:txBody>
      </p:sp>
      <p:sp>
        <p:nvSpPr>
          <p:cNvPr id="956" name="Google Shape;956;p32"/>
          <p:cNvSpPr txBox="1"/>
          <p:nvPr>
            <p:ph idx="1" type="body"/>
          </p:nvPr>
        </p:nvSpPr>
        <p:spPr>
          <a:xfrm>
            <a:off x="323528" y="980728"/>
            <a:ext cx="8291264"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US" sz="1800"/>
              <a:t>Active Setup is a Windows mechanism that allows you to run a command once per user at logon. It’s commonly used to initialize user-specific settings after an application is installed.</a:t>
            </a:r>
            <a:endParaRPr/>
          </a:p>
          <a:p>
            <a:pPr indent="0" lvl="0" marL="0" rtl="0" algn="l">
              <a:spcBef>
                <a:spcPts val="360"/>
              </a:spcBef>
              <a:spcAft>
                <a:spcPts val="0"/>
              </a:spcAft>
              <a:buClr>
                <a:schemeClr val="dk1"/>
              </a:buClr>
              <a:buSzPts val="1800"/>
              <a:buNone/>
            </a:pPr>
            <a:r>
              <a:rPr lang="en-US" sz="1800"/>
              <a:t>It compares registry entries in HKLM and HKCU. If the user’s profile doesn’t have the matching entry, the command is executed.</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Registry Structure</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Machine Key (HKLM)</a:t>
            </a:r>
            <a:endParaRPr/>
          </a:p>
          <a:p>
            <a:pPr indent="0" lvl="0" marL="0" rtl="0" algn="l">
              <a:spcBef>
                <a:spcPts val="360"/>
              </a:spcBef>
              <a:spcAft>
                <a:spcPts val="0"/>
              </a:spcAft>
              <a:buClr>
                <a:schemeClr val="dk1"/>
              </a:buClr>
              <a:buSzPts val="1800"/>
              <a:buNone/>
            </a:pPr>
            <a:r>
              <a:rPr lang="en-US" sz="1800"/>
              <a:t>reg: HKLM\SOFTWARE\Microsoft\Active Setup\Installed Components\{YourAppGUID}</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User Key (HKCU)</a:t>
            </a:r>
            <a:endParaRPr/>
          </a:p>
          <a:p>
            <a:pPr indent="0" lvl="0" marL="0" rtl="0" algn="l">
              <a:spcBef>
                <a:spcPts val="360"/>
              </a:spcBef>
              <a:spcAft>
                <a:spcPts val="0"/>
              </a:spcAft>
              <a:buClr>
                <a:schemeClr val="dk1"/>
              </a:buClr>
              <a:buSzPts val="1800"/>
              <a:buNone/>
            </a:pPr>
            <a:r>
              <a:rPr lang="en-US" sz="1800"/>
              <a:t>reg: HKCU\SOFTWARE\Microsoft\Active Setup\Installed Components\{YourAppGUID}</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lang="en-US" sz="1800"/>
              <a:t>When a user logs in, Windows checks if the Version in HKCU matches HKLM. If not, it runs the command in StubPath.</a:t>
            </a:r>
            <a:endParaRPr sz="18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33"/>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Win 10 vs Win 11 – App Packaging</a:t>
            </a:r>
            <a:endParaRPr b="1" sz="3200">
              <a:solidFill>
                <a:schemeClr val="lt1"/>
              </a:solidFill>
            </a:endParaRPr>
          </a:p>
        </p:txBody>
      </p:sp>
      <p:graphicFrame>
        <p:nvGraphicFramePr>
          <p:cNvPr id="962" name="Google Shape;962;p33"/>
          <p:cNvGraphicFramePr/>
          <p:nvPr/>
        </p:nvGraphicFramePr>
        <p:xfrm>
          <a:off x="323528" y="1051560"/>
          <a:ext cx="3000000" cy="3000000"/>
        </p:xfrm>
        <a:graphic>
          <a:graphicData uri="http://schemas.openxmlformats.org/drawingml/2006/table">
            <a:tbl>
              <a:tblPr>
                <a:noFill/>
                <a:tableStyleId>{DEFBCA15-2E43-4E03-ADF0-53B9DDC5D8C4}</a:tableStyleId>
              </a:tblPr>
              <a:tblGrid>
                <a:gridCol w="2743200"/>
                <a:gridCol w="2743200"/>
                <a:gridCol w="2743200"/>
              </a:tblGrid>
              <a:tr h="228600">
                <a:tc>
                  <a:txBody>
                    <a:bodyPr/>
                    <a:lstStyle/>
                    <a:p>
                      <a:pPr indent="0" lvl="0" marL="0" marR="0" rtl="0" algn="ctr">
                        <a:spcBef>
                          <a:spcPts val="0"/>
                        </a:spcBef>
                        <a:spcAft>
                          <a:spcPts val="0"/>
                        </a:spcAft>
                        <a:buNone/>
                      </a:pPr>
                      <a:r>
                        <a:rPr b="1" lang="en-US" sz="1800">
                          <a:solidFill>
                            <a:schemeClr val="lt1"/>
                          </a:solidFill>
                        </a:rPr>
                        <a:t>Feature Area</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US" sz="1800">
                          <a:solidFill>
                            <a:schemeClr val="lt1"/>
                          </a:solidFill>
                        </a:rPr>
                        <a:t>Windows 11</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c>
                  <a:txBody>
                    <a:bodyPr/>
                    <a:lstStyle/>
                    <a:p>
                      <a:pPr indent="0" lvl="0" marL="0" marR="0" rtl="0" algn="ctr">
                        <a:spcBef>
                          <a:spcPts val="0"/>
                        </a:spcBef>
                        <a:spcAft>
                          <a:spcPts val="0"/>
                        </a:spcAft>
                        <a:buNone/>
                      </a:pPr>
                      <a:r>
                        <a:rPr b="1" lang="en-US" sz="1800">
                          <a:solidFill>
                            <a:schemeClr val="lt1"/>
                          </a:solidFill>
                        </a:rPr>
                        <a:t>Windows 10</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0070C0"/>
                    </a:solidFill>
                  </a:tcPr>
                </a:tc>
              </a:tr>
              <a:tr h="203200">
                <a:tc>
                  <a:txBody>
                    <a:bodyPr/>
                    <a:lstStyle/>
                    <a:p>
                      <a:pPr indent="0" lvl="0" marL="0" marR="0" rtl="0" algn="l">
                        <a:spcBef>
                          <a:spcPts val="0"/>
                        </a:spcBef>
                        <a:spcAft>
                          <a:spcPts val="0"/>
                        </a:spcAft>
                        <a:buNone/>
                      </a:pPr>
                      <a:r>
                        <a:rPr b="1" lang="en-US" sz="1600"/>
                        <a:t>User Interface</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Fluent Design, centered Start Menu &amp; Taskbar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Classic Start Menu &amp; Taskbar</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spcBef>
                          <a:spcPts val="0"/>
                        </a:spcBef>
                        <a:spcAft>
                          <a:spcPts val="0"/>
                        </a:spcAft>
                        <a:buNone/>
                      </a:pPr>
                      <a:r>
                        <a:rPr b="1" lang="en-US" sz="1600"/>
                        <a:t>System Requirements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TPM 2.0, Secure Boot, UEFI, 64-bit only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More lenient; supports older hardware</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spcBef>
                          <a:spcPts val="0"/>
                        </a:spcBef>
                        <a:spcAft>
                          <a:spcPts val="0"/>
                        </a:spcAft>
                        <a:buNone/>
                      </a:pPr>
                      <a:r>
                        <a:rPr b="1" lang="en-US" sz="1600"/>
                        <a:t>Microsoft Store</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Redesigned, supports Android apps via WSA</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Traditional Store, no Android support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spcBef>
                          <a:spcPts val="0"/>
                        </a:spcBef>
                        <a:spcAft>
                          <a:spcPts val="0"/>
                        </a:spcAft>
                        <a:buNone/>
                      </a:pPr>
                      <a:r>
                        <a:rPr b="1" lang="en-US" sz="1600"/>
                        <a:t>Packaging Format</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Strong push for </a:t>
                      </a:r>
                      <a:r>
                        <a:rPr b="1" lang="en-US" sz="1600"/>
                        <a:t>MSIX</a:t>
                      </a:r>
                      <a:r>
                        <a:rPr lang="en-US" sz="1600"/>
                        <a:t> adoption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Supports MSI, EXE, and MSIX</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spcBef>
                          <a:spcPts val="0"/>
                        </a:spcBef>
                        <a:spcAft>
                          <a:spcPts val="0"/>
                        </a:spcAft>
                        <a:buNone/>
                      </a:pPr>
                      <a:r>
                        <a:rPr b="1" lang="en-US" sz="1600"/>
                        <a:t>Security Model</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Enforced hardware-based security (TPM, VBS)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Software-based security still common</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spcBef>
                          <a:spcPts val="0"/>
                        </a:spcBef>
                        <a:spcAft>
                          <a:spcPts val="0"/>
                        </a:spcAft>
                        <a:buNone/>
                      </a:pPr>
                      <a:r>
                        <a:rPr b="1" lang="en-US" sz="1600"/>
                        <a:t>AppContainer Support</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Enhanced isolation for packaged apps</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Supported but less emphasized</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spcBef>
                          <a:spcPts val="0"/>
                        </a:spcBef>
                        <a:spcAft>
                          <a:spcPts val="0"/>
                        </a:spcAft>
                        <a:buNone/>
                      </a:pPr>
                      <a:r>
                        <a:rPr b="1" lang="en-US" sz="1600"/>
                        <a:t>Virtual Desktops</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Snap Layouts, improved multitasking</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Basic virtual desktop support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03200">
                <a:tc>
                  <a:txBody>
                    <a:bodyPr/>
                    <a:lstStyle/>
                    <a:p>
                      <a:pPr indent="0" lvl="0" marL="0" marR="0" rtl="0" algn="l">
                        <a:spcBef>
                          <a:spcPts val="0"/>
                        </a:spcBef>
                        <a:spcAft>
                          <a:spcPts val="0"/>
                        </a:spcAft>
                        <a:buNone/>
                      </a:pPr>
                      <a:r>
                        <a:rPr b="1" lang="en-US" sz="1600"/>
                        <a:t>Copilot Integration</a:t>
                      </a:r>
                      <a:endParaRPr sz="1600"/>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Built-in AI assistant for productivity</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rPr lang="en-US" sz="1600"/>
                        <a:t>No native AI assistant</a:t>
                      </a:r>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34"/>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Win 10 vs Win 11 – App Packaging</a:t>
            </a:r>
            <a:endParaRPr b="1" sz="3200">
              <a:solidFill>
                <a:schemeClr val="lt1"/>
              </a:solidFill>
            </a:endParaRPr>
          </a:p>
        </p:txBody>
      </p:sp>
      <p:sp>
        <p:nvSpPr>
          <p:cNvPr id="968" name="Google Shape;968;p34"/>
          <p:cNvSpPr txBox="1"/>
          <p:nvPr>
            <p:ph idx="1" type="body"/>
          </p:nvPr>
        </p:nvSpPr>
        <p:spPr>
          <a:xfrm>
            <a:off x="323528" y="980728"/>
            <a:ext cx="8291264"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b="1" lang="en-US" sz="1800"/>
              <a:t>MSIX Adoption</a:t>
            </a:r>
            <a:endParaRPr/>
          </a:p>
          <a:p>
            <a:pPr indent="0" lvl="0" marL="0" rtl="0" algn="l">
              <a:spcBef>
                <a:spcPts val="360"/>
              </a:spcBef>
              <a:spcAft>
                <a:spcPts val="0"/>
              </a:spcAft>
              <a:buClr>
                <a:schemeClr val="dk1"/>
              </a:buClr>
              <a:buSzPts val="1800"/>
              <a:buNone/>
            </a:pPr>
            <a:r>
              <a:t/>
            </a:r>
            <a:endParaRPr b="1" sz="1800"/>
          </a:p>
          <a:p>
            <a:pPr indent="-342900" lvl="0" marL="342900" rtl="0" algn="l">
              <a:spcBef>
                <a:spcPts val="360"/>
              </a:spcBef>
              <a:spcAft>
                <a:spcPts val="0"/>
              </a:spcAft>
              <a:buClr>
                <a:schemeClr val="dk1"/>
              </a:buClr>
              <a:buSzPts val="1800"/>
              <a:buChar char="•"/>
            </a:pPr>
            <a:r>
              <a:rPr lang="en-US" sz="1800"/>
              <a:t>Windows 11 encourages MSIX for modern deployment, offering:</a:t>
            </a:r>
            <a:endParaRPr/>
          </a:p>
          <a:p>
            <a:pPr indent="0" lvl="0" marL="0" rtl="0" algn="l">
              <a:spcBef>
                <a:spcPts val="360"/>
              </a:spcBef>
              <a:spcAft>
                <a:spcPts val="0"/>
              </a:spcAft>
              <a:buClr>
                <a:schemeClr val="dk1"/>
              </a:buClr>
              <a:buSzPts val="1800"/>
              <a:buNone/>
            </a:pPr>
            <a:r>
              <a:rPr lang="en-US" sz="1800"/>
              <a:t>       Clean install/uninstall</a:t>
            </a:r>
            <a:endParaRPr/>
          </a:p>
          <a:p>
            <a:pPr indent="0" lvl="0" marL="0" rtl="0" algn="l">
              <a:spcBef>
                <a:spcPts val="360"/>
              </a:spcBef>
              <a:spcAft>
                <a:spcPts val="0"/>
              </a:spcAft>
              <a:buClr>
                <a:schemeClr val="dk1"/>
              </a:buClr>
              <a:buSzPts val="1800"/>
              <a:buNone/>
            </a:pPr>
            <a:r>
              <a:rPr lang="en-US" sz="1800"/>
              <a:t>       Auto-updates</a:t>
            </a:r>
            <a:endParaRPr/>
          </a:p>
          <a:p>
            <a:pPr indent="0" lvl="0" marL="0" rtl="0" algn="l">
              <a:spcBef>
                <a:spcPts val="360"/>
              </a:spcBef>
              <a:spcAft>
                <a:spcPts val="0"/>
              </a:spcAft>
              <a:buClr>
                <a:schemeClr val="dk1"/>
              </a:buClr>
              <a:buSzPts val="1800"/>
              <a:buNone/>
            </a:pPr>
            <a:r>
              <a:rPr lang="en-US" sz="1800"/>
              <a:t>       App identity for accessing OS features (e.g., notifications, background tasks)</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Windows 10 supports MSIX but is more tolerant of legacy formats like MSI and EXE.</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Compatibility</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Windows 11 has stricter hardware requirements (TPM 2.0, Secure Boot), which may affect legacy app deployment.</a:t>
            </a:r>
            <a:endParaRPr/>
          </a:p>
          <a:p>
            <a:pPr indent="-342900" lvl="0" marL="342900" rtl="0" algn="l">
              <a:spcBef>
                <a:spcPts val="360"/>
              </a:spcBef>
              <a:spcAft>
                <a:spcPts val="0"/>
              </a:spcAft>
              <a:buClr>
                <a:schemeClr val="dk1"/>
              </a:buClr>
              <a:buSzPts val="1800"/>
              <a:buChar char="•"/>
            </a:pPr>
            <a:r>
              <a:rPr lang="en-US" sz="1800"/>
              <a:t>Windows 10 is more forgiving, making it a better target for older enterprise environments.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35"/>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Windows Troubleshooting and Debugging</a:t>
            </a:r>
            <a:endParaRPr b="1" sz="3200">
              <a:solidFill>
                <a:schemeClr val="lt1"/>
              </a:solidFill>
            </a:endParaRPr>
          </a:p>
        </p:txBody>
      </p:sp>
      <p:sp>
        <p:nvSpPr>
          <p:cNvPr id="974" name="Google Shape;974;p35"/>
          <p:cNvSpPr txBox="1"/>
          <p:nvPr>
            <p:ph idx="1" type="body"/>
          </p:nvPr>
        </p:nvSpPr>
        <p:spPr>
          <a:xfrm>
            <a:off x="323528" y="836712"/>
            <a:ext cx="8291264"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US" sz="1800"/>
              <a:t>These are commonly used for system diagnostics, troubleshooting: </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LogonSessions</a:t>
            </a:r>
            <a:endParaRPr b="1" sz="1800"/>
          </a:p>
          <a:p>
            <a:pPr indent="-228600" lvl="0" marL="34290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Purpose: </a:t>
            </a:r>
            <a:r>
              <a:rPr lang="en-US" sz="1800"/>
              <a:t>Displays information about logged-on users.</a:t>
            </a:r>
            <a:endParaRPr/>
          </a:p>
          <a:p>
            <a:pPr indent="0" lvl="0" marL="0" rtl="0" algn="l">
              <a:spcBef>
                <a:spcPts val="360"/>
              </a:spcBef>
              <a:spcAft>
                <a:spcPts val="0"/>
              </a:spcAft>
              <a:buClr>
                <a:schemeClr val="dk1"/>
              </a:buClr>
              <a:buSzPts val="1800"/>
              <a:buNone/>
            </a:pPr>
            <a:r>
              <a:rPr b="1" lang="en-US" sz="1800"/>
              <a:t>Usage: </a:t>
            </a:r>
            <a:r>
              <a:rPr lang="en-US" sz="1800"/>
              <a:t>Shows detailed information about each logon session including user name, logon time, and authentication package.</a:t>
            </a:r>
            <a:endParaRPr/>
          </a:p>
          <a:p>
            <a:pPr indent="0" lvl="0" marL="0" rtl="0" algn="l">
              <a:spcBef>
                <a:spcPts val="360"/>
              </a:spcBef>
              <a:spcAft>
                <a:spcPts val="0"/>
              </a:spcAft>
              <a:buClr>
                <a:schemeClr val="dk1"/>
              </a:buClr>
              <a:buSzPts val="1800"/>
              <a:buNone/>
            </a:pPr>
            <a:r>
              <a:rPr b="1" lang="en-US" sz="1800"/>
              <a:t>Common Command: </a:t>
            </a:r>
            <a:r>
              <a:rPr lang="en-US" sz="1800"/>
              <a:t>LogonSessions.exe</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Autologon</a:t>
            </a:r>
            <a:endParaRPr b="1" sz="1800"/>
          </a:p>
          <a:p>
            <a:pPr indent="0" lvl="0" marL="0" rtl="0" algn="l">
              <a:spcBef>
                <a:spcPts val="360"/>
              </a:spcBef>
              <a:spcAft>
                <a:spcPts val="0"/>
              </a:spcAft>
              <a:buClr>
                <a:schemeClr val="dk1"/>
              </a:buClr>
              <a:buSzPts val="1800"/>
              <a:buNone/>
            </a:pPr>
            <a:r>
              <a:rPr lang="en-US" sz="1800"/>
              <a:t> </a:t>
            </a:r>
            <a:endParaRPr/>
          </a:p>
          <a:p>
            <a:pPr indent="0" lvl="0" marL="0" rtl="0" algn="l">
              <a:spcBef>
                <a:spcPts val="360"/>
              </a:spcBef>
              <a:spcAft>
                <a:spcPts val="0"/>
              </a:spcAft>
              <a:buClr>
                <a:schemeClr val="dk1"/>
              </a:buClr>
              <a:buSzPts val="1800"/>
              <a:buNone/>
            </a:pPr>
            <a:r>
              <a:rPr b="1" lang="en-US" sz="1800"/>
              <a:t>Purpose: </a:t>
            </a:r>
            <a:r>
              <a:rPr lang="en-US" sz="1800"/>
              <a:t>Configures Windows to log on automatically to a specific account.</a:t>
            </a:r>
            <a:endParaRPr/>
          </a:p>
          <a:p>
            <a:pPr indent="0" lvl="0" marL="0" rtl="0" algn="l">
              <a:spcBef>
                <a:spcPts val="360"/>
              </a:spcBef>
              <a:spcAft>
                <a:spcPts val="0"/>
              </a:spcAft>
              <a:buClr>
                <a:schemeClr val="dk1"/>
              </a:buClr>
              <a:buSzPts val="1800"/>
              <a:buNone/>
            </a:pPr>
            <a:r>
              <a:rPr b="1" lang="en-US" sz="1800"/>
              <a:t>Usage: </a:t>
            </a:r>
            <a:r>
              <a:rPr lang="en-US" sz="1800"/>
              <a:t>Stores encrypted credentials in the registry to bypass manual login.</a:t>
            </a:r>
            <a:endParaRPr/>
          </a:p>
          <a:p>
            <a:pPr indent="0" lvl="0" marL="0" rtl="0" algn="l">
              <a:spcBef>
                <a:spcPts val="360"/>
              </a:spcBef>
              <a:spcAft>
                <a:spcPts val="0"/>
              </a:spcAft>
              <a:buClr>
                <a:schemeClr val="dk1"/>
              </a:buClr>
              <a:buSzPts val="1800"/>
              <a:buNone/>
            </a:pPr>
            <a:r>
              <a:rPr b="1" lang="en-US" sz="1800"/>
              <a:t>GUI Tool: </a:t>
            </a:r>
            <a:r>
              <a:rPr lang="en-US" sz="1800"/>
              <a:t>Simple interface to input username, password, and domain.</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sp>
        <p:nvSpPr>
          <p:cNvPr id="979" name="Google Shape;979;p36"/>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Windows Troubleshooting and Debugging</a:t>
            </a:r>
            <a:endParaRPr b="1" sz="3200">
              <a:solidFill>
                <a:schemeClr val="lt1"/>
              </a:solidFill>
            </a:endParaRPr>
          </a:p>
        </p:txBody>
      </p:sp>
      <p:sp>
        <p:nvSpPr>
          <p:cNvPr id="980" name="Google Shape;980;p36"/>
          <p:cNvSpPr txBox="1"/>
          <p:nvPr>
            <p:ph idx="1" type="body"/>
          </p:nvPr>
        </p:nvSpPr>
        <p:spPr>
          <a:xfrm>
            <a:off x="323528" y="908720"/>
            <a:ext cx="8291264" cy="561662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800"/>
              <a:buChar char="•"/>
            </a:pPr>
            <a:r>
              <a:rPr b="1" lang="en-US" sz="1800"/>
              <a:t>Process Explorer</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Purpose: </a:t>
            </a:r>
            <a:r>
              <a:rPr lang="en-US" sz="1800"/>
              <a:t>Advanced version of Task Manager; shows real-time information on  running processes.</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Features: </a:t>
            </a:r>
            <a:endParaRPr/>
          </a:p>
          <a:p>
            <a:pPr indent="0" lvl="0" marL="0" rtl="0" algn="l">
              <a:spcBef>
                <a:spcPts val="360"/>
              </a:spcBef>
              <a:spcAft>
                <a:spcPts val="0"/>
              </a:spcAft>
              <a:buClr>
                <a:schemeClr val="dk1"/>
              </a:buClr>
              <a:buSzPts val="1800"/>
              <a:buNone/>
            </a:pPr>
            <a:r>
              <a:rPr lang="en-US" sz="1800"/>
              <a:t>DLL and handle view</a:t>
            </a:r>
            <a:endParaRPr/>
          </a:p>
          <a:p>
            <a:pPr indent="0" lvl="0" marL="0" rtl="0" algn="l">
              <a:spcBef>
                <a:spcPts val="360"/>
              </a:spcBef>
              <a:spcAft>
                <a:spcPts val="0"/>
              </a:spcAft>
              <a:buClr>
                <a:schemeClr val="dk1"/>
              </a:buClr>
              <a:buSzPts val="1800"/>
              <a:buNone/>
            </a:pPr>
            <a:r>
              <a:rPr lang="en-US" sz="1800"/>
              <a:t>Process tree visualization</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PsExec</a:t>
            </a:r>
            <a:endParaRPr b="1" sz="1800"/>
          </a:p>
          <a:p>
            <a:pPr indent="0" lvl="0" marL="0" rtl="0" algn="l">
              <a:spcBef>
                <a:spcPts val="36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Purpose: </a:t>
            </a:r>
            <a:r>
              <a:rPr lang="en-US" sz="1800"/>
              <a:t>Execute processes on remote systems.</a:t>
            </a:r>
            <a:endParaRPr/>
          </a:p>
          <a:p>
            <a:pPr indent="0" lvl="0" marL="0" rtl="0" algn="l">
              <a:spcBef>
                <a:spcPts val="360"/>
              </a:spcBef>
              <a:spcAft>
                <a:spcPts val="0"/>
              </a:spcAft>
              <a:buClr>
                <a:schemeClr val="dk1"/>
              </a:buClr>
              <a:buSzPts val="1800"/>
              <a:buNone/>
            </a:pPr>
            <a:r>
              <a:rPr b="1" lang="en-US" sz="1800"/>
              <a:t>Usage: </a:t>
            </a:r>
            <a:r>
              <a:rPr lang="en-US" sz="1800"/>
              <a:t>Great for remote administration and executing commands interactively or in background.</a:t>
            </a:r>
            <a:endParaRPr/>
          </a:p>
          <a:p>
            <a:pPr indent="0" lvl="0" marL="0" rtl="0" algn="l">
              <a:spcBef>
                <a:spcPts val="360"/>
              </a:spcBef>
              <a:spcAft>
                <a:spcPts val="0"/>
              </a:spcAft>
              <a:buClr>
                <a:schemeClr val="dk1"/>
              </a:buClr>
              <a:buSzPts val="1800"/>
              <a:buNone/>
            </a:pPr>
            <a:r>
              <a:rPr b="1" lang="en-US" sz="1800"/>
              <a:t>Example:</a:t>
            </a:r>
            <a:r>
              <a:rPr lang="en-US" sz="1800"/>
              <a:t> Command: PsExec </a:t>
            </a:r>
            <a:r>
              <a:rPr lang="en-US" sz="1800" u="sng">
                <a:solidFill>
                  <a:schemeClr val="hlink"/>
                </a:solidFill>
                <a:hlinkClick r:id="rId3"/>
              </a:rPr>
              <a:t>\\RemotePC</a:t>
            </a:r>
            <a:r>
              <a:rPr lang="en-US" sz="1800"/>
              <a:t> cmd</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37"/>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Windows Troubleshooting and Debugging</a:t>
            </a:r>
            <a:endParaRPr b="1" sz="3200">
              <a:solidFill>
                <a:schemeClr val="lt1"/>
              </a:solidFill>
            </a:endParaRPr>
          </a:p>
        </p:txBody>
      </p:sp>
      <p:sp>
        <p:nvSpPr>
          <p:cNvPr id="986" name="Google Shape;986;p37"/>
          <p:cNvSpPr txBox="1"/>
          <p:nvPr>
            <p:ph idx="1" type="body"/>
          </p:nvPr>
        </p:nvSpPr>
        <p:spPr>
          <a:xfrm>
            <a:off x="323528" y="908720"/>
            <a:ext cx="8291264"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lang="en-US" sz="1800"/>
              <a:t> </a:t>
            </a:r>
            <a:endParaRPr/>
          </a:p>
          <a:p>
            <a:pPr indent="-342900" lvl="0" marL="342900" rtl="0" algn="l">
              <a:spcBef>
                <a:spcPts val="360"/>
              </a:spcBef>
              <a:spcAft>
                <a:spcPts val="0"/>
              </a:spcAft>
              <a:buClr>
                <a:schemeClr val="dk1"/>
              </a:buClr>
              <a:buSzPts val="1800"/>
              <a:buChar char="•"/>
            </a:pPr>
            <a:r>
              <a:rPr b="1" lang="en-US" sz="1800"/>
              <a:t>PsTools </a:t>
            </a:r>
            <a:endParaRPr/>
          </a:p>
          <a:p>
            <a:pPr indent="-228600" lvl="0" marL="342900" rtl="0" algn="l">
              <a:spcBef>
                <a:spcPts val="36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Contains:</a:t>
            </a:r>
            <a:endParaRPr/>
          </a:p>
          <a:p>
            <a:pPr indent="0" lvl="0" marL="0" rtl="0" algn="l">
              <a:spcBef>
                <a:spcPts val="36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lang="en-US" sz="1800"/>
              <a:t>PsExec – execute processes remotely</a:t>
            </a:r>
            <a:endParaRPr/>
          </a:p>
          <a:p>
            <a:pPr indent="0" lvl="0" marL="0" rtl="0" algn="l">
              <a:spcBef>
                <a:spcPts val="360"/>
              </a:spcBef>
              <a:spcAft>
                <a:spcPts val="0"/>
              </a:spcAft>
              <a:buClr>
                <a:schemeClr val="dk1"/>
              </a:buClr>
              <a:buSzPts val="1800"/>
              <a:buNone/>
            </a:pPr>
            <a:r>
              <a:rPr lang="en-US" sz="1800"/>
              <a:t>PsList – list detailed process stats</a:t>
            </a:r>
            <a:endParaRPr/>
          </a:p>
          <a:p>
            <a:pPr indent="0" lvl="0" marL="0" rtl="0" algn="l">
              <a:spcBef>
                <a:spcPts val="360"/>
              </a:spcBef>
              <a:spcAft>
                <a:spcPts val="0"/>
              </a:spcAft>
              <a:buClr>
                <a:schemeClr val="dk1"/>
              </a:buClr>
              <a:buSzPts val="1800"/>
              <a:buNone/>
            </a:pPr>
            <a:r>
              <a:rPr lang="en-US" sz="1800"/>
              <a:t>PsKill – kill processes by name or ID</a:t>
            </a:r>
            <a:endParaRPr/>
          </a:p>
          <a:p>
            <a:pPr indent="0" lvl="0" marL="0" rtl="0" algn="l">
              <a:spcBef>
                <a:spcPts val="360"/>
              </a:spcBef>
              <a:spcAft>
                <a:spcPts val="0"/>
              </a:spcAft>
              <a:buClr>
                <a:schemeClr val="dk1"/>
              </a:buClr>
              <a:buSzPts val="1800"/>
              <a:buNone/>
            </a:pPr>
            <a:r>
              <a:rPr lang="en-US" sz="1800"/>
              <a:t>PsService – view and control services</a:t>
            </a:r>
            <a:endParaRPr/>
          </a:p>
          <a:p>
            <a:pPr indent="0" lvl="0" marL="0" rtl="0" algn="l">
              <a:spcBef>
                <a:spcPts val="360"/>
              </a:spcBef>
              <a:spcAft>
                <a:spcPts val="0"/>
              </a:spcAft>
              <a:buClr>
                <a:schemeClr val="dk1"/>
              </a:buClr>
              <a:buSzPts val="1800"/>
              <a:buNone/>
            </a:pPr>
            <a:r>
              <a:rPr lang="en-US" sz="1800"/>
              <a:t>PsShutdown – shutdown/reboot system</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Use Case: </a:t>
            </a:r>
            <a:r>
              <a:rPr lang="en-US" sz="1800"/>
              <a:t>Remote administration without RDP</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38"/>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Windows Troubleshooting and Debugging</a:t>
            </a:r>
            <a:endParaRPr b="1" sz="3200">
              <a:solidFill>
                <a:schemeClr val="lt1"/>
              </a:solidFill>
            </a:endParaRPr>
          </a:p>
        </p:txBody>
      </p:sp>
      <p:sp>
        <p:nvSpPr>
          <p:cNvPr id="992" name="Google Shape;992;p38"/>
          <p:cNvSpPr txBox="1"/>
          <p:nvPr>
            <p:ph idx="1" type="body"/>
          </p:nvPr>
        </p:nvSpPr>
        <p:spPr>
          <a:xfrm>
            <a:off x="323528" y="908720"/>
            <a:ext cx="8291264" cy="561662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800"/>
              <a:buChar char="•"/>
            </a:pPr>
            <a:r>
              <a:rPr b="1" lang="en-US" sz="1800"/>
              <a:t>RegMon</a:t>
            </a:r>
            <a:r>
              <a:rPr lang="en-US" sz="1800"/>
              <a:t> (Deprecated - replaced by Process Monitor)</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Replacement: </a:t>
            </a:r>
            <a:r>
              <a:rPr lang="en-US" sz="1800"/>
              <a:t>Now integrated into Process Monitor, which combines RegMon and FileMon features.</a:t>
            </a:r>
            <a:endParaRPr/>
          </a:p>
          <a:p>
            <a:pPr indent="0" lvl="0" marL="0" rtl="0" algn="l">
              <a:spcBef>
                <a:spcPts val="360"/>
              </a:spcBef>
              <a:spcAft>
                <a:spcPts val="0"/>
              </a:spcAft>
              <a:buClr>
                <a:schemeClr val="dk1"/>
              </a:buClr>
              <a:buSzPts val="1800"/>
              <a:buNone/>
            </a:pPr>
            <a:r>
              <a:rPr b="1" lang="en-US" sz="1800"/>
              <a:t>Use Case: </a:t>
            </a:r>
            <a:r>
              <a:rPr lang="en-US" sz="1800"/>
              <a:t>Troubleshooting apps that access or modify the Windows registry.</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Whois</a:t>
            </a:r>
            <a:endParaRPr b="1"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Tool Type: </a:t>
            </a:r>
            <a:r>
              <a:rPr lang="en-US" sz="1800"/>
              <a:t>Domain information lookup</a:t>
            </a:r>
            <a:endParaRPr/>
          </a:p>
          <a:p>
            <a:pPr indent="0" lvl="0" marL="0" rtl="0" algn="l">
              <a:spcBef>
                <a:spcPts val="360"/>
              </a:spcBef>
              <a:spcAft>
                <a:spcPts val="0"/>
              </a:spcAft>
              <a:buClr>
                <a:schemeClr val="dk1"/>
              </a:buClr>
              <a:buSzPts val="1800"/>
              <a:buNone/>
            </a:pPr>
            <a:r>
              <a:rPr b="1" lang="en-US" sz="1800"/>
              <a:t>Purpose: </a:t>
            </a:r>
            <a:r>
              <a:rPr lang="en-US" sz="1800"/>
              <a:t>Queries the WHOIS database for domain ownership, registration, and contact information.</a:t>
            </a:r>
            <a:endParaRPr/>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39"/>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Vulnerability Management</a:t>
            </a:r>
            <a:endParaRPr b="1" sz="3200">
              <a:solidFill>
                <a:schemeClr val="lt1"/>
              </a:solidFill>
            </a:endParaRPr>
          </a:p>
        </p:txBody>
      </p:sp>
      <p:sp>
        <p:nvSpPr>
          <p:cNvPr id="998" name="Google Shape;998;p39"/>
          <p:cNvSpPr txBox="1"/>
          <p:nvPr>
            <p:ph idx="1" type="body"/>
          </p:nvPr>
        </p:nvSpPr>
        <p:spPr>
          <a:xfrm>
            <a:off x="323528" y="908720"/>
            <a:ext cx="8291264"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b="1" lang="en-US" sz="1800"/>
              <a:t>Vulnerability Management: </a:t>
            </a:r>
            <a:r>
              <a:rPr lang="en-US" sz="1800"/>
              <a:t>It's a continuous cycle that ensures applications remain secure throughout their lifecycle. It involves:</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Discovery</a:t>
            </a:r>
            <a:endParaRPr/>
          </a:p>
          <a:p>
            <a:pPr indent="0" lvl="0" marL="0" rtl="0" algn="l">
              <a:spcBef>
                <a:spcPts val="360"/>
              </a:spcBef>
              <a:spcAft>
                <a:spcPts val="0"/>
              </a:spcAft>
              <a:buClr>
                <a:schemeClr val="dk1"/>
              </a:buClr>
              <a:buSzPts val="1800"/>
              <a:buNone/>
            </a:pPr>
            <a:r>
              <a:rPr lang="en-US" sz="1800"/>
              <a:t>        Scanning applications for known vulnerabilities.</a:t>
            </a:r>
            <a:endParaRPr/>
          </a:p>
          <a:p>
            <a:pPr indent="0" lvl="0" marL="0" rtl="0" algn="l">
              <a:spcBef>
                <a:spcPts val="360"/>
              </a:spcBef>
              <a:spcAft>
                <a:spcPts val="0"/>
              </a:spcAft>
              <a:buClr>
                <a:schemeClr val="dk1"/>
              </a:buClr>
              <a:buSzPts val="1800"/>
              <a:buNone/>
            </a:pPr>
            <a:r>
              <a:rPr lang="en-US" sz="1800"/>
              <a:t>        Identifying outdated libraries, insecure configurations, or exposed endpoints.</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Assessment</a:t>
            </a:r>
            <a:endParaRPr/>
          </a:p>
          <a:p>
            <a:pPr indent="0" lvl="0" marL="0" rtl="0" algn="l">
              <a:spcBef>
                <a:spcPts val="360"/>
              </a:spcBef>
              <a:spcAft>
                <a:spcPts val="0"/>
              </a:spcAft>
              <a:buClr>
                <a:schemeClr val="dk1"/>
              </a:buClr>
              <a:buSzPts val="1800"/>
              <a:buNone/>
            </a:pPr>
            <a:r>
              <a:rPr b="1" lang="en-US" sz="1800"/>
              <a:t>         </a:t>
            </a:r>
            <a:r>
              <a:rPr lang="en-US" sz="1800"/>
              <a:t>Evaluating the severity of each vulnerability (e.g., using CVSS scores).</a:t>
            </a:r>
            <a:endParaRPr/>
          </a:p>
          <a:p>
            <a:pPr indent="0" lvl="0" marL="0" rtl="0" algn="l">
              <a:spcBef>
                <a:spcPts val="360"/>
              </a:spcBef>
              <a:spcAft>
                <a:spcPts val="0"/>
              </a:spcAft>
              <a:buClr>
                <a:schemeClr val="dk1"/>
              </a:buClr>
              <a:buSzPts val="1800"/>
              <a:buNone/>
            </a:pPr>
            <a:r>
              <a:rPr lang="en-US" sz="1800"/>
              <a:t>         Determining the risk based on exploitability and impact.</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Prioritization</a:t>
            </a:r>
            <a:endParaRPr/>
          </a:p>
          <a:p>
            <a:pPr indent="0" lvl="0" marL="0" rtl="0" algn="l">
              <a:spcBef>
                <a:spcPts val="360"/>
              </a:spcBef>
              <a:spcAft>
                <a:spcPts val="0"/>
              </a:spcAft>
              <a:buClr>
                <a:schemeClr val="dk1"/>
              </a:buClr>
              <a:buSzPts val="1800"/>
              <a:buNone/>
            </a:pPr>
            <a:r>
              <a:rPr lang="en-US" sz="1800"/>
              <a:t>       Ranking vulnerabilities by urgency.</a:t>
            </a:r>
            <a:endParaRPr/>
          </a:p>
          <a:p>
            <a:pPr indent="0" lvl="0" marL="0" rtl="0" algn="l">
              <a:spcBef>
                <a:spcPts val="360"/>
              </a:spcBef>
              <a:spcAft>
                <a:spcPts val="0"/>
              </a:spcAft>
              <a:buClr>
                <a:schemeClr val="dk1"/>
              </a:buClr>
              <a:buSzPts val="1800"/>
              <a:buNone/>
            </a:pPr>
            <a:r>
              <a:rPr lang="en-US" sz="1800"/>
              <a:t>       Focusing on those with high risk or active exploits.</a:t>
            </a:r>
            <a:endParaRPr/>
          </a:p>
          <a:p>
            <a:pPr indent="-228600" lvl="0" marL="342900" rtl="0" algn="l">
              <a:spcBef>
                <a:spcPts val="360"/>
              </a:spcBef>
              <a:spcAft>
                <a:spcPts val="0"/>
              </a:spcAft>
              <a:buClr>
                <a:schemeClr val="dk1"/>
              </a:buClr>
              <a:buSzPts val="1800"/>
              <a:buNone/>
            </a:pPr>
            <a:r>
              <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40"/>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Vulnerability Management</a:t>
            </a:r>
            <a:endParaRPr b="1" sz="3200">
              <a:solidFill>
                <a:schemeClr val="lt1"/>
              </a:solidFill>
            </a:endParaRPr>
          </a:p>
        </p:txBody>
      </p:sp>
      <p:sp>
        <p:nvSpPr>
          <p:cNvPr id="1004" name="Google Shape;1004;p40"/>
          <p:cNvSpPr txBox="1"/>
          <p:nvPr>
            <p:ph idx="1" type="body"/>
          </p:nvPr>
        </p:nvSpPr>
        <p:spPr>
          <a:xfrm>
            <a:off x="323528" y="908720"/>
            <a:ext cx="8291264" cy="5616624"/>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800"/>
              <a:buChar char="•"/>
            </a:pPr>
            <a:r>
              <a:rPr b="1" lang="en-US" sz="1800"/>
              <a:t>Remediation</a:t>
            </a:r>
            <a:endParaRPr/>
          </a:p>
          <a:p>
            <a:pPr indent="0" lvl="0" marL="0" rtl="0" algn="l">
              <a:spcBef>
                <a:spcPts val="360"/>
              </a:spcBef>
              <a:spcAft>
                <a:spcPts val="0"/>
              </a:spcAft>
              <a:buClr>
                <a:schemeClr val="dk1"/>
              </a:buClr>
              <a:buSzPts val="1800"/>
              <a:buNone/>
            </a:pPr>
            <a:r>
              <a:rPr lang="en-US" sz="1800"/>
              <a:t>        Applying patches or updates.</a:t>
            </a:r>
            <a:endParaRPr/>
          </a:p>
          <a:p>
            <a:pPr indent="0" lvl="0" marL="0" rtl="0" algn="l">
              <a:spcBef>
                <a:spcPts val="360"/>
              </a:spcBef>
              <a:spcAft>
                <a:spcPts val="0"/>
              </a:spcAft>
              <a:buClr>
                <a:schemeClr val="dk1"/>
              </a:buClr>
              <a:buSzPts val="1800"/>
              <a:buNone/>
            </a:pPr>
            <a:r>
              <a:rPr lang="en-US" sz="1800"/>
              <a:t>        Rewriting insecure code or changing configurations.</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Verification</a:t>
            </a:r>
            <a:endParaRPr/>
          </a:p>
          <a:p>
            <a:pPr indent="0" lvl="0" marL="0" rtl="0" algn="l">
              <a:spcBef>
                <a:spcPts val="360"/>
              </a:spcBef>
              <a:spcAft>
                <a:spcPts val="0"/>
              </a:spcAft>
              <a:buClr>
                <a:schemeClr val="dk1"/>
              </a:buClr>
              <a:buSzPts val="1800"/>
              <a:buNone/>
            </a:pPr>
            <a:r>
              <a:rPr lang="en-US" sz="1800"/>
              <a:t>        Re-testing to confirm the fix worked.</a:t>
            </a:r>
            <a:endParaRPr/>
          </a:p>
          <a:p>
            <a:pPr indent="0" lvl="0" marL="0" rtl="0" algn="l">
              <a:spcBef>
                <a:spcPts val="360"/>
              </a:spcBef>
              <a:spcAft>
                <a:spcPts val="0"/>
              </a:spcAft>
              <a:buClr>
                <a:schemeClr val="dk1"/>
              </a:buClr>
              <a:buSzPts val="1800"/>
              <a:buNone/>
            </a:pPr>
            <a:r>
              <a:rPr lang="en-US" sz="1800"/>
              <a:t>        Ensuring no new issues were introduced.</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Reporting &amp; Monitoring</a:t>
            </a:r>
            <a:endParaRPr/>
          </a:p>
          <a:p>
            <a:pPr indent="0" lvl="0" marL="0" rtl="0" algn="l">
              <a:spcBef>
                <a:spcPts val="360"/>
              </a:spcBef>
              <a:spcAft>
                <a:spcPts val="0"/>
              </a:spcAft>
              <a:buClr>
                <a:schemeClr val="dk1"/>
              </a:buClr>
              <a:buSzPts val="1800"/>
              <a:buNone/>
            </a:pPr>
            <a:r>
              <a:rPr lang="en-US" sz="1800"/>
              <a:t>       Keeping logs and dashboards for audit and compliance.</a:t>
            </a:r>
            <a:endParaRPr/>
          </a:p>
          <a:p>
            <a:pPr indent="0" lvl="0" marL="0" rtl="0" algn="l">
              <a:spcBef>
                <a:spcPts val="360"/>
              </a:spcBef>
              <a:spcAft>
                <a:spcPts val="0"/>
              </a:spcAft>
              <a:buClr>
                <a:schemeClr val="dk1"/>
              </a:buClr>
              <a:buSzPts val="1800"/>
              <a:buNone/>
            </a:pPr>
            <a:r>
              <a:rPr lang="en-US" sz="1800"/>
              <a:t>       Continuously monitoring for new threats.</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Tools like </a:t>
            </a:r>
            <a:r>
              <a:rPr lang="en-US" sz="1800"/>
              <a:t>- Qualys , Rapid7, ManageEngine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41"/>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Lab Tasks</a:t>
            </a:r>
            <a:endParaRPr b="1" sz="3200">
              <a:solidFill>
                <a:schemeClr val="lt1"/>
              </a:solidFill>
            </a:endParaRPr>
          </a:p>
        </p:txBody>
      </p:sp>
      <p:sp>
        <p:nvSpPr>
          <p:cNvPr id="1010" name="Google Shape;1010;p41"/>
          <p:cNvSpPr txBox="1"/>
          <p:nvPr>
            <p:ph idx="1" type="body"/>
          </p:nvPr>
        </p:nvSpPr>
        <p:spPr>
          <a:xfrm>
            <a:off x="323528" y="908720"/>
            <a:ext cx="8291264"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Tasks: Vulnerability Remediation</a:t>
            </a:r>
            <a:endParaRPr/>
          </a:p>
          <a:p>
            <a:pPr indent="0" lvl="0" marL="0" rtl="0" algn="l">
              <a:spcBef>
                <a:spcPts val="360"/>
              </a:spcBef>
              <a:spcAft>
                <a:spcPts val="0"/>
              </a:spcAft>
              <a:buClr>
                <a:schemeClr val="dk1"/>
              </a:buClr>
              <a:buSzPts val="1800"/>
              <a:buNone/>
            </a:pPr>
            <a:r>
              <a:t/>
            </a:r>
            <a:endParaRPr b="1" sz="1800"/>
          </a:p>
          <a:p>
            <a:pPr indent="-342900" lvl="0" marL="342900" rtl="0" algn="l">
              <a:spcBef>
                <a:spcPts val="360"/>
              </a:spcBef>
              <a:spcAft>
                <a:spcPts val="0"/>
              </a:spcAft>
              <a:buClr>
                <a:schemeClr val="dk1"/>
              </a:buClr>
              <a:buSzPts val="1800"/>
              <a:buChar char="•"/>
            </a:pPr>
            <a:r>
              <a:rPr lang="en-US" sz="1800"/>
              <a:t>Identify unused local admin user and disable.</a:t>
            </a:r>
            <a:endParaRPr/>
          </a:p>
          <a:p>
            <a:pPr indent="-342900" lvl="0" marL="342900" rtl="0" algn="l">
              <a:spcBef>
                <a:spcPts val="360"/>
              </a:spcBef>
              <a:spcAft>
                <a:spcPts val="0"/>
              </a:spcAft>
              <a:buClr>
                <a:schemeClr val="dk1"/>
              </a:buClr>
              <a:buSzPts val="1800"/>
              <a:buChar char="•"/>
            </a:pPr>
            <a:r>
              <a:rPr lang="en-US" sz="1800"/>
              <a:t>Remove Bulk versions of apps via PS and Batch file scripts.</a:t>
            </a:r>
            <a:endParaRPr/>
          </a:p>
          <a:p>
            <a:pPr indent="-342900" lvl="0" marL="342900" rtl="0" algn="l">
              <a:spcBef>
                <a:spcPts val="360"/>
              </a:spcBef>
              <a:spcAft>
                <a:spcPts val="0"/>
              </a:spcAft>
              <a:buClr>
                <a:schemeClr val="dk1"/>
              </a:buClr>
              <a:buSzPts val="1800"/>
              <a:buChar char="•"/>
            </a:pPr>
            <a:r>
              <a:rPr lang="en-US" sz="1800"/>
              <a:t>Remove files, folder, registry via script </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42"/>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Build Complex Package and TS App</a:t>
            </a:r>
            <a:endParaRPr b="1" sz="3200">
              <a:solidFill>
                <a:schemeClr val="lt1"/>
              </a:solidFill>
            </a:endParaRPr>
          </a:p>
        </p:txBody>
      </p:sp>
      <p:sp>
        <p:nvSpPr>
          <p:cNvPr id="1016" name="Google Shape;1016;p42"/>
          <p:cNvSpPr txBox="1"/>
          <p:nvPr>
            <p:ph idx="1" type="body"/>
          </p:nvPr>
        </p:nvSpPr>
        <p:spPr>
          <a:xfrm>
            <a:off x="323528" y="908720"/>
            <a:ext cx="8291264"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Task Sequence to install multiple Application in a sequence during build. </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lang="en-US" sz="1800"/>
              <a:t>Package Complex app using Tool like Advance Installer</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43"/>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Introduction To Packaging Tools</a:t>
            </a:r>
            <a:endParaRPr b="1" sz="3200">
              <a:solidFill>
                <a:schemeClr val="lt1"/>
              </a:solidFill>
            </a:endParaRPr>
          </a:p>
        </p:txBody>
      </p:sp>
      <p:sp>
        <p:nvSpPr>
          <p:cNvPr id="1022" name="Google Shape;1022;p43"/>
          <p:cNvSpPr txBox="1"/>
          <p:nvPr>
            <p:ph idx="1" type="body"/>
          </p:nvPr>
        </p:nvSpPr>
        <p:spPr>
          <a:xfrm>
            <a:off x="323528" y="908720"/>
            <a:ext cx="8291264" cy="5616624"/>
          </a:xfrm>
          <a:prstGeom prst="rect">
            <a:avLst/>
          </a:prstGeom>
          <a:noFill/>
          <a:ln>
            <a:noFill/>
          </a:ln>
        </p:spPr>
        <p:txBody>
          <a:bodyPr anchorCtr="0" anchor="t" bIns="45700" lIns="91425" spcFirstLastPara="1" rIns="91425" wrap="square" tIns="45700">
            <a:noAutofit/>
          </a:bodyPr>
          <a:lstStyle/>
          <a:p>
            <a:pPr indent="-228600" lvl="0" marL="342900" rtl="0" algn="l">
              <a:spcBef>
                <a:spcPts val="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AutoNum type="arabicParenR"/>
            </a:pPr>
            <a:r>
              <a:rPr b="1" lang="en-US" sz="1800"/>
              <a:t>ORCA - </a:t>
            </a:r>
            <a:r>
              <a:rPr lang="en-US" sz="1800" u="sng">
                <a:solidFill>
                  <a:schemeClr val="hlink"/>
                </a:solidFill>
                <a:hlinkClick r:id="rId3"/>
              </a:rPr>
              <a:t>https://developer.microsoft.com/en-us/windows/downloads/windows-sdk/</a:t>
            </a:r>
            <a:endParaRPr sz="1800"/>
          </a:p>
          <a:p>
            <a:pPr indent="0" lvl="0" marL="0" rtl="0" algn="l">
              <a:spcBef>
                <a:spcPts val="360"/>
              </a:spcBef>
              <a:spcAft>
                <a:spcPts val="0"/>
              </a:spcAft>
              <a:buClr>
                <a:schemeClr val="dk1"/>
              </a:buClr>
              <a:buSzPts val="1800"/>
              <a:buNone/>
            </a:pPr>
            <a:r>
              <a:rPr lang="en-US" sz="1800"/>
              <a:t> </a:t>
            </a:r>
            <a:endParaRPr b="1" sz="1800"/>
          </a:p>
          <a:p>
            <a:pPr indent="0" lvl="0" marL="0" rtl="0" algn="l">
              <a:spcBef>
                <a:spcPts val="360"/>
              </a:spcBef>
              <a:spcAft>
                <a:spcPts val="0"/>
              </a:spcAft>
              <a:buClr>
                <a:schemeClr val="dk1"/>
              </a:buClr>
              <a:buSzPts val="1800"/>
              <a:buNone/>
            </a:pPr>
            <a:r>
              <a:rPr b="1" lang="en-US" sz="1800"/>
              <a:t>2)  Advance Installer - </a:t>
            </a:r>
            <a:r>
              <a:rPr lang="en-US" sz="1800" u="sng">
                <a:solidFill>
                  <a:schemeClr val="hlink"/>
                </a:solidFill>
                <a:hlinkClick r:id="rId4"/>
              </a:rPr>
              <a:t>https://www.advancedinstaller.com/</a:t>
            </a:r>
            <a:r>
              <a:rPr lang="en-US" sz="1800"/>
              <a:t> </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a:p>
            <a:pPr indent="-228600" lvl="0" marL="342900" rtl="0" algn="l">
              <a:spcBef>
                <a:spcPts val="360"/>
              </a:spcBef>
              <a:spcAft>
                <a:spcPts val="0"/>
              </a:spcAft>
              <a:buClr>
                <a:schemeClr val="dk1"/>
              </a:buClr>
              <a:buSzPts val="1800"/>
              <a:buNone/>
            </a:pPr>
            <a:r>
              <a:t/>
            </a:r>
            <a:endParaRPr sz="18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44"/>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ORCA</a:t>
            </a:r>
            <a:endParaRPr b="1" sz="3200">
              <a:solidFill>
                <a:schemeClr val="lt1"/>
              </a:solidFill>
            </a:endParaRPr>
          </a:p>
        </p:txBody>
      </p:sp>
      <p:sp>
        <p:nvSpPr>
          <p:cNvPr id="1028" name="Google Shape;1028;p44"/>
          <p:cNvSpPr txBox="1"/>
          <p:nvPr>
            <p:ph idx="1" type="body"/>
          </p:nvPr>
        </p:nvSpPr>
        <p:spPr>
          <a:xfrm>
            <a:off x="323528" y="908720"/>
            <a:ext cx="8291264"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t/>
            </a:r>
            <a:endParaRPr b="1" sz="1800"/>
          </a:p>
          <a:p>
            <a:pPr indent="0" lvl="0" marL="0" rtl="0" algn="l">
              <a:spcBef>
                <a:spcPts val="360"/>
              </a:spcBef>
              <a:spcAft>
                <a:spcPts val="0"/>
              </a:spcAft>
              <a:buClr>
                <a:schemeClr val="dk1"/>
              </a:buClr>
              <a:buSzPts val="1800"/>
              <a:buNone/>
            </a:pPr>
            <a:r>
              <a:rPr b="1" lang="en-US" sz="1800"/>
              <a:t>Orca</a:t>
            </a:r>
            <a:r>
              <a:rPr lang="en-US" sz="1800"/>
              <a:t> is a database editor for Windows Installer (MSI) files, and it’s part of the Windows Installer SDK.</a:t>
            </a:r>
            <a:endParaRPr/>
          </a:p>
          <a:p>
            <a:pPr indent="0" lvl="0" marL="0" rtl="0" algn="l">
              <a:spcBef>
                <a:spcPts val="360"/>
              </a:spcBef>
              <a:spcAft>
                <a:spcPts val="0"/>
              </a:spcAft>
              <a:buClr>
                <a:schemeClr val="dk1"/>
              </a:buClr>
              <a:buSzPts val="1800"/>
              <a:buNone/>
            </a:pPr>
            <a:r>
              <a:rPr lang="en-US" sz="1800"/>
              <a:t>It provides a GUI for editing MSI files directly and allows users to make low-level changes to the database structure that underlies the MSI installation process.</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Creating and editing MSI files: </a:t>
            </a:r>
            <a:r>
              <a:rPr lang="en-US" sz="1800"/>
              <a:t>Orca is often used to modify and customize MSI installation packages. </a:t>
            </a:r>
            <a:endParaRPr/>
          </a:p>
          <a:p>
            <a:pPr indent="-342900" lvl="0" marL="342900" rtl="0" algn="l">
              <a:spcBef>
                <a:spcPts val="360"/>
              </a:spcBef>
              <a:spcAft>
                <a:spcPts val="0"/>
              </a:spcAft>
              <a:buClr>
                <a:schemeClr val="dk1"/>
              </a:buClr>
              <a:buSzPts val="1800"/>
              <a:buChar char="•"/>
            </a:pPr>
            <a:r>
              <a:rPr b="1" lang="en-US" sz="1800"/>
              <a:t>Debugging installations: </a:t>
            </a:r>
            <a:r>
              <a:rPr lang="en-US" sz="1800"/>
              <a:t>Orca can be used to diagnose issues in an MSI file. For example, if an installer fails to properly register a file or create a directory, Orca allows you to check the installation database for errors.</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Example:</a:t>
            </a:r>
            <a:endParaRPr/>
          </a:p>
          <a:p>
            <a:pPr indent="0" lvl="0" marL="0" rtl="0" algn="l">
              <a:spcBef>
                <a:spcPts val="360"/>
              </a:spcBef>
              <a:spcAft>
                <a:spcPts val="0"/>
              </a:spcAft>
              <a:buClr>
                <a:schemeClr val="dk1"/>
              </a:buClr>
              <a:buSzPts val="1800"/>
              <a:buNone/>
            </a:pPr>
            <a:r>
              <a:rPr lang="en-US" sz="1800"/>
              <a:t>Let’s say you have an MSI package, but you need to modify the registry entries that the installation creates. You can open the MSI file in Orca, go to the Registry table, and change or add the required registry keys.</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t/>
            </a:r>
            <a:endParaRPr sz="18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45"/>
          <p:cNvSpPr txBox="1"/>
          <p:nvPr>
            <p:ph type="title"/>
          </p:nvPr>
        </p:nvSpPr>
        <p:spPr>
          <a:xfrm>
            <a:off x="0" y="-109071"/>
            <a:ext cx="9144000" cy="843041"/>
          </a:xfrm>
          <a:prstGeom prst="rect">
            <a:avLst/>
          </a:prstGeom>
          <a:solidFill>
            <a:schemeClr val="accent1"/>
          </a:solid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3200"/>
              <a:buFont typeface="Calibri"/>
              <a:buNone/>
            </a:pPr>
            <a:r>
              <a:rPr b="1" lang="en-US" sz="3200">
                <a:solidFill>
                  <a:schemeClr val="lt1"/>
                </a:solidFill>
              </a:rPr>
              <a:t>Advance Installer</a:t>
            </a:r>
            <a:endParaRPr b="1" sz="3200">
              <a:solidFill>
                <a:schemeClr val="lt1"/>
              </a:solidFill>
            </a:endParaRPr>
          </a:p>
        </p:txBody>
      </p:sp>
      <p:sp>
        <p:nvSpPr>
          <p:cNvPr id="1034" name="Google Shape;1034;p45"/>
          <p:cNvSpPr txBox="1"/>
          <p:nvPr>
            <p:ph idx="1" type="body"/>
          </p:nvPr>
        </p:nvSpPr>
        <p:spPr>
          <a:xfrm>
            <a:off x="323528" y="908720"/>
            <a:ext cx="8291264" cy="561662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800"/>
              <a:buNone/>
            </a:pPr>
            <a:r>
              <a:rPr b="1" lang="en-US" sz="1800"/>
              <a:t>Advanced Installer </a:t>
            </a:r>
            <a:r>
              <a:rPr lang="en-US" sz="1800"/>
              <a:t>is a powerful and user-friendly tool for creating, editing, and managing Windows installation packages (MSI and EXE). It offers a more accessible approach compared to Orca for those who may not be as comfortable working with low-level database editing. It provides a variety of templates and wizards that guide users through the process.</a:t>
            </a:r>
            <a:endParaRPr/>
          </a:p>
          <a:p>
            <a:pPr indent="0" lvl="0" marL="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Creating MSI/EXE installers: </a:t>
            </a:r>
            <a:r>
              <a:rPr lang="en-US" sz="1800"/>
              <a:t>Advanced Installer is commonly used to create installation packages from scratch, including the installation of software, dependencies, custom actions, and registry entries.</a:t>
            </a:r>
            <a:endParaRPr/>
          </a:p>
          <a:p>
            <a:pPr indent="-228600" lvl="0" marL="342900" rtl="0" algn="l">
              <a:spcBef>
                <a:spcPts val="360"/>
              </a:spcBef>
              <a:spcAft>
                <a:spcPts val="0"/>
              </a:spcAft>
              <a:buClr>
                <a:schemeClr val="dk1"/>
              </a:buClr>
              <a:buSzPts val="1800"/>
              <a:buNone/>
            </a:pPr>
            <a:r>
              <a:t/>
            </a:r>
            <a:endParaRPr sz="1800"/>
          </a:p>
          <a:p>
            <a:pPr indent="-342900" lvl="0" marL="342900" rtl="0" algn="l">
              <a:spcBef>
                <a:spcPts val="360"/>
              </a:spcBef>
              <a:spcAft>
                <a:spcPts val="0"/>
              </a:spcAft>
              <a:buClr>
                <a:schemeClr val="dk1"/>
              </a:buClr>
              <a:buSzPts val="1800"/>
              <a:buChar char="•"/>
            </a:pPr>
            <a:r>
              <a:rPr b="1" lang="en-US" sz="1800"/>
              <a:t>Custom actions and dialogs: </a:t>
            </a:r>
            <a:r>
              <a:rPr lang="en-US" sz="1800"/>
              <a:t>You can add custom dialogs, user inputs, or advanced installation logic (e.g., checking if a specific version of .NET Framework is installed).</a:t>
            </a:r>
            <a:endParaRPr/>
          </a:p>
          <a:p>
            <a:pPr indent="0" lvl="0" marL="0" rtl="0" algn="l">
              <a:spcBef>
                <a:spcPts val="360"/>
              </a:spcBef>
              <a:spcAft>
                <a:spcPts val="0"/>
              </a:spcAft>
              <a:buClr>
                <a:schemeClr val="dk1"/>
              </a:buClr>
              <a:buSzPts val="1800"/>
              <a:buNone/>
            </a:pPr>
            <a:r>
              <a:t/>
            </a:r>
            <a:endParaRPr sz="1800"/>
          </a:p>
          <a:p>
            <a:pPr indent="0" lvl="0" marL="0" rtl="0" algn="l">
              <a:spcBef>
                <a:spcPts val="360"/>
              </a:spcBef>
              <a:spcAft>
                <a:spcPts val="0"/>
              </a:spcAft>
              <a:buClr>
                <a:schemeClr val="dk1"/>
              </a:buClr>
              <a:buSzPts val="1800"/>
              <a:buNone/>
            </a:pPr>
            <a:r>
              <a:rPr b="1" lang="en-US" sz="1800"/>
              <a:t>Example: </a:t>
            </a:r>
            <a:r>
              <a:rPr lang="en-US" sz="1800"/>
              <a:t>Suppose you want to distribute a .NET application along with its dependencies, such as specific versions of the .NET Framework. In Advanced Installer, you can create a setup package that checks if the required version is installed and prompts the user to install it if it's missing. You can also package the application into a single EXE installer for simplicity.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Lenovo Master">
  <a:themeElements>
    <a:clrScheme name="Custom 2">
      <a:dk1>
        <a:srgbClr val="000000"/>
      </a:dk1>
      <a:lt1>
        <a:srgbClr val="FFFFFF"/>
      </a:lt1>
      <a:dk2>
        <a:srgbClr val="F26A52"/>
      </a:dk2>
      <a:lt2>
        <a:srgbClr val="4E444E"/>
      </a:lt2>
      <a:accent1>
        <a:srgbClr val="E1251B"/>
      </a:accent1>
      <a:accent2>
        <a:srgbClr val="871C23"/>
      </a:accent2>
      <a:accent3>
        <a:srgbClr val="D9C1D8"/>
      </a:accent3>
      <a:accent4>
        <a:srgbClr val="4D144A"/>
      </a:accent4>
      <a:accent5>
        <a:srgbClr val="C9D0F0"/>
      </a:accent5>
      <a:accent6>
        <a:srgbClr val="11184F"/>
      </a:accent6>
      <a:hlink>
        <a:srgbClr val="3046AD"/>
      </a:hlink>
      <a:folHlink>
        <a:srgbClr val="3046A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2021-06-29T16:44:06Z</dcterms:created>
  <dc:creator>Thousif</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52bea721-0b4a-4a73-acbe-d1120acc5d9d</vt:lpwstr>
  </property>
  <property fmtid="{D5CDD505-2E9C-101B-9397-08002B2CF9AE}" pid="3" name="HCLClassD6">
    <vt:lpwstr>False</vt:lpwstr>
  </property>
  <property fmtid="{D5CDD505-2E9C-101B-9397-08002B2CF9AE}" pid="4" name="HCLClassification">
    <vt:lpwstr>HCL_Cla5s_P3rs0nalUs3</vt:lpwstr>
  </property>
</Properties>
</file>