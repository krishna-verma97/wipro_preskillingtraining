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 id="2147483674" r:id="rId3"/>
    <p:sldMasterId id="2147483688" r:id="rId4"/>
  </p:sldMasterIdLst>
  <p:notesMasterIdLst>
    <p:notesMasterId r:id="rId71"/>
  </p:notesMasterIdLst>
  <p:sldIdLst>
    <p:sldId id="275" r:id="rId5"/>
    <p:sldId id="280" r:id="rId6"/>
    <p:sldId id="278" r:id="rId7"/>
    <p:sldId id="279" r:id="rId8"/>
    <p:sldId id="308" r:id="rId9"/>
    <p:sldId id="698" r:id="rId10"/>
    <p:sldId id="554" r:id="rId11"/>
    <p:sldId id="637" r:id="rId12"/>
    <p:sldId id="646" r:id="rId13"/>
    <p:sldId id="638" r:id="rId14"/>
    <p:sldId id="699" r:id="rId15"/>
    <p:sldId id="692" r:id="rId16"/>
    <p:sldId id="693" r:id="rId17"/>
    <p:sldId id="660" r:id="rId18"/>
    <p:sldId id="817" r:id="rId19"/>
    <p:sldId id="818" r:id="rId20"/>
    <p:sldId id="819" r:id="rId21"/>
    <p:sldId id="820" r:id="rId22"/>
    <p:sldId id="821" r:id="rId23"/>
    <p:sldId id="822" r:id="rId24"/>
    <p:sldId id="823" r:id="rId25"/>
    <p:sldId id="824" r:id="rId26"/>
    <p:sldId id="825" r:id="rId27"/>
    <p:sldId id="828" r:id="rId28"/>
    <p:sldId id="829" r:id="rId29"/>
    <p:sldId id="836" r:id="rId30"/>
    <p:sldId id="854" r:id="rId31"/>
    <p:sldId id="831" r:id="rId32"/>
    <p:sldId id="832" r:id="rId33"/>
    <p:sldId id="834" r:id="rId34"/>
    <p:sldId id="835" r:id="rId35"/>
    <p:sldId id="837" r:id="rId36"/>
    <p:sldId id="839" r:id="rId37"/>
    <p:sldId id="840" r:id="rId38"/>
    <p:sldId id="841" r:id="rId39"/>
    <p:sldId id="842" r:id="rId40"/>
    <p:sldId id="843" r:id="rId41"/>
    <p:sldId id="844" r:id="rId42"/>
    <p:sldId id="846" r:id="rId43"/>
    <p:sldId id="879" r:id="rId44"/>
    <p:sldId id="847" r:id="rId45"/>
    <p:sldId id="849" r:id="rId46"/>
    <p:sldId id="877" r:id="rId47"/>
    <p:sldId id="2147481411" r:id="rId48"/>
    <p:sldId id="2147481412" r:id="rId49"/>
    <p:sldId id="2147481415" r:id="rId50"/>
    <p:sldId id="2147481416" r:id="rId51"/>
    <p:sldId id="2147481417" r:id="rId52"/>
    <p:sldId id="2147481434" r:id="rId53"/>
    <p:sldId id="2147481418" r:id="rId54"/>
    <p:sldId id="2147481436" r:id="rId55"/>
    <p:sldId id="2147481437" r:id="rId56"/>
    <p:sldId id="2147481438" r:id="rId57"/>
    <p:sldId id="2147481439" r:id="rId58"/>
    <p:sldId id="2147481441" r:id="rId59"/>
    <p:sldId id="2147481442" r:id="rId60"/>
    <p:sldId id="2147481443" r:id="rId61"/>
    <p:sldId id="2147481444" r:id="rId62"/>
    <p:sldId id="2147481445" r:id="rId63"/>
    <p:sldId id="2147481446" r:id="rId64"/>
    <p:sldId id="2147481448" r:id="rId65"/>
    <p:sldId id="2147481449" r:id="rId66"/>
    <p:sldId id="2147481450" r:id="rId67"/>
    <p:sldId id="2147481419" r:id="rId68"/>
    <p:sldId id="2147481435" r:id="rId69"/>
    <p:sldId id="2147481422" r:id="rId7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10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3741" autoAdjust="0"/>
  </p:normalViewPr>
  <p:slideViewPr>
    <p:cSldViewPr>
      <p:cViewPr varScale="1">
        <p:scale>
          <a:sx n="62" d="100"/>
          <a:sy n="62" d="100"/>
        </p:scale>
        <p:origin x="1296" y="52"/>
      </p:cViewPr>
      <p:guideLst>
        <p:guide orient="horz" pos="2160"/>
        <p:guide pos="2880"/>
      </p:guideLst>
    </p:cSldViewPr>
  </p:slideViewPr>
  <p:outlineViewPr>
    <p:cViewPr>
      <p:scale>
        <a:sx n="33" d="100"/>
        <a:sy n="33" d="100"/>
      </p:scale>
      <p:origin x="0" y="-7220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BE35BD-2EDD-48AC-9C8C-5B9D98FCD8FA}" type="datetimeFigureOut">
              <a:rPr lang="en-US" smtClean="0"/>
              <a:t>8/17/2025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C7201B-D8FB-45DF-85E5-C19F26F0881C}" type="slidenum">
              <a:rPr lang="en-US" smtClean="0"/>
              <a:t>‹#›</a:t>
            </a:fld>
            <a:endParaRPr lang="en-US"/>
          </a:p>
        </p:txBody>
      </p:sp>
    </p:spTree>
    <p:extLst>
      <p:ext uri="{BB962C8B-B14F-4D97-AF65-F5344CB8AC3E}">
        <p14:creationId xmlns:p14="http://schemas.microsoft.com/office/powerpoint/2010/main" val="1013551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6EAC7D-5A89-47C2-8ABA-56C9C2DEF7A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5452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6EAC7D-5A89-47C2-8ABA-56C9C2DEF7A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8698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80000"/>
              </a:lnSpc>
            </a:pP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6EAC7D-5A89-47C2-8ABA-56C9C2DEF7A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1703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790AD40-0523-45C1-A4EF-F271B0274A2C}" type="datetimeFigureOut">
              <a:rPr lang="en-IN" smtClean="0"/>
              <a:t>17-08-2025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1F74BC-1590-4BCA-812E-17B157578A33}" type="slidenum">
              <a:rPr lang="en-IN" smtClean="0"/>
              <a:t>‹#›</a:t>
            </a:fld>
            <a:endParaRPr lang="en-IN"/>
          </a:p>
        </p:txBody>
      </p:sp>
    </p:spTree>
    <p:extLst>
      <p:ext uri="{BB962C8B-B14F-4D97-AF65-F5344CB8AC3E}">
        <p14:creationId xmlns:p14="http://schemas.microsoft.com/office/powerpoint/2010/main" val="3909307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790AD40-0523-45C1-A4EF-F271B0274A2C}" type="datetimeFigureOut">
              <a:rPr lang="en-IN" smtClean="0"/>
              <a:t>17-08-2025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1F74BC-1590-4BCA-812E-17B157578A33}" type="slidenum">
              <a:rPr lang="en-IN" smtClean="0"/>
              <a:t>‹#›</a:t>
            </a:fld>
            <a:endParaRPr lang="en-IN"/>
          </a:p>
        </p:txBody>
      </p:sp>
    </p:spTree>
    <p:extLst>
      <p:ext uri="{BB962C8B-B14F-4D97-AF65-F5344CB8AC3E}">
        <p14:creationId xmlns:p14="http://schemas.microsoft.com/office/powerpoint/2010/main" val="540523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90AD40-0523-45C1-A4EF-F271B0274A2C}" type="datetimeFigureOut">
              <a:rPr lang="en-IN" smtClean="0"/>
              <a:t>17-08-2025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1F74BC-1590-4BCA-812E-17B157578A33}" type="slidenum">
              <a:rPr lang="en-IN" smtClean="0"/>
              <a:t>‹#›</a:t>
            </a:fld>
            <a:endParaRPr lang="en-IN"/>
          </a:p>
        </p:txBody>
      </p:sp>
    </p:spTree>
    <p:extLst>
      <p:ext uri="{BB962C8B-B14F-4D97-AF65-F5344CB8AC3E}">
        <p14:creationId xmlns:p14="http://schemas.microsoft.com/office/powerpoint/2010/main" val="3020100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790AD40-0523-45C1-A4EF-F271B0274A2C}" type="datetimeFigureOut">
              <a:rPr lang="en-IN" smtClean="0"/>
              <a:t>17-08-2025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1F74BC-1590-4BCA-812E-17B157578A33}" type="slidenum">
              <a:rPr lang="en-IN" smtClean="0"/>
              <a:t>‹#›</a:t>
            </a:fld>
            <a:endParaRPr lang="en-IN"/>
          </a:p>
        </p:txBody>
      </p:sp>
    </p:spTree>
    <p:extLst>
      <p:ext uri="{BB962C8B-B14F-4D97-AF65-F5344CB8AC3E}">
        <p14:creationId xmlns:p14="http://schemas.microsoft.com/office/powerpoint/2010/main" val="2330854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790AD40-0523-45C1-A4EF-F271B0274A2C}" type="datetimeFigureOut">
              <a:rPr lang="en-IN" smtClean="0"/>
              <a:t>17-08-2025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81F74BC-1590-4BCA-812E-17B157578A33}" type="slidenum">
              <a:rPr lang="en-IN" smtClean="0"/>
              <a:t>‹#›</a:t>
            </a:fld>
            <a:endParaRPr lang="en-IN"/>
          </a:p>
        </p:txBody>
      </p:sp>
    </p:spTree>
    <p:extLst>
      <p:ext uri="{BB962C8B-B14F-4D97-AF65-F5344CB8AC3E}">
        <p14:creationId xmlns:p14="http://schemas.microsoft.com/office/powerpoint/2010/main" val="28933146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790AD40-0523-45C1-A4EF-F271B0274A2C}" type="datetimeFigureOut">
              <a:rPr lang="en-IN" smtClean="0"/>
              <a:t>17-08-2025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81F74BC-1590-4BCA-812E-17B157578A33}" type="slidenum">
              <a:rPr lang="en-IN" smtClean="0"/>
              <a:t>‹#›</a:t>
            </a:fld>
            <a:endParaRPr lang="en-IN"/>
          </a:p>
        </p:txBody>
      </p:sp>
    </p:spTree>
    <p:extLst>
      <p:ext uri="{BB962C8B-B14F-4D97-AF65-F5344CB8AC3E}">
        <p14:creationId xmlns:p14="http://schemas.microsoft.com/office/powerpoint/2010/main" val="3937597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90AD40-0523-45C1-A4EF-F271B0274A2C}" type="datetimeFigureOut">
              <a:rPr lang="en-IN" smtClean="0"/>
              <a:t>17-08-2025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81F74BC-1590-4BCA-812E-17B157578A33}" type="slidenum">
              <a:rPr lang="en-IN" smtClean="0"/>
              <a:t>‹#›</a:t>
            </a:fld>
            <a:endParaRPr lang="en-IN"/>
          </a:p>
        </p:txBody>
      </p:sp>
    </p:spTree>
    <p:extLst>
      <p:ext uri="{BB962C8B-B14F-4D97-AF65-F5344CB8AC3E}">
        <p14:creationId xmlns:p14="http://schemas.microsoft.com/office/powerpoint/2010/main" val="872958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790AD40-0523-45C1-A4EF-F271B0274A2C}" type="datetimeFigureOut">
              <a:rPr lang="en-IN" smtClean="0"/>
              <a:t>17-08-2025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1F74BC-1590-4BCA-812E-17B157578A33}" type="slidenum">
              <a:rPr lang="en-IN" smtClean="0"/>
              <a:t>‹#›</a:t>
            </a:fld>
            <a:endParaRPr lang="en-IN"/>
          </a:p>
        </p:txBody>
      </p:sp>
    </p:spTree>
    <p:extLst>
      <p:ext uri="{BB962C8B-B14F-4D97-AF65-F5344CB8AC3E}">
        <p14:creationId xmlns:p14="http://schemas.microsoft.com/office/powerpoint/2010/main" val="2794609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790AD40-0523-45C1-A4EF-F271B0274A2C}" type="datetimeFigureOut">
              <a:rPr lang="en-IN" smtClean="0"/>
              <a:t>17-08-2025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1F74BC-1590-4BCA-812E-17B157578A33}" type="slidenum">
              <a:rPr lang="en-IN" smtClean="0"/>
              <a:t>‹#›</a:t>
            </a:fld>
            <a:endParaRPr lang="en-IN"/>
          </a:p>
        </p:txBody>
      </p:sp>
    </p:spTree>
    <p:extLst>
      <p:ext uri="{BB962C8B-B14F-4D97-AF65-F5344CB8AC3E}">
        <p14:creationId xmlns:p14="http://schemas.microsoft.com/office/powerpoint/2010/main" val="1184912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790AD40-0523-45C1-A4EF-F271B0274A2C}" type="datetimeFigureOut">
              <a:rPr lang="en-IN" smtClean="0"/>
              <a:t>17-08-2025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1F74BC-1590-4BCA-812E-17B157578A33}" type="slidenum">
              <a:rPr lang="en-IN" smtClean="0"/>
              <a:t>‹#›</a:t>
            </a:fld>
            <a:endParaRPr lang="en-IN"/>
          </a:p>
        </p:txBody>
      </p:sp>
    </p:spTree>
    <p:extLst>
      <p:ext uri="{BB962C8B-B14F-4D97-AF65-F5344CB8AC3E}">
        <p14:creationId xmlns:p14="http://schemas.microsoft.com/office/powerpoint/2010/main" val="2001050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790AD40-0523-45C1-A4EF-F271B0274A2C}" type="datetimeFigureOut">
              <a:rPr lang="en-IN" smtClean="0"/>
              <a:t>17-08-2025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1F74BC-1590-4BCA-812E-17B157578A33}" type="slidenum">
              <a:rPr lang="en-IN" smtClean="0"/>
              <a:t>‹#›</a:t>
            </a:fld>
            <a:endParaRPr lang="en-IN"/>
          </a:p>
        </p:txBody>
      </p:sp>
    </p:spTree>
    <p:extLst>
      <p:ext uri="{BB962C8B-B14F-4D97-AF65-F5344CB8AC3E}">
        <p14:creationId xmlns:p14="http://schemas.microsoft.com/office/powerpoint/2010/main" val="15574305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0"/>
            <a:ext cx="9144000" cy="685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6019" name="Rectangle 3"/>
          <p:cNvSpPr>
            <a:spLocks noGrp="1" noChangeArrowheads="1"/>
          </p:cNvSpPr>
          <p:nvPr>
            <p:ph type="ctrTitle" sz="quarter" hasCustomPrompt="1"/>
          </p:nvPr>
        </p:nvSpPr>
        <p:spPr>
          <a:xfrm>
            <a:off x="3200400" y="1828800"/>
            <a:ext cx="5732417" cy="627864"/>
          </a:xfrm>
          <a:solidFill>
            <a:srgbClr val="3399FF"/>
          </a:solidFill>
          <a:ln algn="ctr"/>
        </p:spPr>
        <p:txBody>
          <a:bodyPr wrap="square" tIns="0" rIns="0" bIns="0">
            <a:spAutoFit/>
          </a:bodyPr>
          <a:lstStyle>
            <a:lvl1pPr algn="l">
              <a:spcBef>
                <a:spcPct val="60000"/>
              </a:spcBef>
              <a:buClr>
                <a:schemeClr val="hlink"/>
              </a:buClr>
              <a:buSzPct val="90000"/>
              <a:buFontTx/>
              <a:buNone/>
              <a:defRPr sz="4800" baseline="0">
                <a:solidFill>
                  <a:schemeClr val="bg1"/>
                </a:solidFill>
                <a:latin typeface="Segoe UI" pitchFamily="34" charset="0"/>
                <a:ea typeface="Segoe UI" pitchFamily="34" charset="0"/>
                <a:cs typeface="Segoe UI"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200400" y="2895600"/>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18898286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032175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5315904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120682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914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815572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8764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249731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293974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446809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945308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EB1C4-7190-4750-AFB6-61C58C051C0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71EB5FCD-D084-47A2-A023-64556582F785}"/>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520585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0"/>
            <a:ext cx="9144000" cy="685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6019" name="Rectangle 3"/>
          <p:cNvSpPr>
            <a:spLocks noGrp="1" noChangeArrowheads="1"/>
          </p:cNvSpPr>
          <p:nvPr>
            <p:ph type="ctrTitle" sz="quarter" hasCustomPrompt="1"/>
          </p:nvPr>
        </p:nvSpPr>
        <p:spPr>
          <a:xfrm>
            <a:off x="3200400" y="1828800"/>
            <a:ext cx="5732417" cy="627864"/>
          </a:xfrm>
          <a:solidFill>
            <a:srgbClr val="3399FF"/>
          </a:solidFill>
          <a:ln algn="ctr"/>
        </p:spPr>
        <p:txBody>
          <a:bodyPr wrap="square" tIns="0" rIns="0" bIns="0">
            <a:spAutoFit/>
          </a:bodyPr>
          <a:lstStyle>
            <a:lvl1pPr algn="l">
              <a:spcBef>
                <a:spcPct val="60000"/>
              </a:spcBef>
              <a:buClr>
                <a:schemeClr val="hlink"/>
              </a:buClr>
              <a:buSzPct val="90000"/>
              <a:buFontTx/>
              <a:buNone/>
              <a:defRPr sz="4800" baseline="0">
                <a:solidFill>
                  <a:schemeClr val="bg1"/>
                </a:solidFill>
                <a:latin typeface="Segoe UI" pitchFamily="34" charset="0"/>
                <a:ea typeface="Segoe UI" pitchFamily="34" charset="0"/>
                <a:cs typeface="Segoe UI"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200400" y="2895600"/>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80464312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394063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4600737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16368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100271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441032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571081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6097303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2880206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0336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489407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6576A-200B-4723-8A3B-F208B0D4B81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36F87B3C-2431-4099-96E1-C6611A90D3B1}"/>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4239808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le Slide_White">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F66F013C-4673-4598-B729-A71D9DC33DF1}"/>
              </a:ext>
            </a:extLst>
          </p:cNvPr>
          <p:cNvPicPr>
            <a:picLocks noChangeAspect="1"/>
          </p:cNvPicPr>
          <p:nvPr userDrawn="1"/>
        </p:nvPicPr>
        <p:blipFill>
          <a:blip r:embed="rId2"/>
          <a:stretch>
            <a:fillRect/>
          </a:stretch>
        </p:blipFill>
        <p:spPr>
          <a:xfrm>
            <a:off x="0" y="36"/>
            <a:ext cx="9144000" cy="6857965"/>
          </a:xfrm>
          <a:prstGeom prst="rect">
            <a:avLst/>
          </a:prstGeom>
        </p:spPr>
      </p:pic>
      <p:sp>
        <p:nvSpPr>
          <p:cNvPr id="56" name="Title 16"/>
          <p:cNvSpPr>
            <a:spLocks noGrp="1"/>
          </p:cNvSpPr>
          <p:nvPr userDrawn="1">
            <p:ph type="title" hasCustomPrompt="1"/>
          </p:nvPr>
        </p:nvSpPr>
        <p:spPr bwMode="gray">
          <a:xfrm>
            <a:off x="562897" y="1527660"/>
            <a:ext cx="7436008" cy="3269709"/>
          </a:xfrm>
          <a:prstGeom prst="rect">
            <a:avLst/>
          </a:prstGeom>
        </p:spPr>
        <p:txBody>
          <a:bodyPr wrap="square" lIns="0" tIns="0" rIns="121899" bIns="0" anchor="b" anchorCtr="0"/>
          <a:lstStyle>
            <a:lvl1pPr marL="0" algn="l" defTabSz="914484" rtl="0" eaLnBrk="1" latinLnBrk="0" hangingPunct="1">
              <a:lnSpc>
                <a:spcPct val="75000"/>
              </a:lnSpc>
              <a:spcBef>
                <a:spcPct val="0"/>
              </a:spcBef>
              <a:buNone/>
              <a:defRPr lang="en-US" sz="6002" b="1" kern="1200" cap="none" spc="-113" baseline="0" dirty="0">
                <a:solidFill>
                  <a:schemeClr val="accent4"/>
                </a:solidFill>
                <a:latin typeface="Arial" pitchFamily="34" charset="0"/>
                <a:ea typeface="+mn-ea"/>
                <a:cs typeface="Arial" pitchFamily="34" charset="0"/>
              </a:defRPr>
            </a:lvl1pPr>
          </a:lstStyle>
          <a:p>
            <a:r>
              <a:rPr lang="en-US" dirty="0"/>
              <a:t>Lenovo expanded presentation template</a:t>
            </a:r>
          </a:p>
        </p:txBody>
      </p:sp>
      <p:sp>
        <p:nvSpPr>
          <p:cNvPr id="55" name="Subtitle 2"/>
          <p:cNvSpPr>
            <a:spLocks noGrp="1"/>
          </p:cNvSpPr>
          <p:nvPr userDrawn="1">
            <p:ph type="subTitle" idx="1" hasCustomPrompt="1"/>
          </p:nvPr>
        </p:nvSpPr>
        <p:spPr bwMode="gray">
          <a:xfrm>
            <a:off x="570459" y="5046115"/>
            <a:ext cx="7436008" cy="356616"/>
          </a:xfrm>
          <a:prstGeom prst="rect">
            <a:avLst/>
          </a:prstGeom>
        </p:spPr>
        <p:txBody>
          <a:bodyPr lIns="0" tIns="0" rIns="0" bIns="0" anchor="t" anchorCtr="0">
            <a:noAutofit/>
          </a:bodyPr>
          <a:lstStyle>
            <a:lvl1pPr marL="0" indent="0" algn="l" defTabSz="914484" rtl="0" eaLnBrk="1" latinLnBrk="0" hangingPunct="1">
              <a:lnSpc>
                <a:spcPct val="90000"/>
              </a:lnSpc>
              <a:spcBef>
                <a:spcPct val="0"/>
              </a:spcBef>
              <a:buNone/>
              <a:defRPr lang="en-US" sz="1951" b="0" kern="1200" cap="none" spc="0" baseline="0" dirty="0">
                <a:solidFill>
                  <a:schemeClr val="accent4"/>
                </a:solidFill>
                <a:latin typeface="Arial" pitchFamily="34" charset="0"/>
                <a:ea typeface="+mn-ea"/>
                <a:cs typeface="Arial" pitchFamily="34" charset="0"/>
              </a:defRPr>
            </a:lvl1pPr>
            <a:lvl2pPr marL="457242" indent="0" algn="ctr">
              <a:buNone/>
              <a:defRPr>
                <a:solidFill>
                  <a:schemeClr val="tx1">
                    <a:tint val="75000"/>
                  </a:schemeClr>
                </a:solidFill>
              </a:defRPr>
            </a:lvl2pPr>
            <a:lvl3pPr marL="914484" indent="0" algn="ctr">
              <a:buNone/>
              <a:defRPr>
                <a:solidFill>
                  <a:schemeClr val="tx1">
                    <a:tint val="75000"/>
                  </a:schemeClr>
                </a:solidFill>
              </a:defRPr>
            </a:lvl3pPr>
            <a:lvl4pPr marL="1371726" indent="0" algn="ctr">
              <a:buNone/>
              <a:defRPr>
                <a:solidFill>
                  <a:schemeClr val="tx1">
                    <a:tint val="75000"/>
                  </a:schemeClr>
                </a:solidFill>
              </a:defRPr>
            </a:lvl4pPr>
            <a:lvl5pPr marL="1828967" indent="0" algn="ctr">
              <a:buNone/>
              <a:defRPr>
                <a:solidFill>
                  <a:schemeClr val="tx1">
                    <a:tint val="75000"/>
                  </a:schemeClr>
                </a:solidFill>
              </a:defRPr>
            </a:lvl5pPr>
            <a:lvl6pPr marL="2286210" indent="0" algn="ctr">
              <a:buNone/>
              <a:defRPr>
                <a:solidFill>
                  <a:schemeClr val="tx1">
                    <a:tint val="75000"/>
                  </a:schemeClr>
                </a:solidFill>
              </a:defRPr>
            </a:lvl6pPr>
            <a:lvl7pPr marL="2743451" indent="0" algn="ctr">
              <a:buNone/>
              <a:defRPr>
                <a:solidFill>
                  <a:schemeClr val="tx1">
                    <a:tint val="75000"/>
                  </a:schemeClr>
                </a:solidFill>
              </a:defRPr>
            </a:lvl7pPr>
            <a:lvl8pPr marL="3200693" indent="0" algn="ctr">
              <a:buNone/>
              <a:defRPr>
                <a:solidFill>
                  <a:schemeClr val="tx1">
                    <a:tint val="75000"/>
                  </a:schemeClr>
                </a:solidFill>
              </a:defRPr>
            </a:lvl8pPr>
            <a:lvl9pPr marL="3657935" indent="0" algn="ctr">
              <a:buNone/>
              <a:defRPr>
                <a:solidFill>
                  <a:schemeClr val="tx1">
                    <a:tint val="75000"/>
                  </a:schemeClr>
                </a:solidFill>
              </a:defRPr>
            </a:lvl9pPr>
          </a:lstStyle>
          <a:p>
            <a:r>
              <a:rPr lang="en-US" dirty="0"/>
              <a:t>Speaker Name | Date</a:t>
            </a:r>
          </a:p>
        </p:txBody>
      </p:sp>
      <p:sp>
        <p:nvSpPr>
          <p:cNvPr id="49" name="TextBox 48"/>
          <p:cNvSpPr txBox="1"/>
          <p:nvPr userDrawn="1"/>
        </p:nvSpPr>
        <p:spPr>
          <a:xfrm>
            <a:off x="562897" y="6401580"/>
            <a:ext cx="3086904" cy="115416"/>
          </a:xfrm>
          <a:prstGeom prst="rect">
            <a:avLst/>
          </a:prstGeom>
          <a:noFill/>
        </p:spPr>
        <p:txBody>
          <a:bodyPr wrap="square" lIns="0" tIns="0" rIns="0" bIns="0" rtlCol="0">
            <a:spAutoFit/>
          </a:bodyPr>
          <a:lstStyle/>
          <a:p>
            <a:r>
              <a:rPr lang="en-US" sz="750" dirty="0">
                <a:solidFill>
                  <a:schemeClr val="tx1"/>
                </a:solidFill>
                <a:latin typeface="Arial" pitchFamily="34" charset="0"/>
                <a:cs typeface="Arial" pitchFamily="34" charset="0"/>
              </a:rPr>
              <a:t>2023 Lenovo Internal. All rights reserved.</a:t>
            </a:r>
          </a:p>
        </p:txBody>
      </p:sp>
      <p:grpSp>
        <p:nvGrpSpPr>
          <p:cNvPr id="14" name="Group 13">
            <a:extLst>
              <a:ext uri="{FF2B5EF4-FFF2-40B4-BE49-F238E27FC236}">
                <a16:creationId xmlns:a16="http://schemas.microsoft.com/office/drawing/2014/main" id="{DB6BD304-FAC7-4023-9B54-8984F7387559}"/>
              </a:ext>
            </a:extLst>
          </p:cNvPr>
          <p:cNvGrpSpPr>
            <a:grpSpLocks noChangeAspect="1"/>
          </p:cNvGrpSpPr>
          <p:nvPr userDrawn="1"/>
        </p:nvGrpSpPr>
        <p:grpSpPr>
          <a:xfrm rot="16200000">
            <a:off x="7232203" y="2670363"/>
            <a:ext cx="3058160" cy="765435"/>
            <a:chOff x="547688" y="952500"/>
            <a:chExt cx="12190413" cy="4067175"/>
          </a:xfrm>
        </p:grpSpPr>
        <p:sp>
          <p:nvSpPr>
            <p:cNvPr id="15" name="Rectangle 14">
              <a:extLst>
                <a:ext uri="{FF2B5EF4-FFF2-40B4-BE49-F238E27FC236}">
                  <a16:creationId xmlns:a16="http://schemas.microsoft.com/office/drawing/2014/main" id="{1FBBDE3D-E4E2-42E5-9F26-00C1500EFD63}"/>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6" name="Freeform 7">
              <a:extLst>
                <a:ext uri="{FF2B5EF4-FFF2-40B4-BE49-F238E27FC236}">
                  <a16:creationId xmlns:a16="http://schemas.microsoft.com/office/drawing/2014/main" id="{27C222CE-31C9-4AE2-A9DE-A34ECC37F011}"/>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7" name="Freeform 8">
              <a:extLst>
                <a:ext uri="{FF2B5EF4-FFF2-40B4-BE49-F238E27FC236}">
                  <a16:creationId xmlns:a16="http://schemas.microsoft.com/office/drawing/2014/main" id="{710DBB3B-7FB8-4ACB-8FA4-3F2A105B9B99}"/>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8" name="Freeform 9">
              <a:extLst>
                <a:ext uri="{FF2B5EF4-FFF2-40B4-BE49-F238E27FC236}">
                  <a16:creationId xmlns:a16="http://schemas.microsoft.com/office/drawing/2014/main" id="{3E443DA7-CC51-4460-98C4-193A7375074F}"/>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9" name="Freeform 10">
              <a:extLst>
                <a:ext uri="{FF2B5EF4-FFF2-40B4-BE49-F238E27FC236}">
                  <a16:creationId xmlns:a16="http://schemas.microsoft.com/office/drawing/2014/main" id="{E1BCDB13-2B5A-46EC-B1D6-C526DEAA84B4}"/>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0" name="Freeform 10">
              <a:extLst>
                <a:ext uri="{FF2B5EF4-FFF2-40B4-BE49-F238E27FC236}">
                  <a16:creationId xmlns:a16="http://schemas.microsoft.com/office/drawing/2014/main" id="{8EDDE8EA-BE8E-4066-AB4A-21CD2743549A}"/>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1" name="Freeform 11">
              <a:extLst>
                <a:ext uri="{FF2B5EF4-FFF2-40B4-BE49-F238E27FC236}">
                  <a16:creationId xmlns:a16="http://schemas.microsoft.com/office/drawing/2014/main" id="{EF442D16-F34F-4D4E-A65A-8C3BC17F2FCE}"/>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
        <p:nvSpPr>
          <p:cNvPr id="22" name="Freeform 5">
            <a:extLst>
              <a:ext uri="{FF2B5EF4-FFF2-40B4-BE49-F238E27FC236}">
                <a16:creationId xmlns:a16="http://schemas.microsoft.com/office/drawing/2014/main" id="{B3FDD5DD-E6F7-480C-BC0C-F6AC555BF174}"/>
              </a:ext>
            </a:extLst>
          </p:cNvPr>
          <p:cNvSpPr>
            <a:spLocks noChangeAspect="1" noEditPoints="1"/>
          </p:cNvSpPr>
          <p:nvPr userDrawn="1"/>
        </p:nvSpPr>
        <p:spPr bwMode="auto">
          <a:xfrm>
            <a:off x="562897" y="762000"/>
            <a:ext cx="2956568" cy="312470"/>
          </a:xfrm>
          <a:custGeom>
            <a:avLst/>
            <a:gdLst>
              <a:gd name="T0" fmla="*/ 557 w 2065"/>
              <a:gd name="T1" fmla="*/ 102 h 161"/>
              <a:gd name="T2" fmla="*/ 510 w 2065"/>
              <a:gd name="T3" fmla="*/ 76 h 161"/>
              <a:gd name="T4" fmla="*/ 583 w 2065"/>
              <a:gd name="T5" fmla="*/ 36 h 161"/>
              <a:gd name="T6" fmla="*/ 641 w 2065"/>
              <a:gd name="T7" fmla="*/ 34 h 161"/>
              <a:gd name="T8" fmla="*/ 2038 w 2065"/>
              <a:gd name="T9" fmla="*/ 1 h 161"/>
              <a:gd name="T10" fmla="*/ 706 w 2065"/>
              <a:gd name="T11" fmla="*/ 59 h 161"/>
              <a:gd name="T12" fmla="*/ 733 w 2065"/>
              <a:gd name="T13" fmla="*/ 100 h 161"/>
              <a:gd name="T14" fmla="*/ 1999 w 2065"/>
              <a:gd name="T15" fmla="*/ 132 h 161"/>
              <a:gd name="T16" fmla="*/ 760 w 2065"/>
              <a:gd name="T17" fmla="*/ 84 h 161"/>
              <a:gd name="T18" fmla="*/ 787 w 2065"/>
              <a:gd name="T19" fmla="*/ 93 h 161"/>
              <a:gd name="T20" fmla="*/ 828 w 2065"/>
              <a:gd name="T21" fmla="*/ 76 h 161"/>
              <a:gd name="T22" fmla="*/ 133 w 2065"/>
              <a:gd name="T23" fmla="*/ 36 h 161"/>
              <a:gd name="T24" fmla="*/ 166 w 2065"/>
              <a:gd name="T25" fmla="*/ 78 h 161"/>
              <a:gd name="T26" fmla="*/ 225 w 2065"/>
              <a:gd name="T27" fmla="*/ 132 h 161"/>
              <a:gd name="T28" fmla="*/ 32 w 2065"/>
              <a:gd name="T29" fmla="*/ 40 h 161"/>
              <a:gd name="T30" fmla="*/ 5 w 2065"/>
              <a:gd name="T31" fmla="*/ 43 h 161"/>
              <a:gd name="T32" fmla="*/ 0 w 2065"/>
              <a:gd name="T33" fmla="*/ 114 h 161"/>
              <a:gd name="T34" fmla="*/ 266 w 2065"/>
              <a:gd name="T35" fmla="*/ 43 h 161"/>
              <a:gd name="T36" fmla="*/ 258 w 2065"/>
              <a:gd name="T37" fmla="*/ 104 h 161"/>
              <a:gd name="T38" fmla="*/ 347 w 2065"/>
              <a:gd name="T39" fmla="*/ 76 h 161"/>
              <a:gd name="T40" fmla="*/ 285 w 2065"/>
              <a:gd name="T41" fmla="*/ 103 h 161"/>
              <a:gd name="T42" fmla="*/ 429 w 2065"/>
              <a:gd name="T43" fmla="*/ 36 h 161"/>
              <a:gd name="T44" fmla="*/ 479 w 2065"/>
              <a:gd name="T45" fmla="*/ 128 h 161"/>
              <a:gd name="T46" fmla="*/ 479 w 2065"/>
              <a:gd name="T47" fmla="*/ 36 h 161"/>
              <a:gd name="T48" fmla="*/ 354 w 2065"/>
              <a:gd name="T49" fmla="*/ 132 h 161"/>
              <a:gd name="T50" fmla="*/ 382 w 2065"/>
              <a:gd name="T51" fmla="*/ 55 h 161"/>
              <a:gd name="T52" fmla="*/ 1387 w 2065"/>
              <a:gd name="T53" fmla="*/ 84 h 161"/>
              <a:gd name="T54" fmla="*/ 1335 w 2065"/>
              <a:gd name="T55" fmla="*/ 58 h 161"/>
              <a:gd name="T56" fmla="*/ 1834 w 2065"/>
              <a:gd name="T57" fmla="*/ 132 h 161"/>
              <a:gd name="T58" fmla="*/ 1748 w 2065"/>
              <a:gd name="T59" fmla="*/ 34 h 161"/>
              <a:gd name="T60" fmla="*/ 1748 w 2065"/>
              <a:gd name="T61" fmla="*/ 34 h 161"/>
              <a:gd name="T62" fmla="*/ 1773 w 2065"/>
              <a:gd name="T63" fmla="*/ 84 h 161"/>
              <a:gd name="T64" fmla="*/ 1465 w 2065"/>
              <a:gd name="T65" fmla="*/ 109 h 161"/>
              <a:gd name="T66" fmla="*/ 1480 w 2065"/>
              <a:gd name="T67" fmla="*/ 148 h 161"/>
              <a:gd name="T68" fmla="*/ 1442 w 2065"/>
              <a:gd name="T69" fmla="*/ 102 h 161"/>
              <a:gd name="T70" fmla="*/ 1675 w 2065"/>
              <a:gd name="T71" fmla="*/ 37 h 161"/>
              <a:gd name="T72" fmla="*/ 1655 w 2065"/>
              <a:gd name="T73" fmla="*/ 7 h 161"/>
              <a:gd name="T74" fmla="*/ 1648 w 2065"/>
              <a:gd name="T75" fmla="*/ 132 h 161"/>
              <a:gd name="T76" fmla="*/ 1526 w 2065"/>
              <a:gd name="T77" fmla="*/ 36 h 161"/>
              <a:gd name="T78" fmla="*/ 1528 w 2065"/>
              <a:gd name="T79" fmla="*/ 161 h 161"/>
              <a:gd name="T80" fmla="*/ 980 w 2065"/>
              <a:gd name="T81" fmla="*/ 49 h 161"/>
              <a:gd name="T82" fmla="*/ 997 w 2065"/>
              <a:gd name="T83" fmla="*/ 59 h 161"/>
              <a:gd name="T84" fmla="*/ 1250 w 2065"/>
              <a:gd name="T85" fmla="*/ 132 h 161"/>
              <a:gd name="T86" fmla="*/ 1075 w 2065"/>
              <a:gd name="T87" fmla="*/ 49 h 161"/>
              <a:gd name="T88" fmla="*/ 1092 w 2065"/>
              <a:gd name="T89" fmla="*/ 59 h 161"/>
              <a:gd name="T90" fmla="*/ 910 w 2065"/>
              <a:gd name="T91" fmla="*/ 111 h 161"/>
              <a:gd name="T92" fmla="*/ 909 w 2065"/>
              <a:gd name="T93" fmla="*/ 34 h 161"/>
              <a:gd name="T94" fmla="*/ 910 w 2065"/>
              <a:gd name="T95" fmla="*/ 111 h 161"/>
              <a:gd name="T96" fmla="*/ 1962 w 2065"/>
              <a:gd name="T97" fmla="*/ 77 h 161"/>
              <a:gd name="T98" fmla="*/ 1962 w 2065"/>
              <a:gd name="T99" fmla="*/ 132 h 161"/>
              <a:gd name="T100" fmla="*/ 1941 w 2065"/>
              <a:gd name="T101" fmla="*/ 115 h 161"/>
              <a:gd name="T102" fmla="*/ 1193 w 2065"/>
              <a:gd name="T103" fmla="*/ 34 h 161"/>
              <a:gd name="T104" fmla="*/ 1193 w 2065"/>
              <a:gd name="T105" fmla="*/ 34 h 161"/>
              <a:gd name="T106" fmla="*/ 1218 w 2065"/>
              <a:gd name="T107" fmla="*/ 8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65" h="161">
                <a:moveTo>
                  <a:pt x="530" y="34"/>
                </a:moveTo>
                <a:cubicBezTo>
                  <a:pt x="502" y="34"/>
                  <a:pt x="483" y="57"/>
                  <a:pt x="483" y="84"/>
                </a:cubicBezTo>
                <a:cubicBezTo>
                  <a:pt x="483" y="84"/>
                  <a:pt x="483" y="84"/>
                  <a:pt x="483" y="84"/>
                </a:cubicBezTo>
                <a:cubicBezTo>
                  <a:pt x="483" y="114"/>
                  <a:pt x="504" y="134"/>
                  <a:pt x="533" y="134"/>
                </a:cubicBezTo>
                <a:cubicBezTo>
                  <a:pt x="551" y="134"/>
                  <a:pt x="563" y="127"/>
                  <a:pt x="572" y="116"/>
                </a:cubicBezTo>
                <a:cubicBezTo>
                  <a:pt x="557" y="102"/>
                  <a:pt x="557" y="102"/>
                  <a:pt x="557" y="102"/>
                </a:cubicBezTo>
                <a:cubicBezTo>
                  <a:pt x="549" y="109"/>
                  <a:pt x="543" y="112"/>
                  <a:pt x="533" y="112"/>
                </a:cubicBezTo>
                <a:cubicBezTo>
                  <a:pt x="521" y="112"/>
                  <a:pt x="513" y="106"/>
                  <a:pt x="510" y="93"/>
                </a:cubicBezTo>
                <a:cubicBezTo>
                  <a:pt x="577" y="93"/>
                  <a:pt x="577" y="93"/>
                  <a:pt x="577" y="93"/>
                </a:cubicBezTo>
                <a:cubicBezTo>
                  <a:pt x="577" y="91"/>
                  <a:pt x="577" y="88"/>
                  <a:pt x="577" y="86"/>
                </a:cubicBezTo>
                <a:cubicBezTo>
                  <a:pt x="577" y="59"/>
                  <a:pt x="563" y="34"/>
                  <a:pt x="530" y="34"/>
                </a:cubicBezTo>
                <a:close/>
                <a:moveTo>
                  <a:pt x="510" y="76"/>
                </a:moveTo>
                <a:cubicBezTo>
                  <a:pt x="512" y="64"/>
                  <a:pt x="519" y="56"/>
                  <a:pt x="530" y="56"/>
                </a:cubicBezTo>
                <a:cubicBezTo>
                  <a:pt x="542" y="56"/>
                  <a:pt x="549" y="64"/>
                  <a:pt x="551" y="76"/>
                </a:cubicBezTo>
                <a:lnTo>
                  <a:pt x="510" y="76"/>
                </a:lnTo>
                <a:close/>
                <a:moveTo>
                  <a:pt x="610" y="55"/>
                </a:moveTo>
                <a:cubicBezTo>
                  <a:pt x="610" y="36"/>
                  <a:pt x="610" y="36"/>
                  <a:pt x="610" y="36"/>
                </a:cubicBezTo>
                <a:cubicBezTo>
                  <a:pt x="583" y="36"/>
                  <a:pt x="583" y="36"/>
                  <a:pt x="583" y="36"/>
                </a:cubicBezTo>
                <a:cubicBezTo>
                  <a:pt x="583" y="132"/>
                  <a:pt x="583" y="132"/>
                  <a:pt x="583" y="132"/>
                </a:cubicBezTo>
                <a:cubicBezTo>
                  <a:pt x="610" y="132"/>
                  <a:pt x="610" y="132"/>
                  <a:pt x="610" y="132"/>
                </a:cubicBezTo>
                <a:cubicBezTo>
                  <a:pt x="610" y="97"/>
                  <a:pt x="610" y="97"/>
                  <a:pt x="610" y="97"/>
                </a:cubicBezTo>
                <a:cubicBezTo>
                  <a:pt x="610" y="74"/>
                  <a:pt x="621" y="63"/>
                  <a:pt x="640" y="63"/>
                </a:cubicBezTo>
                <a:cubicBezTo>
                  <a:pt x="641" y="63"/>
                  <a:pt x="641" y="63"/>
                  <a:pt x="641" y="63"/>
                </a:cubicBezTo>
                <a:cubicBezTo>
                  <a:pt x="641" y="34"/>
                  <a:pt x="641" y="34"/>
                  <a:pt x="641" y="34"/>
                </a:cubicBezTo>
                <a:cubicBezTo>
                  <a:pt x="625" y="33"/>
                  <a:pt x="616" y="42"/>
                  <a:pt x="610" y="55"/>
                </a:cubicBezTo>
                <a:close/>
                <a:moveTo>
                  <a:pt x="2038" y="1"/>
                </a:moveTo>
                <a:cubicBezTo>
                  <a:pt x="2038" y="132"/>
                  <a:pt x="2038" y="132"/>
                  <a:pt x="2038" y="132"/>
                </a:cubicBezTo>
                <a:cubicBezTo>
                  <a:pt x="2065" y="132"/>
                  <a:pt x="2065" y="132"/>
                  <a:pt x="2065" y="132"/>
                </a:cubicBezTo>
                <a:cubicBezTo>
                  <a:pt x="2065" y="1"/>
                  <a:pt x="2065" y="1"/>
                  <a:pt x="2065" y="1"/>
                </a:cubicBezTo>
                <a:lnTo>
                  <a:pt x="2038" y="1"/>
                </a:lnTo>
                <a:close/>
                <a:moveTo>
                  <a:pt x="733" y="11"/>
                </a:moveTo>
                <a:cubicBezTo>
                  <a:pt x="706" y="11"/>
                  <a:pt x="706" y="11"/>
                  <a:pt x="706" y="11"/>
                </a:cubicBezTo>
                <a:cubicBezTo>
                  <a:pt x="706" y="36"/>
                  <a:pt x="706" y="36"/>
                  <a:pt x="706" y="36"/>
                </a:cubicBezTo>
                <a:cubicBezTo>
                  <a:pt x="694" y="36"/>
                  <a:pt x="694" y="36"/>
                  <a:pt x="694" y="36"/>
                </a:cubicBezTo>
                <a:cubicBezTo>
                  <a:pt x="694" y="59"/>
                  <a:pt x="694" y="59"/>
                  <a:pt x="694" y="59"/>
                </a:cubicBezTo>
                <a:cubicBezTo>
                  <a:pt x="706" y="59"/>
                  <a:pt x="706" y="59"/>
                  <a:pt x="706" y="59"/>
                </a:cubicBezTo>
                <a:cubicBezTo>
                  <a:pt x="706" y="105"/>
                  <a:pt x="706" y="105"/>
                  <a:pt x="706" y="105"/>
                </a:cubicBezTo>
                <a:cubicBezTo>
                  <a:pt x="706" y="127"/>
                  <a:pt x="717" y="134"/>
                  <a:pt x="734" y="134"/>
                </a:cubicBezTo>
                <a:cubicBezTo>
                  <a:pt x="743" y="134"/>
                  <a:pt x="750" y="132"/>
                  <a:pt x="755" y="128"/>
                </a:cubicBezTo>
                <a:cubicBezTo>
                  <a:pt x="755" y="106"/>
                  <a:pt x="755" y="106"/>
                  <a:pt x="755" y="106"/>
                </a:cubicBezTo>
                <a:cubicBezTo>
                  <a:pt x="752" y="108"/>
                  <a:pt x="747" y="110"/>
                  <a:pt x="742" y="110"/>
                </a:cubicBezTo>
                <a:cubicBezTo>
                  <a:pt x="736" y="110"/>
                  <a:pt x="733" y="107"/>
                  <a:pt x="733" y="100"/>
                </a:cubicBezTo>
                <a:cubicBezTo>
                  <a:pt x="733" y="59"/>
                  <a:pt x="733" y="59"/>
                  <a:pt x="733" y="59"/>
                </a:cubicBezTo>
                <a:cubicBezTo>
                  <a:pt x="756" y="59"/>
                  <a:pt x="756" y="59"/>
                  <a:pt x="756" y="59"/>
                </a:cubicBezTo>
                <a:cubicBezTo>
                  <a:pt x="756" y="36"/>
                  <a:pt x="756" y="36"/>
                  <a:pt x="756" y="36"/>
                </a:cubicBezTo>
                <a:cubicBezTo>
                  <a:pt x="733" y="36"/>
                  <a:pt x="733" y="36"/>
                  <a:pt x="733" y="36"/>
                </a:cubicBezTo>
                <a:lnTo>
                  <a:pt x="733" y="11"/>
                </a:lnTo>
                <a:close/>
                <a:moveTo>
                  <a:pt x="1999" y="132"/>
                </a:moveTo>
                <a:cubicBezTo>
                  <a:pt x="2027" y="132"/>
                  <a:pt x="2027" y="132"/>
                  <a:pt x="2027" y="132"/>
                </a:cubicBezTo>
                <a:cubicBezTo>
                  <a:pt x="2027" y="1"/>
                  <a:pt x="2027" y="1"/>
                  <a:pt x="2027" y="1"/>
                </a:cubicBezTo>
                <a:cubicBezTo>
                  <a:pt x="1999" y="1"/>
                  <a:pt x="1999" y="1"/>
                  <a:pt x="1999" y="1"/>
                </a:cubicBezTo>
                <a:lnTo>
                  <a:pt x="1999" y="132"/>
                </a:lnTo>
                <a:close/>
                <a:moveTo>
                  <a:pt x="807" y="34"/>
                </a:moveTo>
                <a:cubicBezTo>
                  <a:pt x="779" y="34"/>
                  <a:pt x="760" y="57"/>
                  <a:pt x="760" y="84"/>
                </a:cubicBezTo>
                <a:cubicBezTo>
                  <a:pt x="760" y="84"/>
                  <a:pt x="760" y="84"/>
                  <a:pt x="760" y="84"/>
                </a:cubicBezTo>
                <a:cubicBezTo>
                  <a:pt x="760" y="114"/>
                  <a:pt x="781" y="134"/>
                  <a:pt x="810" y="134"/>
                </a:cubicBezTo>
                <a:cubicBezTo>
                  <a:pt x="827" y="134"/>
                  <a:pt x="840" y="127"/>
                  <a:pt x="849" y="116"/>
                </a:cubicBezTo>
                <a:cubicBezTo>
                  <a:pt x="834" y="102"/>
                  <a:pt x="834" y="102"/>
                  <a:pt x="834" y="102"/>
                </a:cubicBezTo>
                <a:cubicBezTo>
                  <a:pt x="826" y="109"/>
                  <a:pt x="820" y="112"/>
                  <a:pt x="810" y="112"/>
                </a:cubicBezTo>
                <a:cubicBezTo>
                  <a:pt x="798" y="112"/>
                  <a:pt x="790" y="106"/>
                  <a:pt x="787" y="93"/>
                </a:cubicBezTo>
                <a:cubicBezTo>
                  <a:pt x="854" y="93"/>
                  <a:pt x="854" y="93"/>
                  <a:pt x="854" y="93"/>
                </a:cubicBezTo>
                <a:cubicBezTo>
                  <a:pt x="854" y="91"/>
                  <a:pt x="854" y="88"/>
                  <a:pt x="854" y="86"/>
                </a:cubicBezTo>
                <a:cubicBezTo>
                  <a:pt x="854" y="59"/>
                  <a:pt x="839" y="34"/>
                  <a:pt x="807" y="34"/>
                </a:cubicBezTo>
                <a:close/>
                <a:moveTo>
                  <a:pt x="787" y="76"/>
                </a:moveTo>
                <a:cubicBezTo>
                  <a:pt x="789" y="64"/>
                  <a:pt x="796" y="56"/>
                  <a:pt x="807" y="56"/>
                </a:cubicBezTo>
                <a:cubicBezTo>
                  <a:pt x="819" y="56"/>
                  <a:pt x="826" y="64"/>
                  <a:pt x="828" y="76"/>
                </a:cubicBezTo>
                <a:lnTo>
                  <a:pt x="787" y="76"/>
                </a:lnTo>
                <a:close/>
                <a:moveTo>
                  <a:pt x="220" y="34"/>
                </a:moveTo>
                <a:cubicBezTo>
                  <a:pt x="207" y="34"/>
                  <a:pt x="197" y="39"/>
                  <a:pt x="189" y="49"/>
                </a:cubicBezTo>
                <a:cubicBezTo>
                  <a:pt x="184" y="40"/>
                  <a:pt x="174" y="34"/>
                  <a:pt x="161" y="34"/>
                </a:cubicBezTo>
                <a:cubicBezTo>
                  <a:pt x="148" y="34"/>
                  <a:pt x="139" y="41"/>
                  <a:pt x="133" y="50"/>
                </a:cubicBezTo>
                <a:cubicBezTo>
                  <a:pt x="133" y="36"/>
                  <a:pt x="133" y="36"/>
                  <a:pt x="133" y="36"/>
                </a:cubicBezTo>
                <a:cubicBezTo>
                  <a:pt x="106" y="36"/>
                  <a:pt x="106" y="36"/>
                  <a:pt x="106" y="36"/>
                </a:cubicBezTo>
                <a:cubicBezTo>
                  <a:pt x="106" y="132"/>
                  <a:pt x="106" y="132"/>
                  <a:pt x="106" y="132"/>
                </a:cubicBezTo>
                <a:cubicBezTo>
                  <a:pt x="133" y="132"/>
                  <a:pt x="133" y="132"/>
                  <a:pt x="133" y="132"/>
                </a:cubicBezTo>
                <a:cubicBezTo>
                  <a:pt x="133" y="78"/>
                  <a:pt x="133" y="78"/>
                  <a:pt x="133" y="78"/>
                </a:cubicBezTo>
                <a:cubicBezTo>
                  <a:pt x="133" y="65"/>
                  <a:pt x="139" y="59"/>
                  <a:pt x="150" y="59"/>
                </a:cubicBezTo>
                <a:cubicBezTo>
                  <a:pt x="160" y="59"/>
                  <a:pt x="166" y="65"/>
                  <a:pt x="166" y="78"/>
                </a:cubicBezTo>
                <a:cubicBezTo>
                  <a:pt x="166" y="132"/>
                  <a:pt x="166" y="132"/>
                  <a:pt x="166" y="132"/>
                </a:cubicBezTo>
                <a:cubicBezTo>
                  <a:pt x="193" y="132"/>
                  <a:pt x="193" y="132"/>
                  <a:pt x="193" y="132"/>
                </a:cubicBezTo>
                <a:cubicBezTo>
                  <a:pt x="193" y="78"/>
                  <a:pt x="193" y="78"/>
                  <a:pt x="193" y="78"/>
                </a:cubicBezTo>
                <a:cubicBezTo>
                  <a:pt x="193" y="65"/>
                  <a:pt x="199" y="59"/>
                  <a:pt x="209" y="59"/>
                </a:cubicBezTo>
                <a:cubicBezTo>
                  <a:pt x="220" y="59"/>
                  <a:pt x="225" y="65"/>
                  <a:pt x="225" y="78"/>
                </a:cubicBezTo>
                <a:cubicBezTo>
                  <a:pt x="225" y="132"/>
                  <a:pt x="225" y="132"/>
                  <a:pt x="225" y="132"/>
                </a:cubicBezTo>
                <a:cubicBezTo>
                  <a:pt x="253" y="132"/>
                  <a:pt x="253" y="132"/>
                  <a:pt x="253" y="132"/>
                </a:cubicBezTo>
                <a:cubicBezTo>
                  <a:pt x="253" y="69"/>
                  <a:pt x="253" y="69"/>
                  <a:pt x="253" y="69"/>
                </a:cubicBezTo>
                <a:cubicBezTo>
                  <a:pt x="253" y="46"/>
                  <a:pt x="240" y="34"/>
                  <a:pt x="220" y="34"/>
                </a:cubicBezTo>
                <a:close/>
                <a:moveTo>
                  <a:pt x="59" y="57"/>
                </a:moveTo>
                <a:cubicBezTo>
                  <a:pt x="38" y="51"/>
                  <a:pt x="32" y="49"/>
                  <a:pt x="32" y="40"/>
                </a:cubicBezTo>
                <a:cubicBezTo>
                  <a:pt x="32" y="40"/>
                  <a:pt x="32" y="40"/>
                  <a:pt x="32" y="40"/>
                </a:cubicBezTo>
                <a:cubicBezTo>
                  <a:pt x="32" y="34"/>
                  <a:pt x="38" y="29"/>
                  <a:pt x="48" y="29"/>
                </a:cubicBezTo>
                <a:cubicBezTo>
                  <a:pt x="59" y="29"/>
                  <a:pt x="70" y="34"/>
                  <a:pt x="81" y="41"/>
                </a:cubicBezTo>
                <a:cubicBezTo>
                  <a:pt x="95" y="21"/>
                  <a:pt x="95" y="21"/>
                  <a:pt x="95" y="21"/>
                </a:cubicBezTo>
                <a:cubicBezTo>
                  <a:pt x="83" y="10"/>
                  <a:pt x="67" y="5"/>
                  <a:pt x="49" y="5"/>
                </a:cubicBezTo>
                <a:cubicBezTo>
                  <a:pt x="23" y="5"/>
                  <a:pt x="5" y="20"/>
                  <a:pt x="5" y="43"/>
                </a:cubicBezTo>
                <a:cubicBezTo>
                  <a:pt x="5" y="43"/>
                  <a:pt x="5" y="43"/>
                  <a:pt x="5" y="43"/>
                </a:cubicBezTo>
                <a:cubicBezTo>
                  <a:pt x="5" y="68"/>
                  <a:pt x="21" y="75"/>
                  <a:pt x="46" y="81"/>
                </a:cubicBezTo>
                <a:cubicBezTo>
                  <a:pt x="67" y="87"/>
                  <a:pt x="72" y="90"/>
                  <a:pt x="72" y="97"/>
                </a:cubicBezTo>
                <a:cubicBezTo>
                  <a:pt x="72" y="98"/>
                  <a:pt x="72" y="98"/>
                  <a:pt x="72" y="98"/>
                </a:cubicBezTo>
                <a:cubicBezTo>
                  <a:pt x="72" y="105"/>
                  <a:pt x="65" y="109"/>
                  <a:pt x="54" y="109"/>
                </a:cubicBezTo>
                <a:cubicBezTo>
                  <a:pt x="39" y="109"/>
                  <a:pt x="27" y="104"/>
                  <a:pt x="16" y="94"/>
                </a:cubicBezTo>
                <a:cubicBezTo>
                  <a:pt x="0" y="114"/>
                  <a:pt x="0" y="114"/>
                  <a:pt x="0" y="114"/>
                </a:cubicBezTo>
                <a:cubicBezTo>
                  <a:pt x="15" y="127"/>
                  <a:pt x="34" y="134"/>
                  <a:pt x="53" y="134"/>
                </a:cubicBezTo>
                <a:cubicBezTo>
                  <a:pt x="80" y="134"/>
                  <a:pt x="99" y="120"/>
                  <a:pt x="99" y="95"/>
                </a:cubicBezTo>
                <a:cubicBezTo>
                  <a:pt x="99" y="95"/>
                  <a:pt x="99" y="95"/>
                  <a:pt x="99" y="95"/>
                </a:cubicBezTo>
                <a:cubicBezTo>
                  <a:pt x="99" y="73"/>
                  <a:pt x="85" y="63"/>
                  <a:pt x="59" y="57"/>
                </a:cubicBezTo>
                <a:close/>
                <a:moveTo>
                  <a:pt x="304" y="35"/>
                </a:moveTo>
                <a:cubicBezTo>
                  <a:pt x="287" y="35"/>
                  <a:pt x="277" y="38"/>
                  <a:pt x="266" y="43"/>
                </a:cubicBezTo>
                <a:cubicBezTo>
                  <a:pt x="273" y="63"/>
                  <a:pt x="273" y="63"/>
                  <a:pt x="273" y="63"/>
                </a:cubicBezTo>
                <a:cubicBezTo>
                  <a:pt x="282" y="60"/>
                  <a:pt x="289" y="58"/>
                  <a:pt x="300" y="58"/>
                </a:cubicBezTo>
                <a:cubicBezTo>
                  <a:pt x="313" y="58"/>
                  <a:pt x="320" y="64"/>
                  <a:pt x="320" y="76"/>
                </a:cubicBezTo>
                <a:cubicBezTo>
                  <a:pt x="320" y="77"/>
                  <a:pt x="320" y="77"/>
                  <a:pt x="320" y="77"/>
                </a:cubicBezTo>
                <a:cubicBezTo>
                  <a:pt x="314" y="75"/>
                  <a:pt x="307" y="73"/>
                  <a:pt x="297" y="73"/>
                </a:cubicBezTo>
                <a:cubicBezTo>
                  <a:pt x="274" y="73"/>
                  <a:pt x="258" y="83"/>
                  <a:pt x="258" y="104"/>
                </a:cubicBezTo>
                <a:cubicBezTo>
                  <a:pt x="258" y="104"/>
                  <a:pt x="258" y="104"/>
                  <a:pt x="258" y="104"/>
                </a:cubicBezTo>
                <a:cubicBezTo>
                  <a:pt x="258" y="123"/>
                  <a:pt x="273" y="134"/>
                  <a:pt x="291" y="134"/>
                </a:cubicBezTo>
                <a:cubicBezTo>
                  <a:pt x="304" y="134"/>
                  <a:pt x="314" y="129"/>
                  <a:pt x="320" y="122"/>
                </a:cubicBezTo>
                <a:cubicBezTo>
                  <a:pt x="320" y="132"/>
                  <a:pt x="320" y="132"/>
                  <a:pt x="320" y="132"/>
                </a:cubicBezTo>
                <a:cubicBezTo>
                  <a:pt x="347" y="132"/>
                  <a:pt x="347" y="132"/>
                  <a:pt x="347" y="132"/>
                </a:cubicBezTo>
                <a:cubicBezTo>
                  <a:pt x="347" y="76"/>
                  <a:pt x="347" y="76"/>
                  <a:pt x="347" y="76"/>
                </a:cubicBezTo>
                <a:cubicBezTo>
                  <a:pt x="347" y="63"/>
                  <a:pt x="343" y="53"/>
                  <a:pt x="336" y="46"/>
                </a:cubicBezTo>
                <a:cubicBezTo>
                  <a:pt x="329" y="39"/>
                  <a:pt x="319" y="35"/>
                  <a:pt x="304" y="35"/>
                </a:cubicBezTo>
                <a:close/>
                <a:moveTo>
                  <a:pt x="321" y="98"/>
                </a:moveTo>
                <a:cubicBezTo>
                  <a:pt x="321" y="108"/>
                  <a:pt x="312" y="115"/>
                  <a:pt x="299" y="115"/>
                </a:cubicBezTo>
                <a:cubicBezTo>
                  <a:pt x="291" y="115"/>
                  <a:pt x="285" y="111"/>
                  <a:pt x="285" y="103"/>
                </a:cubicBezTo>
                <a:cubicBezTo>
                  <a:pt x="285" y="103"/>
                  <a:pt x="285" y="103"/>
                  <a:pt x="285" y="103"/>
                </a:cubicBezTo>
                <a:cubicBezTo>
                  <a:pt x="285" y="94"/>
                  <a:pt x="292" y="90"/>
                  <a:pt x="303" y="90"/>
                </a:cubicBezTo>
                <a:cubicBezTo>
                  <a:pt x="310" y="90"/>
                  <a:pt x="316" y="91"/>
                  <a:pt x="321" y="93"/>
                </a:cubicBezTo>
                <a:lnTo>
                  <a:pt x="321" y="98"/>
                </a:lnTo>
                <a:close/>
                <a:moveTo>
                  <a:pt x="457" y="11"/>
                </a:moveTo>
                <a:cubicBezTo>
                  <a:pt x="429" y="11"/>
                  <a:pt x="429" y="11"/>
                  <a:pt x="429" y="11"/>
                </a:cubicBezTo>
                <a:cubicBezTo>
                  <a:pt x="429" y="36"/>
                  <a:pt x="429" y="36"/>
                  <a:pt x="429" y="36"/>
                </a:cubicBezTo>
                <a:cubicBezTo>
                  <a:pt x="418" y="36"/>
                  <a:pt x="418" y="36"/>
                  <a:pt x="418" y="36"/>
                </a:cubicBezTo>
                <a:cubicBezTo>
                  <a:pt x="418" y="59"/>
                  <a:pt x="418" y="59"/>
                  <a:pt x="418" y="59"/>
                </a:cubicBezTo>
                <a:cubicBezTo>
                  <a:pt x="429" y="59"/>
                  <a:pt x="429" y="59"/>
                  <a:pt x="429" y="59"/>
                </a:cubicBezTo>
                <a:cubicBezTo>
                  <a:pt x="429" y="105"/>
                  <a:pt x="429" y="105"/>
                  <a:pt x="429" y="105"/>
                </a:cubicBezTo>
                <a:cubicBezTo>
                  <a:pt x="429" y="127"/>
                  <a:pt x="441" y="134"/>
                  <a:pt x="457" y="134"/>
                </a:cubicBezTo>
                <a:cubicBezTo>
                  <a:pt x="466" y="134"/>
                  <a:pt x="473" y="132"/>
                  <a:pt x="479" y="128"/>
                </a:cubicBezTo>
                <a:cubicBezTo>
                  <a:pt x="479" y="106"/>
                  <a:pt x="479" y="106"/>
                  <a:pt x="479" y="106"/>
                </a:cubicBezTo>
                <a:cubicBezTo>
                  <a:pt x="475" y="108"/>
                  <a:pt x="470" y="110"/>
                  <a:pt x="465" y="110"/>
                </a:cubicBezTo>
                <a:cubicBezTo>
                  <a:pt x="459" y="110"/>
                  <a:pt x="457" y="107"/>
                  <a:pt x="457" y="100"/>
                </a:cubicBezTo>
                <a:cubicBezTo>
                  <a:pt x="457" y="59"/>
                  <a:pt x="457" y="59"/>
                  <a:pt x="457" y="59"/>
                </a:cubicBezTo>
                <a:cubicBezTo>
                  <a:pt x="479" y="59"/>
                  <a:pt x="479" y="59"/>
                  <a:pt x="479" y="59"/>
                </a:cubicBezTo>
                <a:cubicBezTo>
                  <a:pt x="479" y="36"/>
                  <a:pt x="479" y="36"/>
                  <a:pt x="479" y="36"/>
                </a:cubicBezTo>
                <a:cubicBezTo>
                  <a:pt x="457" y="36"/>
                  <a:pt x="457" y="36"/>
                  <a:pt x="457" y="36"/>
                </a:cubicBezTo>
                <a:lnTo>
                  <a:pt x="457" y="11"/>
                </a:lnTo>
                <a:close/>
                <a:moveTo>
                  <a:pt x="382" y="55"/>
                </a:moveTo>
                <a:cubicBezTo>
                  <a:pt x="382" y="36"/>
                  <a:pt x="382" y="36"/>
                  <a:pt x="382" y="36"/>
                </a:cubicBezTo>
                <a:cubicBezTo>
                  <a:pt x="354" y="36"/>
                  <a:pt x="354" y="36"/>
                  <a:pt x="354" y="36"/>
                </a:cubicBezTo>
                <a:cubicBezTo>
                  <a:pt x="354" y="132"/>
                  <a:pt x="354" y="132"/>
                  <a:pt x="354" y="132"/>
                </a:cubicBezTo>
                <a:cubicBezTo>
                  <a:pt x="382" y="132"/>
                  <a:pt x="382" y="132"/>
                  <a:pt x="382" y="132"/>
                </a:cubicBezTo>
                <a:cubicBezTo>
                  <a:pt x="382" y="97"/>
                  <a:pt x="382" y="97"/>
                  <a:pt x="382" y="97"/>
                </a:cubicBezTo>
                <a:cubicBezTo>
                  <a:pt x="382" y="74"/>
                  <a:pt x="393" y="63"/>
                  <a:pt x="411" y="63"/>
                </a:cubicBezTo>
                <a:cubicBezTo>
                  <a:pt x="412" y="63"/>
                  <a:pt x="412" y="63"/>
                  <a:pt x="412" y="63"/>
                </a:cubicBezTo>
                <a:cubicBezTo>
                  <a:pt x="412" y="34"/>
                  <a:pt x="412" y="34"/>
                  <a:pt x="412" y="34"/>
                </a:cubicBezTo>
                <a:cubicBezTo>
                  <a:pt x="396" y="33"/>
                  <a:pt x="387" y="42"/>
                  <a:pt x="382" y="55"/>
                </a:cubicBezTo>
                <a:close/>
                <a:moveTo>
                  <a:pt x="1335" y="34"/>
                </a:moveTo>
                <a:cubicBezTo>
                  <a:pt x="1305" y="34"/>
                  <a:pt x="1283" y="56"/>
                  <a:pt x="1283" y="84"/>
                </a:cubicBezTo>
                <a:cubicBezTo>
                  <a:pt x="1283" y="84"/>
                  <a:pt x="1283" y="84"/>
                  <a:pt x="1283" y="84"/>
                </a:cubicBezTo>
                <a:cubicBezTo>
                  <a:pt x="1283" y="112"/>
                  <a:pt x="1305" y="134"/>
                  <a:pt x="1335" y="134"/>
                </a:cubicBezTo>
                <a:cubicBezTo>
                  <a:pt x="1365" y="134"/>
                  <a:pt x="1387" y="112"/>
                  <a:pt x="1387" y="84"/>
                </a:cubicBezTo>
                <a:cubicBezTo>
                  <a:pt x="1387" y="84"/>
                  <a:pt x="1387" y="84"/>
                  <a:pt x="1387" y="84"/>
                </a:cubicBezTo>
                <a:cubicBezTo>
                  <a:pt x="1387" y="56"/>
                  <a:pt x="1365" y="34"/>
                  <a:pt x="1335" y="34"/>
                </a:cubicBezTo>
                <a:close/>
                <a:moveTo>
                  <a:pt x="1360" y="84"/>
                </a:moveTo>
                <a:cubicBezTo>
                  <a:pt x="1360" y="99"/>
                  <a:pt x="1351" y="111"/>
                  <a:pt x="1335" y="111"/>
                </a:cubicBezTo>
                <a:cubicBezTo>
                  <a:pt x="1320" y="111"/>
                  <a:pt x="1310" y="98"/>
                  <a:pt x="1310" y="84"/>
                </a:cubicBezTo>
                <a:cubicBezTo>
                  <a:pt x="1310" y="84"/>
                  <a:pt x="1310" y="84"/>
                  <a:pt x="1310" y="84"/>
                </a:cubicBezTo>
                <a:cubicBezTo>
                  <a:pt x="1310" y="70"/>
                  <a:pt x="1319" y="58"/>
                  <a:pt x="1335" y="58"/>
                </a:cubicBezTo>
                <a:cubicBezTo>
                  <a:pt x="1350" y="58"/>
                  <a:pt x="1360" y="70"/>
                  <a:pt x="1360" y="84"/>
                </a:cubicBezTo>
                <a:close/>
                <a:moveTo>
                  <a:pt x="1834" y="55"/>
                </a:moveTo>
                <a:cubicBezTo>
                  <a:pt x="1834" y="36"/>
                  <a:pt x="1834" y="36"/>
                  <a:pt x="1834" y="36"/>
                </a:cubicBezTo>
                <a:cubicBezTo>
                  <a:pt x="1807" y="36"/>
                  <a:pt x="1807" y="36"/>
                  <a:pt x="1807" y="36"/>
                </a:cubicBezTo>
                <a:cubicBezTo>
                  <a:pt x="1807" y="132"/>
                  <a:pt x="1807" y="132"/>
                  <a:pt x="1807" y="132"/>
                </a:cubicBezTo>
                <a:cubicBezTo>
                  <a:pt x="1834" y="132"/>
                  <a:pt x="1834" y="132"/>
                  <a:pt x="1834" y="132"/>
                </a:cubicBezTo>
                <a:cubicBezTo>
                  <a:pt x="1834" y="97"/>
                  <a:pt x="1834" y="97"/>
                  <a:pt x="1834" y="97"/>
                </a:cubicBezTo>
                <a:cubicBezTo>
                  <a:pt x="1834" y="74"/>
                  <a:pt x="1845" y="63"/>
                  <a:pt x="1863" y="63"/>
                </a:cubicBezTo>
                <a:cubicBezTo>
                  <a:pt x="1865" y="63"/>
                  <a:pt x="1865" y="63"/>
                  <a:pt x="1865" y="63"/>
                </a:cubicBezTo>
                <a:cubicBezTo>
                  <a:pt x="1865" y="34"/>
                  <a:pt x="1865" y="34"/>
                  <a:pt x="1865" y="34"/>
                </a:cubicBezTo>
                <a:cubicBezTo>
                  <a:pt x="1848" y="33"/>
                  <a:pt x="1839" y="42"/>
                  <a:pt x="1834" y="55"/>
                </a:cubicBezTo>
                <a:close/>
                <a:moveTo>
                  <a:pt x="1748" y="34"/>
                </a:moveTo>
                <a:cubicBezTo>
                  <a:pt x="1718" y="34"/>
                  <a:pt x="1696" y="56"/>
                  <a:pt x="1696" y="84"/>
                </a:cubicBezTo>
                <a:cubicBezTo>
                  <a:pt x="1696" y="84"/>
                  <a:pt x="1696" y="84"/>
                  <a:pt x="1696" y="84"/>
                </a:cubicBezTo>
                <a:cubicBezTo>
                  <a:pt x="1696" y="112"/>
                  <a:pt x="1718" y="134"/>
                  <a:pt x="1748" y="134"/>
                </a:cubicBezTo>
                <a:cubicBezTo>
                  <a:pt x="1778" y="134"/>
                  <a:pt x="1800" y="112"/>
                  <a:pt x="1800" y="84"/>
                </a:cubicBezTo>
                <a:cubicBezTo>
                  <a:pt x="1800" y="84"/>
                  <a:pt x="1800" y="84"/>
                  <a:pt x="1800" y="84"/>
                </a:cubicBezTo>
                <a:cubicBezTo>
                  <a:pt x="1800" y="56"/>
                  <a:pt x="1778" y="34"/>
                  <a:pt x="1748" y="34"/>
                </a:cubicBezTo>
                <a:close/>
                <a:moveTo>
                  <a:pt x="1773" y="84"/>
                </a:moveTo>
                <a:cubicBezTo>
                  <a:pt x="1773" y="99"/>
                  <a:pt x="1764" y="111"/>
                  <a:pt x="1748" y="111"/>
                </a:cubicBezTo>
                <a:cubicBezTo>
                  <a:pt x="1733" y="111"/>
                  <a:pt x="1723" y="98"/>
                  <a:pt x="1723" y="84"/>
                </a:cubicBezTo>
                <a:cubicBezTo>
                  <a:pt x="1723" y="84"/>
                  <a:pt x="1723" y="84"/>
                  <a:pt x="1723" y="84"/>
                </a:cubicBezTo>
                <a:cubicBezTo>
                  <a:pt x="1723" y="70"/>
                  <a:pt x="1732" y="58"/>
                  <a:pt x="1748" y="58"/>
                </a:cubicBezTo>
                <a:cubicBezTo>
                  <a:pt x="1763" y="58"/>
                  <a:pt x="1773" y="70"/>
                  <a:pt x="1773" y="84"/>
                </a:cubicBezTo>
                <a:close/>
                <a:moveTo>
                  <a:pt x="1465" y="48"/>
                </a:moveTo>
                <a:cubicBezTo>
                  <a:pt x="1458" y="40"/>
                  <a:pt x="1449" y="34"/>
                  <a:pt x="1434" y="34"/>
                </a:cubicBezTo>
                <a:cubicBezTo>
                  <a:pt x="1412" y="34"/>
                  <a:pt x="1391" y="50"/>
                  <a:pt x="1391" y="79"/>
                </a:cubicBezTo>
                <a:cubicBezTo>
                  <a:pt x="1391" y="79"/>
                  <a:pt x="1391" y="79"/>
                  <a:pt x="1391" y="79"/>
                </a:cubicBezTo>
                <a:cubicBezTo>
                  <a:pt x="1391" y="108"/>
                  <a:pt x="1412" y="124"/>
                  <a:pt x="1434" y="124"/>
                </a:cubicBezTo>
                <a:cubicBezTo>
                  <a:pt x="1448" y="124"/>
                  <a:pt x="1457" y="118"/>
                  <a:pt x="1465" y="109"/>
                </a:cubicBezTo>
                <a:cubicBezTo>
                  <a:pt x="1465" y="113"/>
                  <a:pt x="1465" y="113"/>
                  <a:pt x="1465" y="113"/>
                </a:cubicBezTo>
                <a:cubicBezTo>
                  <a:pt x="1465" y="130"/>
                  <a:pt x="1457" y="139"/>
                  <a:pt x="1438" y="139"/>
                </a:cubicBezTo>
                <a:cubicBezTo>
                  <a:pt x="1425" y="139"/>
                  <a:pt x="1415" y="136"/>
                  <a:pt x="1405" y="131"/>
                </a:cubicBezTo>
                <a:cubicBezTo>
                  <a:pt x="1396" y="151"/>
                  <a:pt x="1396" y="151"/>
                  <a:pt x="1396" y="151"/>
                </a:cubicBezTo>
                <a:cubicBezTo>
                  <a:pt x="1408" y="158"/>
                  <a:pt x="1423" y="161"/>
                  <a:pt x="1439" y="161"/>
                </a:cubicBezTo>
                <a:cubicBezTo>
                  <a:pt x="1457" y="161"/>
                  <a:pt x="1471" y="157"/>
                  <a:pt x="1480" y="148"/>
                </a:cubicBezTo>
                <a:cubicBezTo>
                  <a:pt x="1488" y="140"/>
                  <a:pt x="1492" y="128"/>
                  <a:pt x="1492" y="110"/>
                </a:cubicBezTo>
                <a:cubicBezTo>
                  <a:pt x="1492" y="36"/>
                  <a:pt x="1492" y="36"/>
                  <a:pt x="1492" y="36"/>
                </a:cubicBezTo>
                <a:cubicBezTo>
                  <a:pt x="1465" y="36"/>
                  <a:pt x="1465" y="36"/>
                  <a:pt x="1465" y="36"/>
                </a:cubicBezTo>
                <a:lnTo>
                  <a:pt x="1465" y="48"/>
                </a:lnTo>
                <a:close/>
                <a:moveTo>
                  <a:pt x="1465" y="79"/>
                </a:moveTo>
                <a:cubicBezTo>
                  <a:pt x="1465" y="92"/>
                  <a:pt x="1455" y="102"/>
                  <a:pt x="1442" y="102"/>
                </a:cubicBezTo>
                <a:cubicBezTo>
                  <a:pt x="1429" y="102"/>
                  <a:pt x="1419" y="93"/>
                  <a:pt x="1419" y="79"/>
                </a:cubicBezTo>
                <a:cubicBezTo>
                  <a:pt x="1419" y="79"/>
                  <a:pt x="1419" y="79"/>
                  <a:pt x="1419" y="79"/>
                </a:cubicBezTo>
                <a:cubicBezTo>
                  <a:pt x="1419" y="66"/>
                  <a:pt x="1429" y="57"/>
                  <a:pt x="1442" y="57"/>
                </a:cubicBezTo>
                <a:cubicBezTo>
                  <a:pt x="1455" y="57"/>
                  <a:pt x="1465" y="66"/>
                  <a:pt x="1465" y="79"/>
                </a:cubicBezTo>
                <a:close/>
                <a:moveTo>
                  <a:pt x="1697" y="37"/>
                </a:moveTo>
                <a:cubicBezTo>
                  <a:pt x="1675" y="37"/>
                  <a:pt x="1675" y="37"/>
                  <a:pt x="1675" y="37"/>
                </a:cubicBezTo>
                <a:cubicBezTo>
                  <a:pt x="1675" y="33"/>
                  <a:pt x="1675" y="33"/>
                  <a:pt x="1675" y="33"/>
                </a:cubicBezTo>
                <a:cubicBezTo>
                  <a:pt x="1675" y="26"/>
                  <a:pt x="1678" y="23"/>
                  <a:pt x="1684" y="23"/>
                </a:cubicBezTo>
                <a:cubicBezTo>
                  <a:pt x="1689" y="23"/>
                  <a:pt x="1693" y="24"/>
                  <a:pt x="1697" y="25"/>
                </a:cubicBezTo>
                <a:cubicBezTo>
                  <a:pt x="1697" y="2"/>
                  <a:pt x="1697" y="2"/>
                  <a:pt x="1697" y="2"/>
                </a:cubicBezTo>
                <a:cubicBezTo>
                  <a:pt x="1692" y="1"/>
                  <a:pt x="1686" y="0"/>
                  <a:pt x="1677" y="0"/>
                </a:cubicBezTo>
                <a:cubicBezTo>
                  <a:pt x="1668" y="0"/>
                  <a:pt x="1660" y="2"/>
                  <a:pt x="1655" y="7"/>
                </a:cubicBezTo>
                <a:cubicBezTo>
                  <a:pt x="1650" y="12"/>
                  <a:pt x="1648" y="20"/>
                  <a:pt x="1648" y="31"/>
                </a:cubicBezTo>
                <a:cubicBezTo>
                  <a:pt x="1648" y="37"/>
                  <a:pt x="1648" y="37"/>
                  <a:pt x="1648" y="37"/>
                </a:cubicBezTo>
                <a:cubicBezTo>
                  <a:pt x="1636" y="37"/>
                  <a:pt x="1636" y="37"/>
                  <a:pt x="1636" y="37"/>
                </a:cubicBezTo>
                <a:cubicBezTo>
                  <a:pt x="1636" y="59"/>
                  <a:pt x="1636" y="59"/>
                  <a:pt x="1636" y="59"/>
                </a:cubicBezTo>
                <a:cubicBezTo>
                  <a:pt x="1648" y="59"/>
                  <a:pt x="1648" y="59"/>
                  <a:pt x="1648" y="59"/>
                </a:cubicBezTo>
                <a:cubicBezTo>
                  <a:pt x="1648" y="132"/>
                  <a:pt x="1648" y="132"/>
                  <a:pt x="1648" y="132"/>
                </a:cubicBezTo>
                <a:cubicBezTo>
                  <a:pt x="1675" y="132"/>
                  <a:pt x="1675" y="132"/>
                  <a:pt x="1675" y="132"/>
                </a:cubicBezTo>
                <a:cubicBezTo>
                  <a:pt x="1675" y="59"/>
                  <a:pt x="1675" y="59"/>
                  <a:pt x="1675" y="59"/>
                </a:cubicBezTo>
                <a:cubicBezTo>
                  <a:pt x="1697" y="59"/>
                  <a:pt x="1697" y="59"/>
                  <a:pt x="1697" y="59"/>
                </a:cubicBezTo>
                <a:lnTo>
                  <a:pt x="1697" y="37"/>
                </a:lnTo>
                <a:close/>
                <a:moveTo>
                  <a:pt x="1548" y="101"/>
                </a:moveTo>
                <a:cubicBezTo>
                  <a:pt x="1526" y="36"/>
                  <a:pt x="1526" y="36"/>
                  <a:pt x="1526" y="36"/>
                </a:cubicBezTo>
                <a:cubicBezTo>
                  <a:pt x="1497" y="36"/>
                  <a:pt x="1497" y="36"/>
                  <a:pt x="1497" y="36"/>
                </a:cubicBezTo>
                <a:cubicBezTo>
                  <a:pt x="1535" y="132"/>
                  <a:pt x="1535" y="132"/>
                  <a:pt x="1535" y="132"/>
                </a:cubicBezTo>
                <a:cubicBezTo>
                  <a:pt x="1532" y="137"/>
                  <a:pt x="1530" y="139"/>
                  <a:pt x="1525" y="139"/>
                </a:cubicBezTo>
                <a:cubicBezTo>
                  <a:pt x="1521" y="139"/>
                  <a:pt x="1517" y="137"/>
                  <a:pt x="1513" y="135"/>
                </a:cubicBezTo>
                <a:cubicBezTo>
                  <a:pt x="1504" y="155"/>
                  <a:pt x="1504" y="155"/>
                  <a:pt x="1504" y="155"/>
                </a:cubicBezTo>
                <a:cubicBezTo>
                  <a:pt x="1511" y="159"/>
                  <a:pt x="1519" y="161"/>
                  <a:pt x="1528" y="161"/>
                </a:cubicBezTo>
                <a:cubicBezTo>
                  <a:pt x="1545" y="161"/>
                  <a:pt x="1553" y="154"/>
                  <a:pt x="1560" y="134"/>
                </a:cubicBezTo>
                <a:cubicBezTo>
                  <a:pt x="1597" y="36"/>
                  <a:pt x="1597" y="36"/>
                  <a:pt x="1597" y="36"/>
                </a:cubicBezTo>
                <a:cubicBezTo>
                  <a:pt x="1569" y="36"/>
                  <a:pt x="1569" y="36"/>
                  <a:pt x="1569" y="36"/>
                </a:cubicBezTo>
                <a:lnTo>
                  <a:pt x="1548" y="101"/>
                </a:lnTo>
                <a:close/>
                <a:moveTo>
                  <a:pt x="1008" y="34"/>
                </a:moveTo>
                <a:cubicBezTo>
                  <a:pt x="994" y="34"/>
                  <a:pt x="986" y="41"/>
                  <a:pt x="980" y="49"/>
                </a:cubicBezTo>
                <a:cubicBezTo>
                  <a:pt x="980" y="1"/>
                  <a:pt x="980" y="1"/>
                  <a:pt x="980" y="1"/>
                </a:cubicBezTo>
                <a:cubicBezTo>
                  <a:pt x="952" y="1"/>
                  <a:pt x="952" y="1"/>
                  <a:pt x="952" y="1"/>
                </a:cubicBezTo>
                <a:cubicBezTo>
                  <a:pt x="952" y="132"/>
                  <a:pt x="952" y="132"/>
                  <a:pt x="952" y="132"/>
                </a:cubicBezTo>
                <a:cubicBezTo>
                  <a:pt x="980" y="132"/>
                  <a:pt x="980" y="132"/>
                  <a:pt x="980" y="132"/>
                </a:cubicBezTo>
                <a:cubicBezTo>
                  <a:pt x="980" y="78"/>
                  <a:pt x="980" y="78"/>
                  <a:pt x="980" y="78"/>
                </a:cubicBezTo>
                <a:cubicBezTo>
                  <a:pt x="980" y="65"/>
                  <a:pt x="986" y="59"/>
                  <a:pt x="997" y="59"/>
                </a:cubicBezTo>
                <a:cubicBezTo>
                  <a:pt x="1007" y="59"/>
                  <a:pt x="1013" y="65"/>
                  <a:pt x="1013" y="78"/>
                </a:cubicBezTo>
                <a:cubicBezTo>
                  <a:pt x="1013" y="132"/>
                  <a:pt x="1013" y="132"/>
                  <a:pt x="1013" y="132"/>
                </a:cubicBezTo>
                <a:cubicBezTo>
                  <a:pt x="1040" y="132"/>
                  <a:pt x="1040" y="132"/>
                  <a:pt x="1040" y="132"/>
                </a:cubicBezTo>
                <a:cubicBezTo>
                  <a:pt x="1040" y="70"/>
                  <a:pt x="1040" y="70"/>
                  <a:pt x="1040" y="70"/>
                </a:cubicBezTo>
                <a:cubicBezTo>
                  <a:pt x="1040" y="48"/>
                  <a:pt x="1028" y="34"/>
                  <a:pt x="1008" y="34"/>
                </a:cubicBezTo>
                <a:close/>
                <a:moveTo>
                  <a:pt x="1250" y="132"/>
                </a:moveTo>
                <a:cubicBezTo>
                  <a:pt x="1278" y="132"/>
                  <a:pt x="1278" y="132"/>
                  <a:pt x="1278" y="132"/>
                </a:cubicBezTo>
                <a:cubicBezTo>
                  <a:pt x="1278" y="1"/>
                  <a:pt x="1278" y="1"/>
                  <a:pt x="1278" y="1"/>
                </a:cubicBezTo>
                <a:cubicBezTo>
                  <a:pt x="1250" y="1"/>
                  <a:pt x="1250" y="1"/>
                  <a:pt x="1250" y="1"/>
                </a:cubicBezTo>
                <a:lnTo>
                  <a:pt x="1250" y="132"/>
                </a:lnTo>
                <a:close/>
                <a:moveTo>
                  <a:pt x="1103" y="34"/>
                </a:moveTo>
                <a:cubicBezTo>
                  <a:pt x="1089" y="34"/>
                  <a:pt x="1081" y="41"/>
                  <a:pt x="1075" y="49"/>
                </a:cubicBezTo>
                <a:cubicBezTo>
                  <a:pt x="1075" y="36"/>
                  <a:pt x="1075" y="36"/>
                  <a:pt x="1075" y="36"/>
                </a:cubicBezTo>
                <a:cubicBezTo>
                  <a:pt x="1047" y="36"/>
                  <a:pt x="1047" y="36"/>
                  <a:pt x="1047" y="36"/>
                </a:cubicBezTo>
                <a:cubicBezTo>
                  <a:pt x="1047" y="132"/>
                  <a:pt x="1047" y="132"/>
                  <a:pt x="1047" y="132"/>
                </a:cubicBezTo>
                <a:cubicBezTo>
                  <a:pt x="1075" y="132"/>
                  <a:pt x="1075" y="132"/>
                  <a:pt x="1075" y="132"/>
                </a:cubicBezTo>
                <a:cubicBezTo>
                  <a:pt x="1075" y="78"/>
                  <a:pt x="1075" y="78"/>
                  <a:pt x="1075" y="78"/>
                </a:cubicBezTo>
                <a:cubicBezTo>
                  <a:pt x="1075" y="65"/>
                  <a:pt x="1081" y="59"/>
                  <a:pt x="1092" y="59"/>
                </a:cubicBezTo>
                <a:cubicBezTo>
                  <a:pt x="1102" y="59"/>
                  <a:pt x="1108" y="65"/>
                  <a:pt x="1108" y="78"/>
                </a:cubicBezTo>
                <a:cubicBezTo>
                  <a:pt x="1108" y="132"/>
                  <a:pt x="1108" y="132"/>
                  <a:pt x="1108" y="132"/>
                </a:cubicBezTo>
                <a:cubicBezTo>
                  <a:pt x="1135" y="132"/>
                  <a:pt x="1135" y="132"/>
                  <a:pt x="1135" y="132"/>
                </a:cubicBezTo>
                <a:cubicBezTo>
                  <a:pt x="1135" y="70"/>
                  <a:pt x="1135" y="70"/>
                  <a:pt x="1135" y="70"/>
                </a:cubicBezTo>
                <a:cubicBezTo>
                  <a:pt x="1135" y="48"/>
                  <a:pt x="1123" y="34"/>
                  <a:pt x="1103" y="34"/>
                </a:cubicBezTo>
                <a:close/>
                <a:moveTo>
                  <a:pt x="910" y="111"/>
                </a:moveTo>
                <a:cubicBezTo>
                  <a:pt x="895" y="111"/>
                  <a:pt x="885" y="99"/>
                  <a:pt x="885" y="84"/>
                </a:cubicBezTo>
                <a:cubicBezTo>
                  <a:pt x="885" y="84"/>
                  <a:pt x="885" y="84"/>
                  <a:pt x="885" y="84"/>
                </a:cubicBezTo>
                <a:cubicBezTo>
                  <a:pt x="885" y="70"/>
                  <a:pt x="895" y="58"/>
                  <a:pt x="909" y="58"/>
                </a:cubicBezTo>
                <a:cubicBezTo>
                  <a:pt x="918" y="58"/>
                  <a:pt x="925" y="62"/>
                  <a:pt x="931" y="68"/>
                </a:cubicBezTo>
                <a:cubicBezTo>
                  <a:pt x="947" y="50"/>
                  <a:pt x="947" y="50"/>
                  <a:pt x="947" y="50"/>
                </a:cubicBezTo>
                <a:cubicBezTo>
                  <a:pt x="938" y="40"/>
                  <a:pt x="927" y="34"/>
                  <a:pt x="909" y="34"/>
                </a:cubicBezTo>
                <a:cubicBezTo>
                  <a:pt x="880" y="34"/>
                  <a:pt x="859" y="57"/>
                  <a:pt x="859" y="84"/>
                </a:cubicBezTo>
                <a:cubicBezTo>
                  <a:pt x="859" y="84"/>
                  <a:pt x="859" y="84"/>
                  <a:pt x="859" y="84"/>
                </a:cubicBezTo>
                <a:cubicBezTo>
                  <a:pt x="859" y="112"/>
                  <a:pt x="880" y="134"/>
                  <a:pt x="909" y="134"/>
                </a:cubicBezTo>
                <a:cubicBezTo>
                  <a:pt x="928" y="134"/>
                  <a:pt x="939" y="127"/>
                  <a:pt x="948" y="117"/>
                </a:cubicBezTo>
                <a:cubicBezTo>
                  <a:pt x="932" y="100"/>
                  <a:pt x="932" y="100"/>
                  <a:pt x="932" y="100"/>
                </a:cubicBezTo>
                <a:cubicBezTo>
                  <a:pt x="925" y="107"/>
                  <a:pt x="919" y="111"/>
                  <a:pt x="910" y="111"/>
                </a:cubicBezTo>
                <a:close/>
                <a:moveTo>
                  <a:pt x="1945" y="35"/>
                </a:moveTo>
                <a:cubicBezTo>
                  <a:pt x="1929" y="35"/>
                  <a:pt x="1918" y="38"/>
                  <a:pt x="1908" y="42"/>
                </a:cubicBezTo>
                <a:cubicBezTo>
                  <a:pt x="1915" y="63"/>
                  <a:pt x="1915" y="63"/>
                  <a:pt x="1915" y="63"/>
                </a:cubicBezTo>
                <a:cubicBezTo>
                  <a:pt x="1923" y="60"/>
                  <a:pt x="1931" y="58"/>
                  <a:pt x="1941" y="58"/>
                </a:cubicBezTo>
                <a:cubicBezTo>
                  <a:pt x="1955" y="58"/>
                  <a:pt x="1962" y="64"/>
                  <a:pt x="1962" y="76"/>
                </a:cubicBezTo>
                <a:cubicBezTo>
                  <a:pt x="1962" y="77"/>
                  <a:pt x="1962" y="77"/>
                  <a:pt x="1962" y="77"/>
                </a:cubicBezTo>
                <a:cubicBezTo>
                  <a:pt x="1955" y="75"/>
                  <a:pt x="1948" y="73"/>
                  <a:pt x="1938" y="73"/>
                </a:cubicBezTo>
                <a:cubicBezTo>
                  <a:pt x="1915" y="73"/>
                  <a:pt x="1899" y="83"/>
                  <a:pt x="1899" y="104"/>
                </a:cubicBezTo>
                <a:cubicBezTo>
                  <a:pt x="1899" y="104"/>
                  <a:pt x="1899" y="104"/>
                  <a:pt x="1899" y="104"/>
                </a:cubicBezTo>
                <a:cubicBezTo>
                  <a:pt x="1899" y="123"/>
                  <a:pt x="1914" y="134"/>
                  <a:pt x="1932" y="134"/>
                </a:cubicBezTo>
                <a:cubicBezTo>
                  <a:pt x="1946" y="134"/>
                  <a:pt x="1955" y="129"/>
                  <a:pt x="1962" y="122"/>
                </a:cubicBezTo>
                <a:cubicBezTo>
                  <a:pt x="1962" y="132"/>
                  <a:pt x="1962" y="132"/>
                  <a:pt x="1962" y="132"/>
                </a:cubicBezTo>
                <a:cubicBezTo>
                  <a:pt x="1988" y="132"/>
                  <a:pt x="1988" y="132"/>
                  <a:pt x="1988" y="132"/>
                </a:cubicBezTo>
                <a:cubicBezTo>
                  <a:pt x="1988" y="76"/>
                  <a:pt x="1988" y="76"/>
                  <a:pt x="1988" y="76"/>
                </a:cubicBezTo>
                <a:cubicBezTo>
                  <a:pt x="1988" y="63"/>
                  <a:pt x="1985" y="53"/>
                  <a:pt x="1978" y="46"/>
                </a:cubicBezTo>
                <a:cubicBezTo>
                  <a:pt x="1971" y="39"/>
                  <a:pt x="1960" y="35"/>
                  <a:pt x="1945" y="35"/>
                </a:cubicBezTo>
                <a:close/>
                <a:moveTo>
                  <a:pt x="1962" y="98"/>
                </a:moveTo>
                <a:cubicBezTo>
                  <a:pt x="1962" y="108"/>
                  <a:pt x="1953" y="115"/>
                  <a:pt x="1941" y="115"/>
                </a:cubicBezTo>
                <a:cubicBezTo>
                  <a:pt x="1932" y="115"/>
                  <a:pt x="1926" y="111"/>
                  <a:pt x="1926" y="103"/>
                </a:cubicBezTo>
                <a:cubicBezTo>
                  <a:pt x="1926" y="103"/>
                  <a:pt x="1926" y="103"/>
                  <a:pt x="1926" y="103"/>
                </a:cubicBezTo>
                <a:cubicBezTo>
                  <a:pt x="1926" y="94"/>
                  <a:pt x="1933" y="90"/>
                  <a:pt x="1945" y="90"/>
                </a:cubicBezTo>
                <a:cubicBezTo>
                  <a:pt x="1951" y="90"/>
                  <a:pt x="1957" y="91"/>
                  <a:pt x="1962" y="93"/>
                </a:cubicBezTo>
                <a:lnTo>
                  <a:pt x="1962" y="98"/>
                </a:lnTo>
                <a:close/>
                <a:moveTo>
                  <a:pt x="1193" y="34"/>
                </a:moveTo>
                <a:cubicBezTo>
                  <a:pt x="1163" y="34"/>
                  <a:pt x="1141" y="56"/>
                  <a:pt x="1141" y="84"/>
                </a:cubicBezTo>
                <a:cubicBezTo>
                  <a:pt x="1141" y="84"/>
                  <a:pt x="1141" y="84"/>
                  <a:pt x="1141" y="84"/>
                </a:cubicBezTo>
                <a:cubicBezTo>
                  <a:pt x="1141" y="112"/>
                  <a:pt x="1163" y="134"/>
                  <a:pt x="1193" y="134"/>
                </a:cubicBezTo>
                <a:cubicBezTo>
                  <a:pt x="1223" y="134"/>
                  <a:pt x="1245" y="112"/>
                  <a:pt x="1245" y="84"/>
                </a:cubicBezTo>
                <a:cubicBezTo>
                  <a:pt x="1245" y="84"/>
                  <a:pt x="1245" y="84"/>
                  <a:pt x="1245" y="84"/>
                </a:cubicBezTo>
                <a:cubicBezTo>
                  <a:pt x="1245" y="56"/>
                  <a:pt x="1223" y="34"/>
                  <a:pt x="1193" y="34"/>
                </a:cubicBezTo>
                <a:close/>
                <a:moveTo>
                  <a:pt x="1218" y="84"/>
                </a:moveTo>
                <a:cubicBezTo>
                  <a:pt x="1218" y="99"/>
                  <a:pt x="1209" y="111"/>
                  <a:pt x="1193" y="111"/>
                </a:cubicBezTo>
                <a:cubicBezTo>
                  <a:pt x="1178" y="111"/>
                  <a:pt x="1168" y="98"/>
                  <a:pt x="1168" y="84"/>
                </a:cubicBezTo>
                <a:cubicBezTo>
                  <a:pt x="1168" y="84"/>
                  <a:pt x="1168" y="84"/>
                  <a:pt x="1168" y="84"/>
                </a:cubicBezTo>
                <a:cubicBezTo>
                  <a:pt x="1168" y="70"/>
                  <a:pt x="1177" y="58"/>
                  <a:pt x="1193" y="58"/>
                </a:cubicBezTo>
                <a:cubicBezTo>
                  <a:pt x="1208" y="58"/>
                  <a:pt x="1218" y="70"/>
                  <a:pt x="1218" y="84"/>
                </a:cubicBezTo>
                <a:close/>
              </a:path>
            </a:pathLst>
          </a:custGeom>
          <a:solidFill>
            <a:srgbClr val="4D144A"/>
          </a:solidFill>
          <a:ln>
            <a:noFill/>
          </a:ln>
        </p:spPr>
        <p:txBody>
          <a:bodyPr vert="horz" wrap="square" lIns="68598" tIns="34299" rIns="68598" bIns="34299" numCol="1" anchor="t" anchorCtr="0" compatLnSpc="1">
            <a:prstTxWarp prst="textNoShape">
              <a:avLst/>
            </a:prstTxWarp>
          </a:bodyPr>
          <a:lstStyle/>
          <a:p>
            <a:endParaRPr lang="en-US" sz="1350"/>
          </a:p>
        </p:txBody>
      </p:sp>
    </p:spTree>
    <p:extLst>
      <p:ext uri="{BB962C8B-B14F-4D97-AF65-F5344CB8AC3E}">
        <p14:creationId xmlns:p14="http://schemas.microsoft.com/office/powerpoint/2010/main" val="291997251"/>
      </p:ext>
    </p:extLst>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le Slide_White_Alt">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0490B93F-C25A-476B-A1B0-5F566C0157D6}"/>
              </a:ext>
            </a:extLst>
          </p:cNvPr>
          <p:cNvPicPr>
            <a:picLocks noChangeAspect="1"/>
          </p:cNvPicPr>
          <p:nvPr userDrawn="1"/>
        </p:nvPicPr>
        <p:blipFill>
          <a:blip r:embed="rId2"/>
          <a:stretch>
            <a:fillRect/>
          </a:stretch>
        </p:blipFill>
        <p:spPr>
          <a:xfrm>
            <a:off x="0" y="72"/>
            <a:ext cx="9144000" cy="6857929"/>
          </a:xfrm>
          <a:prstGeom prst="rect">
            <a:avLst/>
          </a:prstGeom>
        </p:spPr>
      </p:pic>
      <p:sp>
        <p:nvSpPr>
          <p:cNvPr id="56" name="Title 16"/>
          <p:cNvSpPr>
            <a:spLocks noGrp="1"/>
          </p:cNvSpPr>
          <p:nvPr userDrawn="1">
            <p:ph type="title" hasCustomPrompt="1"/>
          </p:nvPr>
        </p:nvSpPr>
        <p:spPr bwMode="gray">
          <a:xfrm>
            <a:off x="562897" y="1527660"/>
            <a:ext cx="7436008" cy="3269709"/>
          </a:xfrm>
          <a:prstGeom prst="rect">
            <a:avLst/>
          </a:prstGeom>
        </p:spPr>
        <p:txBody>
          <a:bodyPr wrap="square" lIns="0" tIns="0" rIns="121899" bIns="0" anchor="b" anchorCtr="0"/>
          <a:lstStyle>
            <a:lvl1pPr marL="0" algn="l" defTabSz="914484" rtl="0" eaLnBrk="1" latinLnBrk="0" hangingPunct="1">
              <a:lnSpc>
                <a:spcPct val="75000"/>
              </a:lnSpc>
              <a:spcBef>
                <a:spcPct val="0"/>
              </a:spcBef>
              <a:buNone/>
              <a:defRPr lang="en-US" sz="6002" b="1" kern="1200" cap="none" spc="-113" baseline="0" dirty="0">
                <a:solidFill>
                  <a:schemeClr val="accent4"/>
                </a:solidFill>
                <a:latin typeface="Arial" pitchFamily="34" charset="0"/>
                <a:ea typeface="+mn-ea"/>
                <a:cs typeface="Arial" pitchFamily="34" charset="0"/>
              </a:defRPr>
            </a:lvl1pPr>
          </a:lstStyle>
          <a:p>
            <a:r>
              <a:rPr lang="en-US" dirty="0"/>
              <a:t>Lenovo expanded presentation template</a:t>
            </a:r>
          </a:p>
        </p:txBody>
      </p:sp>
      <p:sp>
        <p:nvSpPr>
          <p:cNvPr id="55" name="Subtitle 2"/>
          <p:cNvSpPr>
            <a:spLocks noGrp="1"/>
          </p:cNvSpPr>
          <p:nvPr userDrawn="1">
            <p:ph type="subTitle" idx="1" hasCustomPrompt="1"/>
          </p:nvPr>
        </p:nvSpPr>
        <p:spPr bwMode="gray">
          <a:xfrm>
            <a:off x="570459" y="5046115"/>
            <a:ext cx="7436008" cy="356616"/>
          </a:xfrm>
          <a:prstGeom prst="rect">
            <a:avLst/>
          </a:prstGeom>
        </p:spPr>
        <p:txBody>
          <a:bodyPr lIns="0" tIns="0" rIns="0" bIns="0" anchor="t" anchorCtr="0">
            <a:noAutofit/>
          </a:bodyPr>
          <a:lstStyle>
            <a:lvl1pPr marL="0" indent="0" algn="l" defTabSz="914484" rtl="0" eaLnBrk="1" latinLnBrk="0" hangingPunct="1">
              <a:lnSpc>
                <a:spcPct val="90000"/>
              </a:lnSpc>
              <a:spcBef>
                <a:spcPct val="0"/>
              </a:spcBef>
              <a:buNone/>
              <a:defRPr lang="en-US" sz="1951" b="0" kern="1200" cap="none" spc="0" baseline="0" dirty="0">
                <a:solidFill>
                  <a:schemeClr val="accent4"/>
                </a:solidFill>
                <a:latin typeface="Arial" pitchFamily="34" charset="0"/>
                <a:ea typeface="+mn-ea"/>
                <a:cs typeface="Arial" pitchFamily="34" charset="0"/>
              </a:defRPr>
            </a:lvl1pPr>
            <a:lvl2pPr marL="457242" indent="0" algn="ctr">
              <a:buNone/>
              <a:defRPr>
                <a:solidFill>
                  <a:schemeClr val="tx1">
                    <a:tint val="75000"/>
                  </a:schemeClr>
                </a:solidFill>
              </a:defRPr>
            </a:lvl2pPr>
            <a:lvl3pPr marL="914484" indent="0" algn="ctr">
              <a:buNone/>
              <a:defRPr>
                <a:solidFill>
                  <a:schemeClr val="tx1">
                    <a:tint val="75000"/>
                  </a:schemeClr>
                </a:solidFill>
              </a:defRPr>
            </a:lvl3pPr>
            <a:lvl4pPr marL="1371726" indent="0" algn="ctr">
              <a:buNone/>
              <a:defRPr>
                <a:solidFill>
                  <a:schemeClr val="tx1">
                    <a:tint val="75000"/>
                  </a:schemeClr>
                </a:solidFill>
              </a:defRPr>
            </a:lvl4pPr>
            <a:lvl5pPr marL="1828967" indent="0" algn="ctr">
              <a:buNone/>
              <a:defRPr>
                <a:solidFill>
                  <a:schemeClr val="tx1">
                    <a:tint val="75000"/>
                  </a:schemeClr>
                </a:solidFill>
              </a:defRPr>
            </a:lvl5pPr>
            <a:lvl6pPr marL="2286210" indent="0" algn="ctr">
              <a:buNone/>
              <a:defRPr>
                <a:solidFill>
                  <a:schemeClr val="tx1">
                    <a:tint val="75000"/>
                  </a:schemeClr>
                </a:solidFill>
              </a:defRPr>
            </a:lvl6pPr>
            <a:lvl7pPr marL="2743451" indent="0" algn="ctr">
              <a:buNone/>
              <a:defRPr>
                <a:solidFill>
                  <a:schemeClr val="tx1">
                    <a:tint val="75000"/>
                  </a:schemeClr>
                </a:solidFill>
              </a:defRPr>
            </a:lvl7pPr>
            <a:lvl8pPr marL="3200693" indent="0" algn="ctr">
              <a:buNone/>
              <a:defRPr>
                <a:solidFill>
                  <a:schemeClr val="tx1">
                    <a:tint val="75000"/>
                  </a:schemeClr>
                </a:solidFill>
              </a:defRPr>
            </a:lvl8pPr>
            <a:lvl9pPr marL="3657935" indent="0" algn="ctr">
              <a:buNone/>
              <a:defRPr>
                <a:solidFill>
                  <a:schemeClr val="tx1">
                    <a:tint val="75000"/>
                  </a:schemeClr>
                </a:solidFill>
              </a:defRPr>
            </a:lvl9pPr>
          </a:lstStyle>
          <a:p>
            <a:r>
              <a:rPr lang="en-US" dirty="0"/>
              <a:t>Speaker Name | Date</a:t>
            </a:r>
          </a:p>
        </p:txBody>
      </p:sp>
      <p:sp>
        <p:nvSpPr>
          <p:cNvPr id="49" name="TextBox 48"/>
          <p:cNvSpPr txBox="1"/>
          <p:nvPr userDrawn="1"/>
        </p:nvSpPr>
        <p:spPr>
          <a:xfrm>
            <a:off x="562897" y="6401580"/>
            <a:ext cx="3086904" cy="115416"/>
          </a:xfrm>
          <a:prstGeom prst="rect">
            <a:avLst/>
          </a:prstGeom>
          <a:noFill/>
        </p:spPr>
        <p:txBody>
          <a:bodyPr wrap="square" lIns="0" tIns="0" rIns="0" bIns="0" rtlCol="0">
            <a:spAutoFit/>
          </a:bodyPr>
          <a:lstStyle/>
          <a:p>
            <a:r>
              <a:rPr lang="en-US" sz="750" dirty="0">
                <a:solidFill>
                  <a:schemeClr val="tx1"/>
                </a:solidFill>
                <a:latin typeface="Arial" pitchFamily="34" charset="0"/>
                <a:cs typeface="Arial" pitchFamily="34" charset="0"/>
              </a:rPr>
              <a:t>2023 Lenovo Internal. All rights reserved.</a:t>
            </a:r>
          </a:p>
        </p:txBody>
      </p:sp>
      <p:grpSp>
        <p:nvGrpSpPr>
          <p:cNvPr id="14" name="Group 13">
            <a:extLst>
              <a:ext uri="{FF2B5EF4-FFF2-40B4-BE49-F238E27FC236}">
                <a16:creationId xmlns:a16="http://schemas.microsoft.com/office/drawing/2014/main" id="{DB6BD304-FAC7-4023-9B54-8984F7387559}"/>
              </a:ext>
            </a:extLst>
          </p:cNvPr>
          <p:cNvGrpSpPr>
            <a:grpSpLocks noChangeAspect="1"/>
          </p:cNvGrpSpPr>
          <p:nvPr userDrawn="1"/>
        </p:nvGrpSpPr>
        <p:grpSpPr>
          <a:xfrm rot="16200000">
            <a:off x="7232203" y="2670363"/>
            <a:ext cx="3058160" cy="765435"/>
            <a:chOff x="547688" y="952500"/>
            <a:chExt cx="12190413" cy="4067175"/>
          </a:xfrm>
        </p:grpSpPr>
        <p:sp>
          <p:nvSpPr>
            <p:cNvPr id="15" name="Rectangle 14">
              <a:extLst>
                <a:ext uri="{FF2B5EF4-FFF2-40B4-BE49-F238E27FC236}">
                  <a16:creationId xmlns:a16="http://schemas.microsoft.com/office/drawing/2014/main" id="{1FBBDE3D-E4E2-42E5-9F26-00C1500EFD63}"/>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6" name="Freeform 7">
              <a:extLst>
                <a:ext uri="{FF2B5EF4-FFF2-40B4-BE49-F238E27FC236}">
                  <a16:creationId xmlns:a16="http://schemas.microsoft.com/office/drawing/2014/main" id="{27C222CE-31C9-4AE2-A9DE-A34ECC37F011}"/>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7" name="Freeform 8">
              <a:extLst>
                <a:ext uri="{FF2B5EF4-FFF2-40B4-BE49-F238E27FC236}">
                  <a16:creationId xmlns:a16="http://schemas.microsoft.com/office/drawing/2014/main" id="{710DBB3B-7FB8-4ACB-8FA4-3F2A105B9B99}"/>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8" name="Freeform 9">
              <a:extLst>
                <a:ext uri="{FF2B5EF4-FFF2-40B4-BE49-F238E27FC236}">
                  <a16:creationId xmlns:a16="http://schemas.microsoft.com/office/drawing/2014/main" id="{3E443DA7-CC51-4460-98C4-193A7375074F}"/>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9" name="Freeform 10">
              <a:extLst>
                <a:ext uri="{FF2B5EF4-FFF2-40B4-BE49-F238E27FC236}">
                  <a16:creationId xmlns:a16="http://schemas.microsoft.com/office/drawing/2014/main" id="{E1BCDB13-2B5A-46EC-B1D6-C526DEAA84B4}"/>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0" name="Freeform 10">
              <a:extLst>
                <a:ext uri="{FF2B5EF4-FFF2-40B4-BE49-F238E27FC236}">
                  <a16:creationId xmlns:a16="http://schemas.microsoft.com/office/drawing/2014/main" id="{8EDDE8EA-BE8E-4066-AB4A-21CD2743549A}"/>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1" name="Freeform 11">
              <a:extLst>
                <a:ext uri="{FF2B5EF4-FFF2-40B4-BE49-F238E27FC236}">
                  <a16:creationId xmlns:a16="http://schemas.microsoft.com/office/drawing/2014/main" id="{EF442D16-F34F-4D4E-A65A-8C3BC17F2FCE}"/>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
        <p:nvSpPr>
          <p:cNvPr id="22" name="Freeform 5">
            <a:extLst>
              <a:ext uri="{FF2B5EF4-FFF2-40B4-BE49-F238E27FC236}">
                <a16:creationId xmlns:a16="http://schemas.microsoft.com/office/drawing/2014/main" id="{B3FDD5DD-E6F7-480C-BC0C-F6AC555BF174}"/>
              </a:ext>
            </a:extLst>
          </p:cNvPr>
          <p:cNvSpPr>
            <a:spLocks noChangeAspect="1" noEditPoints="1"/>
          </p:cNvSpPr>
          <p:nvPr userDrawn="1"/>
        </p:nvSpPr>
        <p:spPr bwMode="auto">
          <a:xfrm>
            <a:off x="562897" y="762000"/>
            <a:ext cx="2956568" cy="312470"/>
          </a:xfrm>
          <a:custGeom>
            <a:avLst/>
            <a:gdLst>
              <a:gd name="T0" fmla="*/ 557 w 2065"/>
              <a:gd name="T1" fmla="*/ 102 h 161"/>
              <a:gd name="T2" fmla="*/ 510 w 2065"/>
              <a:gd name="T3" fmla="*/ 76 h 161"/>
              <a:gd name="T4" fmla="*/ 583 w 2065"/>
              <a:gd name="T5" fmla="*/ 36 h 161"/>
              <a:gd name="T6" fmla="*/ 641 w 2065"/>
              <a:gd name="T7" fmla="*/ 34 h 161"/>
              <a:gd name="T8" fmla="*/ 2038 w 2065"/>
              <a:gd name="T9" fmla="*/ 1 h 161"/>
              <a:gd name="T10" fmla="*/ 706 w 2065"/>
              <a:gd name="T11" fmla="*/ 59 h 161"/>
              <a:gd name="T12" fmla="*/ 733 w 2065"/>
              <a:gd name="T13" fmla="*/ 100 h 161"/>
              <a:gd name="T14" fmla="*/ 1999 w 2065"/>
              <a:gd name="T15" fmla="*/ 132 h 161"/>
              <a:gd name="T16" fmla="*/ 760 w 2065"/>
              <a:gd name="T17" fmla="*/ 84 h 161"/>
              <a:gd name="T18" fmla="*/ 787 w 2065"/>
              <a:gd name="T19" fmla="*/ 93 h 161"/>
              <a:gd name="T20" fmla="*/ 828 w 2065"/>
              <a:gd name="T21" fmla="*/ 76 h 161"/>
              <a:gd name="T22" fmla="*/ 133 w 2065"/>
              <a:gd name="T23" fmla="*/ 36 h 161"/>
              <a:gd name="T24" fmla="*/ 166 w 2065"/>
              <a:gd name="T25" fmla="*/ 78 h 161"/>
              <a:gd name="T26" fmla="*/ 225 w 2065"/>
              <a:gd name="T27" fmla="*/ 132 h 161"/>
              <a:gd name="T28" fmla="*/ 32 w 2065"/>
              <a:gd name="T29" fmla="*/ 40 h 161"/>
              <a:gd name="T30" fmla="*/ 5 w 2065"/>
              <a:gd name="T31" fmla="*/ 43 h 161"/>
              <a:gd name="T32" fmla="*/ 0 w 2065"/>
              <a:gd name="T33" fmla="*/ 114 h 161"/>
              <a:gd name="T34" fmla="*/ 266 w 2065"/>
              <a:gd name="T35" fmla="*/ 43 h 161"/>
              <a:gd name="T36" fmla="*/ 258 w 2065"/>
              <a:gd name="T37" fmla="*/ 104 h 161"/>
              <a:gd name="T38" fmla="*/ 347 w 2065"/>
              <a:gd name="T39" fmla="*/ 76 h 161"/>
              <a:gd name="T40" fmla="*/ 285 w 2065"/>
              <a:gd name="T41" fmla="*/ 103 h 161"/>
              <a:gd name="T42" fmla="*/ 429 w 2065"/>
              <a:gd name="T43" fmla="*/ 36 h 161"/>
              <a:gd name="T44" fmla="*/ 479 w 2065"/>
              <a:gd name="T45" fmla="*/ 128 h 161"/>
              <a:gd name="T46" fmla="*/ 479 w 2065"/>
              <a:gd name="T47" fmla="*/ 36 h 161"/>
              <a:gd name="T48" fmla="*/ 354 w 2065"/>
              <a:gd name="T49" fmla="*/ 132 h 161"/>
              <a:gd name="T50" fmla="*/ 382 w 2065"/>
              <a:gd name="T51" fmla="*/ 55 h 161"/>
              <a:gd name="T52" fmla="*/ 1387 w 2065"/>
              <a:gd name="T53" fmla="*/ 84 h 161"/>
              <a:gd name="T54" fmla="*/ 1335 w 2065"/>
              <a:gd name="T55" fmla="*/ 58 h 161"/>
              <a:gd name="T56" fmla="*/ 1834 w 2065"/>
              <a:gd name="T57" fmla="*/ 132 h 161"/>
              <a:gd name="T58" fmla="*/ 1748 w 2065"/>
              <a:gd name="T59" fmla="*/ 34 h 161"/>
              <a:gd name="T60" fmla="*/ 1748 w 2065"/>
              <a:gd name="T61" fmla="*/ 34 h 161"/>
              <a:gd name="T62" fmla="*/ 1773 w 2065"/>
              <a:gd name="T63" fmla="*/ 84 h 161"/>
              <a:gd name="T64" fmla="*/ 1465 w 2065"/>
              <a:gd name="T65" fmla="*/ 109 h 161"/>
              <a:gd name="T66" fmla="*/ 1480 w 2065"/>
              <a:gd name="T67" fmla="*/ 148 h 161"/>
              <a:gd name="T68" fmla="*/ 1442 w 2065"/>
              <a:gd name="T69" fmla="*/ 102 h 161"/>
              <a:gd name="T70" fmla="*/ 1675 w 2065"/>
              <a:gd name="T71" fmla="*/ 37 h 161"/>
              <a:gd name="T72" fmla="*/ 1655 w 2065"/>
              <a:gd name="T73" fmla="*/ 7 h 161"/>
              <a:gd name="T74" fmla="*/ 1648 w 2065"/>
              <a:gd name="T75" fmla="*/ 132 h 161"/>
              <a:gd name="T76" fmla="*/ 1526 w 2065"/>
              <a:gd name="T77" fmla="*/ 36 h 161"/>
              <a:gd name="T78" fmla="*/ 1528 w 2065"/>
              <a:gd name="T79" fmla="*/ 161 h 161"/>
              <a:gd name="T80" fmla="*/ 980 w 2065"/>
              <a:gd name="T81" fmla="*/ 49 h 161"/>
              <a:gd name="T82" fmla="*/ 997 w 2065"/>
              <a:gd name="T83" fmla="*/ 59 h 161"/>
              <a:gd name="T84" fmla="*/ 1250 w 2065"/>
              <a:gd name="T85" fmla="*/ 132 h 161"/>
              <a:gd name="T86" fmla="*/ 1075 w 2065"/>
              <a:gd name="T87" fmla="*/ 49 h 161"/>
              <a:gd name="T88" fmla="*/ 1092 w 2065"/>
              <a:gd name="T89" fmla="*/ 59 h 161"/>
              <a:gd name="T90" fmla="*/ 910 w 2065"/>
              <a:gd name="T91" fmla="*/ 111 h 161"/>
              <a:gd name="T92" fmla="*/ 909 w 2065"/>
              <a:gd name="T93" fmla="*/ 34 h 161"/>
              <a:gd name="T94" fmla="*/ 910 w 2065"/>
              <a:gd name="T95" fmla="*/ 111 h 161"/>
              <a:gd name="T96" fmla="*/ 1962 w 2065"/>
              <a:gd name="T97" fmla="*/ 77 h 161"/>
              <a:gd name="T98" fmla="*/ 1962 w 2065"/>
              <a:gd name="T99" fmla="*/ 132 h 161"/>
              <a:gd name="T100" fmla="*/ 1941 w 2065"/>
              <a:gd name="T101" fmla="*/ 115 h 161"/>
              <a:gd name="T102" fmla="*/ 1193 w 2065"/>
              <a:gd name="T103" fmla="*/ 34 h 161"/>
              <a:gd name="T104" fmla="*/ 1193 w 2065"/>
              <a:gd name="T105" fmla="*/ 34 h 161"/>
              <a:gd name="T106" fmla="*/ 1218 w 2065"/>
              <a:gd name="T107" fmla="*/ 8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65" h="161">
                <a:moveTo>
                  <a:pt x="530" y="34"/>
                </a:moveTo>
                <a:cubicBezTo>
                  <a:pt x="502" y="34"/>
                  <a:pt x="483" y="57"/>
                  <a:pt x="483" y="84"/>
                </a:cubicBezTo>
                <a:cubicBezTo>
                  <a:pt x="483" y="84"/>
                  <a:pt x="483" y="84"/>
                  <a:pt x="483" y="84"/>
                </a:cubicBezTo>
                <a:cubicBezTo>
                  <a:pt x="483" y="114"/>
                  <a:pt x="504" y="134"/>
                  <a:pt x="533" y="134"/>
                </a:cubicBezTo>
                <a:cubicBezTo>
                  <a:pt x="551" y="134"/>
                  <a:pt x="563" y="127"/>
                  <a:pt x="572" y="116"/>
                </a:cubicBezTo>
                <a:cubicBezTo>
                  <a:pt x="557" y="102"/>
                  <a:pt x="557" y="102"/>
                  <a:pt x="557" y="102"/>
                </a:cubicBezTo>
                <a:cubicBezTo>
                  <a:pt x="549" y="109"/>
                  <a:pt x="543" y="112"/>
                  <a:pt x="533" y="112"/>
                </a:cubicBezTo>
                <a:cubicBezTo>
                  <a:pt x="521" y="112"/>
                  <a:pt x="513" y="106"/>
                  <a:pt x="510" y="93"/>
                </a:cubicBezTo>
                <a:cubicBezTo>
                  <a:pt x="577" y="93"/>
                  <a:pt x="577" y="93"/>
                  <a:pt x="577" y="93"/>
                </a:cubicBezTo>
                <a:cubicBezTo>
                  <a:pt x="577" y="91"/>
                  <a:pt x="577" y="88"/>
                  <a:pt x="577" y="86"/>
                </a:cubicBezTo>
                <a:cubicBezTo>
                  <a:pt x="577" y="59"/>
                  <a:pt x="563" y="34"/>
                  <a:pt x="530" y="34"/>
                </a:cubicBezTo>
                <a:close/>
                <a:moveTo>
                  <a:pt x="510" y="76"/>
                </a:moveTo>
                <a:cubicBezTo>
                  <a:pt x="512" y="64"/>
                  <a:pt x="519" y="56"/>
                  <a:pt x="530" y="56"/>
                </a:cubicBezTo>
                <a:cubicBezTo>
                  <a:pt x="542" y="56"/>
                  <a:pt x="549" y="64"/>
                  <a:pt x="551" y="76"/>
                </a:cubicBezTo>
                <a:lnTo>
                  <a:pt x="510" y="76"/>
                </a:lnTo>
                <a:close/>
                <a:moveTo>
                  <a:pt x="610" y="55"/>
                </a:moveTo>
                <a:cubicBezTo>
                  <a:pt x="610" y="36"/>
                  <a:pt x="610" y="36"/>
                  <a:pt x="610" y="36"/>
                </a:cubicBezTo>
                <a:cubicBezTo>
                  <a:pt x="583" y="36"/>
                  <a:pt x="583" y="36"/>
                  <a:pt x="583" y="36"/>
                </a:cubicBezTo>
                <a:cubicBezTo>
                  <a:pt x="583" y="132"/>
                  <a:pt x="583" y="132"/>
                  <a:pt x="583" y="132"/>
                </a:cubicBezTo>
                <a:cubicBezTo>
                  <a:pt x="610" y="132"/>
                  <a:pt x="610" y="132"/>
                  <a:pt x="610" y="132"/>
                </a:cubicBezTo>
                <a:cubicBezTo>
                  <a:pt x="610" y="97"/>
                  <a:pt x="610" y="97"/>
                  <a:pt x="610" y="97"/>
                </a:cubicBezTo>
                <a:cubicBezTo>
                  <a:pt x="610" y="74"/>
                  <a:pt x="621" y="63"/>
                  <a:pt x="640" y="63"/>
                </a:cubicBezTo>
                <a:cubicBezTo>
                  <a:pt x="641" y="63"/>
                  <a:pt x="641" y="63"/>
                  <a:pt x="641" y="63"/>
                </a:cubicBezTo>
                <a:cubicBezTo>
                  <a:pt x="641" y="34"/>
                  <a:pt x="641" y="34"/>
                  <a:pt x="641" y="34"/>
                </a:cubicBezTo>
                <a:cubicBezTo>
                  <a:pt x="625" y="33"/>
                  <a:pt x="616" y="42"/>
                  <a:pt x="610" y="55"/>
                </a:cubicBezTo>
                <a:close/>
                <a:moveTo>
                  <a:pt x="2038" y="1"/>
                </a:moveTo>
                <a:cubicBezTo>
                  <a:pt x="2038" y="132"/>
                  <a:pt x="2038" y="132"/>
                  <a:pt x="2038" y="132"/>
                </a:cubicBezTo>
                <a:cubicBezTo>
                  <a:pt x="2065" y="132"/>
                  <a:pt x="2065" y="132"/>
                  <a:pt x="2065" y="132"/>
                </a:cubicBezTo>
                <a:cubicBezTo>
                  <a:pt x="2065" y="1"/>
                  <a:pt x="2065" y="1"/>
                  <a:pt x="2065" y="1"/>
                </a:cubicBezTo>
                <a:lnTo>
                  <a:pt x="2038" y="1"/>
                </a:lnTo>
                <a:close/>
                <a:moveTo>
                  <a:pt x="733" y="11"/>
                </a:moveTo>
                <a:cubicBezTo>
                  <a:pt x="706" y="11"/>
                  <a:pt x="706" y="11"/>
                  <a:pt x="706" y="11"/>
                </a:cubicBezTo>
                <a:cubicBezTo>
                  <a:pt x="706" y="36"/>
                  <a:pt x="706" y="36"/>
                  <a:pt x="706" y="36"/>
                </a:cubicBezTo>
                <a:cubicBezTo>
                  <a:pt x="694" y="36"/>
                  <a:pt x="694" y="36"/>
                  <a:pt x="694" y="36"/>
                </a:cubicBezTo>
                <a:cubicBezTo>
                  <a:pt x="694" y="59"/>
                  <a:pt x="694" y="59"/>
                  <a:pt x="694" y="59"/>
                </a:cubicBezTo>
                <a:cubicBezTo>
                  <a:pt x="706" y="59"/>
                  <a:pt x="706" y="59"/>
                  <a:pt x="706" y="59"/>
                </a:cubicBezTo>
                <a:cubicBezTo>
                  <a:pt x="706" y="105"/>
                  <a:pt x="706" y="105"/>
                  <a:pt x="706" y="105"/>
                </a:cubicBezTo>
                <a:cubicBezTo>
                  <a:pt x="706" y="127"/>
                  <a:pt x="717" y="134"/>
                  <a:pt x="734" y="134"/>
                </a:cubicBezTo>
                <a:cubicBezTo>
                  <a:pt x="743" y="134"/>
                  <a:pt x="750" y="132"/>
                  <a:pt x="755" y="128"/>
                </a:cubicBezTo>
                <a:cubicBezTo>
                  <a:pt x="755" y="106"/>
                  <a:pt x="755" y="106"/>
                  <a:pt x="755" y="106"/>
                </a:cubicBezTo>
                <a:cubicBezTo>
                  <a:pt x="752" y="108"/>
                  <a:pt x="747" y="110"/>
                  <a:pt x="742" y="110"/>
                </a:cubicBezTo>
                <a:cubicBezTo>
                  <a:pt x="736" y="110"/>
                  <a:pt x="733" y="107"/>
                  <a:pt x="733" y="100"/>
                </a:cubicBezTo>
                <a:cubicBezTo>
                  <a:pt x="733" y="59"/>
                  <a:pt x="733" y="59"/>
                  <a:pt x="733" y="59"/>
                </a:cubicBezTo>
                <a:cubicBezTo>
                  <a:pt x="756" y="59"/>
                  <a:pt x="756" y="59"/>
                  <a:pt x="756" y="59"/>
                </a:cubicBezTo>
                <a:cubicBezTo>
                  <a:pt x="756" y="36"/>
                  <a:pt x="756" y="36"/>
                  <a:pt x="756" y="36"/>
                </a:cubicBezTo>
                <a:cubicBezTo>
                  <a:pt x="733" y="36"/>
                  <a:pt x="733" y="36"/>
                  <a:pt x="733" y="36"/>
                </a:cubicBezTo>
                <a:lnTo>
                  <a:pt x="733" y="11"/>
                </a:lnTo>
                <a:close/>
                <a:moveTo>
                  <a:pt x="1999" y="132"/>
                </a:moveTo>
                <a:cubicBezTo>
                  <a:pt x="2027" y="132"/>
                  <a:pt x="2027" y="132"/>
                  <a:pt x="2027" y="132"/>
                </a:cubicBezTo>
                <a:cubicBezTo>
                  <a:pt x="2027" y="1"/>
                  <a:pt x="2027" y="1"/>
                  <a:pt x="2027" y="1"/>
                </a:cubicBezTo>
                <a:cubicBezTo>
                  <a:pt x="1999" y="1"/>
                  <a:pt x="1999" y="1"/>
                  <a:pt x="1999" y="1"/>
                </a:cubicBezTo>
                <a:lnTo>
                  <a:pt x="1999" y="132"/>
                </a:lnTo>
                <a:close/>
                <a:moveTo>
                  <a:pt x="807" y="34"/>
                </a:moveTo>
                <a:cubicBezTo>
                  <a:pt x="779" y="34"/>
                  <a:pt x="760" y="57"/>
                  <a:pt x="760" y="84"/>
                </a:cubicBezTo>
                <a:cubicBezTo>
                  <a:pt x="760" y="84"/>
                  <a:pt x="760" y="84"/>
                  <a:pt x="760" y="84"/>
                </a:cubicBezTo>
                <a:cubicBezTo>
                  <a:pt x="760" y="114"/>
                  <a:pt x="781" y="134"/>
                  <a:pt x="810" y="134"/>
                </a:cubicBezTo>
                <a:cubicBezTo>
                  <a:pt x="827" y="134"/>
                  <a:pt x="840" y="127"/>
                  <a:pt x="849" y="116"/>
                </a:cubicBezTo>
                <a:cubicBezTo>
                  <a:pt x="834" y="102"/>
                  <a:pt x="834" y="102"/>
                  <a:pt x="834" y="102"/>
                </a:cubicBezTo>
                <a:cubicBezTo>
                  <a:pt x="826" y="109"/>
                  <a:pt x="820" y="112"/>
                  <a:pt x="810" y="112"/>
                </a:cubicBezTo>
                <a:cubicBezTo>
                  <a:pt x="798" y="112"/>
                  <a:pt x="790" y="106"/>
                  <a:pt x="787" y="93"/>
                </a:cubicBezTo>
                <a:cubicBezTo>
                  <a:pt x="854" y="93"/>
                  <a:pt x="854" y="93"/>
                  <a:pt x="854" y="93"/>
                </a:cubicBezTo>
                <a:cubicBezTo>
                  <a:pt x="854" y="91"/>
                  <a:pt x="854" y="88"/>
                  <a:pt x="854" y="86"/>
                </a:cubicBezTo>
                <a:cubicBezTo>
                  <a:pt x="854" y="59"/>
                  <a:pt x="839" y="34"/>
                  <a:pt x="807" y="34"/>
                </a:cubicBezTo>
                <a:close/>
                <a:moveTo>
                  <a:pt x="787" y="76"/>
                </a:moveTo>
                <a:cubicBezTo>
                  <a:pt x="789" y="64"/>
                  <a:pt x="796" y="56"/>
                  <a:pt x="807" y="56"/>
                </a:cubicBezTo>
                <a:cubicBezTo>
                  <a:pt x="819" y="56"/>
                  <a:pt x="826" y="64"/>
                  <a:pt x="828" y="76"/>
                </a:cubicBezTo>
                <a:lnTo>
                  <a:pt x="787" y="76"/>
                </a:lnTo>
                <a:close/>
                <a:moveTo>
                  <a:pt x="220" y="34"/>
                </a:moveTo>
                <a:cubicBezTo>
                  <a:pt x="207" y="34"/>
                  <a:pt x="197" y="39"/>
                  <a:pt x="189" y="49"/>
                </a:cubicBezTo>
                <a:cubicBezTo>
                  <a:pt x="184" y="40"/>
                  <a:pt x="174" y="34"/>
                  <a:pt x="161" y="34"/>
                </a:cubicBezTo>
                <a:cubicBezTo>
                  <a:pt x="148" y="34"/>
                  <a:pt x="139" y="41"/>
                  <a:pt x="133" y="50"/>
                </a:cubicBezTo>
                <a:cubicBezTo>
                  <a:pt x="133" y="36"/>
                  <a:pt x="133" y="36"/>
                  <a:pt x="133" y="36"/>
                </a:cubicBezTo>
                <a:cubicBezTo>
                  <a:pt x="106" y="36"/>
                  <a:pt x="106" y="36"/>
                  <a:pt x="106" y="36"/>
                </a:cubicBezTo>
                <a:cubicBezTo>
                  <a:pt x="106" y="132"/>
                  <a:pt x="106" y="132"/>
                  <a:pt x="106" y="132"/>
                </a:cubicBezTo>
                <a:cubicBezTo>
                  <a:pt x="133" y="132"/>
                  <a:pt x="133" y="132"/>
                  <a:pt x="133" y="132"/>
                </a:cubicBezTo>
                <a:cubicBezTo>
                  <a:pt x="133" y="78"/>
                  <a:pt x="133" y="78"/>
                  <a:pt x="133" y="78"/>
                </a:cubicBezTo>
                <a:cubicBezTo>
                  <a:pt x="133" y="65"/>
                  <a:pt x="139" y="59"/>
                  <a:pt x="150" y="59"/>
                </a:cubicBezTo>
                <a:cubicBezTo>
                  <a:pt x="160" y="59"/>
                  <a:pt x="166" y="65"/>
                  <a:pt x="166" y="78"/>
                </a:cubicBezTo>
                <a:cubicBezTo>
                  <a:pt x="166" y="132"/>
                  <a:pt x="166" y="132"/>
                  <a:pt x="166" y="132"/>
                </a:cubicBezTo>
                <a:cubicBezTo>
                  <a:pt x="193" y="132"/>
                  <a:pt x="193" y="132"/>
                  <a:pt x="193" y="132"/>
                </a:cubicBezTo>
                <a:cubicBezTo>
                  <a:pt x="193" y="78"/>
                  <a:pt x="193" y="78"/>
                  <a:pt x="193" y="78"/>
                </a:cubicBezTo>
                <a:cubicBezTo>
                  <a:pt x="193" y="65"/>
                  <a:pt x="199" y="59"/>
                  <a:pt x="209" y="59"/>
                </a:cubicBezTo>
                <a:cubicBezTo>
                  <a:pt x="220" y="59"/>
                  <a:pt x="225" y="65"/>
                  <a:pt x="225" y="78"/>
                </a:cubicBezTo>
                <a:cubicBezTo>
                  <a:pt x="225" y="132"/>
                  <a:pt x="225" y="132"/>
                  <a:pt x="225" y="132"/>
                </a:cubicBezTo>
                <a:cubicBezTo>
                  <a:pt x="253" y="132"/>
                  <a:pt x="253" y="132"/>
                  <a:pt x="253" y="132"/>
                </a:cubicBezTo>
                <a:cubicBezTo>
                  <a:pt x="253" y="69"/>
                  <a:pt x="253" y="69"/>
                  <a:pt x="253" y="69"/>
                </a:cubicBezTo>
                <a:cubicBezTo>
                  <a:pt x="253" y="46"/>
                  <a:pt x="240" y="34"/>
                  <a:pt x="220" y="34"/>
                </a:cubicBezTo>
                <a:close/>
                <a:moveTo>
                  <a:pt x="59" y="57"/>
                </a:moveTo>
                <a:cubicBezTo>
                  <a:pt x="38" y="51"/>
                  <a:pt x="32" y="49"/>
                  <a:pt x="32" y="40"/>
                </a:cubicBezTo>
                <a:cubicBezTo>
                  <a:pt x="32" y="40"/>
                  <a:pt x="32" y="40"/>
                  <a:pt x="32" y="40"/>
                </a:cubicBezTo>
                <a:cubicBezTo>
                  <a:pt x="32" y="34"/>
                  <a:pt x="38" y="29"/>
                  <a:pt x="48" y="29"/>
                </a:cubicBezTo>
                <a:cubicBezTo>
                  <a:pt x="59" y="29"/>
                  <a:pt x="70" y="34"/>
                  <a:pt x="81" y="41"/>
                </a:cubicBezTo>
                <a:cubicBezTo>
                  <a:pt x="95" y="21"/>
                  <a:pt x="95" y="21"/>
                  <a:pt x="95" y="21"/>
                </a:cubicBezTo>
                <a:cubicBezTo>
                  <a:pt x="83" y="10"/>
                  <a:pt x="67" y="5"/>
                  <a:pt x="49" y="5"/>
                </a:cubicBezTo>
                <a:cubicBezTo>
                  <a:pt x="23" y="5"/>
                  <a:pt x="5" y="20"/>
                  <a:pt x="5" y="43"/>
                </a:cubicBezTo>
                <a:cubicBezTo>
                  <a:pt x="5" y="43"/>
                  <a:pt x="5" y="43"/>
                  <a:pt x="5" y="43"/>
                </a:cubicBezTo>
                <a:cubicBezTo>
                  <a:pt x="5" y="68"/>
                  <a:pt x="21" y="75"/>
                  <a:pt x="46" y="81"/>
                </a:cubicBezTo>
                <a:cubicBezTo>
                  <a:pt x="67" y="87"/>
                  <a:pt x="72" y="90"/>
                  <a:pt x="72" y="97"/>
                </a:cubicBezTo>
                <a:cubicBezTo>
                  <a:pt x="72" y="98"/>
                  <a:pt x="72" y="98"/>
                  <a:pt x="72" y="98"/>
                </a:cubicBezTo>
                <a:cubicBezTo>
                  <a:pt x="72" y="105"/>
                  <a:pt x="65" y="109"/>
                  <a:pt x="54" y="109"/>
                </a:cubicBezTo>
                <a:cubicBezTo>
                  <a:pt x="39" y="109"/>
                  <a:pt x="27" y="104"/>
                  <a:pt x="16" y="94"/>
                </a:cubicBezTo>
                <a:cubicBezTo>
                  <a:pt x="0" y="114"/>
                  <a:pt x="0" y="114"/>
                  <a:pt x="0" y="114"/>
                </a:cubicBezTo>
                <a:cubicBezTo>
                  <a:pt x="15" y="127"/>
                  <a:pt x="34" y="134"/>
                  <a:pt x="53" y="134"/>
                </a:cubicBezTo>
                <a:cubicBezTo>
                  <a:pt x="80" y="134"/>
                  <a:pt x="99" y="120"/>
                  <a:pt x="99" y="95"/>
                </a:cubicBezTo>
                <a:cubicBezTo>
                  <a:pt x="99" y="95"/>
                  <a:pt x="99" y="95"/>
                  <a:pt x="99" y="95"/>
                </a:cubicBezTo>
                <a:cubicBezTo>
                  <a:pt x="99" y="73"/>
                  <a:pt x="85" y="63"/>
                  <a:pt x="59" y="57"/>
                </a:cubicBezTo>
                <a:close/>
                <a:moveTo>
                  <a:pt x="304" y="35"/>
                </a:moveTo>
                <a:cubicBezTo>
                  <a:pt x="287" y="35"/>
                  <a:pt x="277" y="38"/>
                  <a:pt x="266" y="43"/>
                </a:cubicBezTo>
                <a:cubicBezTo>
                  <a:pt x="273" y="63"/>
                  <a:pt x="273" y="63"/>
                  <a:pt x="273" y="63"/>
                </a:cubicBezTo>
                <a:cubicBezTo>
                  <a:pt x="282" y="60"/>
                  <a:pt x="289" y="58"/>
                  <a:pt x="300" y="58"/>
                </a:cubicBezTo>
                <a:cubicBezTo>
                  <a:pt x="313" y="58"/>
                  <a:pt x="320" y="64"/>
                  <a:pt x="320" y="76"/>
                </a:cubicBezTo>
                <a:cubicBezTo>
                  <a:pt x="320" y="77"/>
                  <a:pt x="320" y="77"/>
                  <a:pt x="320" y="77"/>
                </a:cubicBezTo>
                <a:cubicBezTo>
                  <a:pt x="314" y="75"/>
                  <a:pt x="307" y="73"/>
                  <a:pt x="297" y="73"/>
                </a:cubicBezTo>
                <a:cubicBezTo>
                  <a:pt x="274" y="73"/>
                  <a:pt x="258" y="83"/>
                  <a:pt x="258" y="104"/>
                </a:cubicBezTo>
                <a:cubicBezTo>
                  <a:pt x="258" y="104"/>
                  <a:pt x="258" y="104"/>
                  <a:pt x="258" y="104"/>
                </a:cubicBezTo>
                <a:cubicBezTo>
                  <a:pt x="258" y="123"/>
                  <a:pt x="273" y="134"/>
                  <a:pt x="291" y="134"/>
                </a:cubicBezTo>
                <a:cubicBezTo>
                  <a:pt x="304" y="134"/>
                  <a:pt x="314" y="129"/>
                  <a:pt x="320" y="122"/>
                </a:cubicBezTo>
                <a:cubicBezTo>
                  <a:pt x="320" y="132"/>
                  <a:pt x="320" y="132"/>
                  <a:pt x="320" y="132"/>
                </a:cubicBezTo>
                <a:cubicBezTo>
                  <a:pt x="347" y="132"/>
                  <a:pt x="347" y="132"/>
                  <a:pt x="347" y="132"/>
                </a:cubicBezTo>
                <a:cubicBezTo>
                  <a:pt x="347" y="76"/>
                  <a:pt x="347" y="76"/>
                  <a:pt x="347" y="76"/>
                </a:cubicBezTo>
                <a:cubicBezTo>
                  <a:pt x="347" y="63"/>
                  <a:pt x="343" y="53"/>
                  <a:pt x="336" y="46"/>
                </a:cubicBezTo>
                <a:cubicBezTo>
                  <a:pt x="329" y="39"/>
                  <a:pt x="319" y="35"/>
                  <a:pt x="304" y="35"/>
                </a:cubicBezTo>
                <a:close/>
                <a:moveTo>
                  <a:pt x="321" y="98"/>
                </a:moveTo>
                <a:cubicBezTo>
                  <a:pt x="321" y="108"/>
                  <a:pt x="312" y="115"/>
                  <a:pt x="299" y="115"/>
                </a:cubicBezTo>
                <a:cubicBezTo>
                  <a:pt x="291" y="115"/>
                  <a:pt x="285" y="111"/>
                  <a:pt x="285" y="103"/>
                </a:cubicBezTo>
                <a:cubicBezTo>
                  <a:pt x="285" y="103"/>
                  <a:pt x="285" y="103"/>
                  <a:pt x="285" y="103"/>
                </a:cubicBezTo>
                <a:cubicBezTo>
                  <a:pt x="285" y="94"/>
                  <a:pt x="292" y="90"/>
                  <a:pt x="303" y="90"/>
                </a:cubicBezTo>
                <a:cubicBezTo>
                  <a:pt x="310" y="90"/>
                  <a:pt x="316" y="91"/>
                  <a:pt x="321" y="93"/>
                </a:cubicBezTo>
                <a:lnTo>
                  <a:pt x="321" y="98"/>
                </a:lnTo>
                <a:close/>
                <a:moveTo>
                  <a:pt x="457" y="11"/>
                </a:moveTo>
                <a:cubicBezTo>
                  <a:pt x="429" y="11"/>
                  <a:pt x="429" y="11"/>
                  <a:pt x="429" y="11"/>
                </a:cubicBezTo>
                <a:cubicBezTo>
                  <a:pt x="429" y="36"/>
                  <a:pt x="429" y="36"/>
                  <a:pt x="429" y="36"/>
                </a:cubicBezTo>
                <a:cubicBezTo>
                  <a:pt x="418" y="36"/>
                  <a:pt x="418" y="36"/>
                  <a:pt x="418" y="36"/>
                </a:cubicBezTo>
                <a:cubicBezTo>
                  <a:pt x="418" y="59"/>
                  <a:pt x="418" y="59"/>
                  <a:pt x="418" y="59"/>
                </a:cubicBezTo>
                <a:cubicBezTo>
                  <a:pt x="429" y="59"/>
                  <a:pt x="429" y="59"/>
                  <a:pt x="429" y="59"/>
                </a:cubicBezTo>
                <a:cubicBezTo>
                  <a:pt x="429" y="105"/>
                  <a:pt x="429" y="105"/>
                  <a:pt x="429" y="105"/>
                </a:cubicBezTo>
                <a:cubicBezTo>
                  <a:pt x="429" y="127"/>
                  <a:pt x="441" y="134"/>
                  <a:pt x="457" y="134"/>
                </a:cubicBezTo>
                <a:cubicBezTo>
                  <a:pt x="466" y="134"/>
                  <a:pt x="473" y="132"/>
                  <a:pt x="479" y="128"/>
                </a:cubicBezTo>
                <a:cubicBezTo>
                  <a:pt x="479" y="106"/>
                  <a:pt x="479" y="106"/>
                  <a:pt x="479" y="106"/>
                </a:cubicBezTo>
                <a:cubicBezTo>
                  <a:pt x="475" y="108"/>
                  <a:pt x="470" y="110"/>
                  <a:pt x="465" y="110"/>
                </a:cubicBezTo>
                <a:cubicBezTo>
                  <a:pt x="459" y="110"/>
                  <a:pt x="457" y="107"/>
                  <a:pt x="457" y="100"/>
                </a:cubicBezTo>
                <a:cubicBezTo>
                  <a:pt x="457" y="59"/>
                  <a:pt x="457" y="59"/>
                  <a:pt x="457" y="59"/>
                </a:cubicBezTo>
                <a:cubicBezTo>
                  <a:pt x="479" y="59"/>
                  <a:pt x="479" y="59"/>
                  <a:pt x="479" y="59"/>
                </a:cubicBezTo>
                <a:cubicBezTo>
                  <a:pt x="479" y="36"/>
                  <a:pt x="479" y="36"/>
                  <a:pt x="479" y="36"/>
                </a:cubicBezTo>
                <a:cubicBezTo>
                  <a:pt x="457" y="36"/>
                  <a:pt x="457" y="36"/>
                  <a:pt x="457" y="36"/>
                </a:cubicBezTo>
                <a:lnTo>
                  <a:pt x="457" y="11"/>
                </a:lnTo>
                <a:close/>
                <a:moveTo>
                  <a:pt x="382" y="55"/>
                </a:moveTo>
                <a:cubicBezTo>
                  <a:pt x="382" y="36"/>
                  <a:pt x="382" y="36"/>
                  <a:pt x="382" y="36"/>
                </a:cubicBezTo>
                <a:cubicBezTo>
                  <a:pt x="354" y="36"/>
                  <a:pt x="354" y="36"/>
                  <a:pt x="354" y="36"/>
                </a:cubicBezTo>
                <a:cubicBezTo>
                  <a:pt x="354" y="132"/>
                  <a:pt x="354" y="132"/>
                  <a:pt x="354" y="132"/>
                </a:cubicBezTo>
                <a:cubicBezTo>
                  <a:pt x="382" y="132"/>
                  <a:pt x="382" y="132"/>
                  <a:pt x="382" y="132"/>
                </a:cubicBezTo>
                <a:cubicBezTo>
                  <a:pt x="382" y="97"/>
                  <a:pt x="382" y="97"/>
                  <a:pt x="382" y="97"/>
                </a:cubicBezTo>
                <a:cubicBezTo>
                  <a:pt x="382" y="74"/>
                  <a:pt x="393" y="63"/>
                  <a:pt x="411" y="63"/>
                </a:cubicBezTo>
                <a:cubicBezTo>
                  <a:pt x="412" y="63"/>
                  <a:pt x="412" y="63"/>
                  <a:pt x="412" y="63"/>
                </a:cubicBezTo>
                <a:cubicBezTo>
                  <a:pt x="412" y="34"/>
                  <a:pt x="412" y="34"/>
                  <a:pt x="412" y="34"/>
                </a:cubicBezTo>
                <a:cubicBezTo>
                  <a:pt x="396" y="33"/>
                  <a:pt x="387" y="42"/>
                  <a:pt x="382" y="55"/>
                </a:cubicBezTo>
                <a:close/>
                <a:moveTo>
                  <a:pt x="1335" y="34"/>
                </a:moveTo>
                <a:cubicBezTo>
                  <a:pt x="1305" y="34"/>
                  <a:pt x="1283" y="56"/>
                  <a:pt x="1283" y="84"/>
                </a:cubicBezTo>
                <a:cubicBezTo>
                  <a:pt x="1283" y="84"/>
                  <a:pt x="1283" y="84"/>
                  <a:pt x="1283" y="84"/>
                </a:cubicBezTo>
                <a:cubicBezTo>
                  <a:pt x="1283" y="112"/>
                  <a:pt x="1305" y="134"/>
                  <a:pt x="1335" y="134"/>
                </a:cubicBezTo>
                <a:cubicBezTo>
                  <a:pt x="1365" y="134"/>
                  <a:pt x="1387" y="112"/>
                  <a:pt x="1387" y="84"/>
                </a:cubicBezTo>
                <a:cubicBezTo>
                  <a:pt x="1387" y="84"/>
                  <a:pt x="1387" y="84"/>
                  <a:pt x="1387" y="84"/>
                </a:cubicBezTo>
                <a:cubicBezTo>
                  <a:pt x="1387" y="56"/>
                  <a:pt x="1365" y="34"/>
                  <a:pt x="1335" y="34"/>
                </a:cubicBezTo>
                <a:close/>
                <a:moveTo>
                  <a:pt x="1360" y="84"/>
                </a:moveTo>
                <a:cubicBezTo>
                  <a:pt x="1360" y="99"/>
                  <a:pt x="1351" y="111"/>
                  <a:pt x="1335" y="111"/>
                </a:cubicBezTo>
                <a:cubicBezTo>
                  <a:pt x="1320" y="111"/>
                  <a:pt x="1310" y="98"/>
                  <a:pt x="1310" y="84"/>
                </a:cubicBezTo>
                <a:cubicBezTo>
                  <a:pt x="1310" y="84"/>
                  <a:pt x="1310" y="84"/>
                  <a:pt x="1310" y="84"/>
                </a:cubicBezTo>
                <a:cubicBezTo>
                  <a:pt x="1310" y="70"/>
                  <a:pt x="1319" y="58"/>
                  <a:pt x="1335" y="58"/>
                </a:cubicBezTo>
                <a:cubicBezTo>
                  <a:pt x="1350" y="58"/>
                  <a:pt x="1360" y="70"/>
                  <a:pt x="1360" y="84"/>
                </a:cubicBezTo>
                <a:close/>
                <a:moveTo>
                  <a:pt x="1834" y="55"/>
                </a:moveTo>
                <a:cubicBezTo>
                  <a:pt x="1834" y="36"/>
                  <a:pt x="1834" y="36"/>
                  <a:pt x="1834" y="36"/>
                </a:cubicBezTo>
                <a:cubicBezTo>
                  <a:pt x="1807" y="36"/>
                  <a:pt x="1807" y="36"/>
                  <a:pt x="1807" y="36"/>
                </a:cubicBezTo>
                <a:cubicBezTo>
                  <a:pt x="1807" y="132"/>
                  <a:pt x="1807" y="132"/>
                  <a:pt x="1807" y="132"/>
                </a:cubicBezTo>
                <a:cubicBezTo>
                  <a:pt x="1834" y="132"/>
                  <a:pt x="1834" y="132"/>
                  <a:pt x="1834" y="132"/>
                </a:cubicBezTo>
                <a:cubicBezTo>
                  <a:pt x="1834" y="97"/>
                  <a:pt x="1834" y="97"/>
                  <a:pt x="1834" y="97"/>
                </a:cubicBezTo>
                <a:cubicBezTo>
                  <a:pt x="1834" y="74"/>
                  <a:pt x="1845" y="63"/>
                  <a:pt x="1863" y="63"/>
                </a:cubicBezTo>
                <a:cubicBezTo>
                  <a:pt x="1865" y="63"/>
                  <a:pt x="1865" y="63"/>
                  <a:pt x="1865" y="63"/>
                </a:cubicBezTo>
                <a:cubicBezTo>
                  <a:pt x="1865" y="34"/>
                  <a:pt x="1865" y="34"/>
                  <a:pt x="1865" y="34"/>
                </a:cubicBezTo>
                <a:cubicBezTo>
                  <a:pt x="1848" y="33"/>
                  <a:pt x="1839" y="42"/>
                  <a:pt x="1834" y="55"/>
                </a:cubicBezTo>
                <a:close/>
                <a:moveTo>
                  <a:pt x="1748" y="34"/>
                </a:moveTo>
                <a:cubicBezTo>
                  <a:pt x="1718" y="34"/>
                  <a:pt x="1696" y="56"/>
                  <a:pt x="1696" y="84"/>
                </a:cubicBezTo>
                <a:cubicBezTo>
                  <a:pt x="1696" y="84"/>
                  <a:pt x="1696" y="84"/>
                  <a:pt x="1696" y="84"/>
                </a:cubicBezTo>
                <a:cubicBezTo>
                  <a:pt x="1696" y="112"/>
                  <a:pt x="1718" y="134"/>
                  <a:pt x="1748" y="134"/>
                </a:cubicBezTo>
                <a:cubicBezTo>
                  <a:pt x="1778" y="134"/>
                  <a:pt x="1800" y="112"/>
                  <a:pt x="1800" y="84"/>
                </a:cubicBezTo>
                <a:cubicBezTo>
                  <a:pt x="1800" y="84"/>
                  <a:pt x="1800" y="84"/>
                  <a:pt x="1800" y="84"/>
                </a:cubicBezTo>
                <a:cubicBezTo>
                  <a:pt x="1800" y="56"/>
                  <a:pt x="1778" y="34"/>
                  <a:pt x="1748" y="34"/>
                </a:cubicBezTo>
                <a:close/>
                <a:moveTo>
                  <a:pt x="1773" y="84"/>
                </a:moveTo>
                <a:cubicBezTo>
                  <a:pt x="1773" y="99"/>
                  <a:pt x="1764" y="111"/>
                  <a:pt x="1748" y="111"/>
                </a:cubicBezTo>
                <a:cubicBezTo>
                  <a:pt x="1733" y="111"/>
                  <a:pt x="1723" y="98"/>
                  <a:pt x="1723" y="84"/>
                </a:cubicBezTo>
                <a:cubicBezTo>
                  <a:pt x="1723" y="84"/>
                  <a:pt x="1723" y="84"/>
                  <a:pt x="1723" y="84"/>
                </a:cubicBezTo>
                <a:cubicBezTo>
                  <a:pt x="1723" y="70"/>
                  <a:pt x="1732" y="58"/>
                  <a:pt x="1748" y="58"/>
                </a:cubicBezTo>
                <a:cubicBezTo>
                  <a:pt x="1763" y="58"/>
                  <a:pt x="1773" y="70"/>
                  <a:pt x="1773" y="84"/>
                </a:cubicBezTo>
                <a:close/>
                <a:moveTo>
                  <a:pt x="1465" y="48"/>
                </a:moveTo>
                <a:cubicBezTo>
                  <a:pt x="1458" y="40"/>
                  <a:pt x="1449" y="34"/>
                  <a:pt x="1434" y="34"/>
                </a:cubicBezTo>
                <a:cubicBezTo>
                  <a:pt x="1412" y="34"/>
                  <a:pt x="1391" y="50"/>
                  <a:pt x="1391" y="79"/>
                </a:cubicBezTo>
                <a:cubicBezTo>
                  <a:pt x="1391" y="79"/>
                  <a:pt x="1391" y="79"/>
                  <a:pt x="1391" y="79"/>
                </a:cubicBezTo>
                <a:cubicBezTo>
                  <a:pt x="1391" y="108"/>
                  <a:pt x="1412" y="124"/>
                  <a:pt x="1434" y="124"/>
                </a:cubicBezTo>
                <a:cubicBezTo>
                  <a:pt x="1448" y="124"/>
                  <a:pt x="1457" y="118"/>
                  <a:pt x="1465" y="109"/>
                </a:cubicBezTo>
                <a:cubicBezTo>
                  <a:pt x="1465" y="113"/>
                  <a:pt x="1465" y="113"/>
                  <a:pt x="1465" y="113"/>
                </a:cubicBezTo>
                <a:cubicBezTo>
                  <a:pt x="1465" y="130"/>
                  <a:pt x="1457" y="139"/>
                  <a:pt x="1438" y="139"/>
                </a:cubicBezTo>
                <a:cubicBezTo>
                  <a:pt x="1425" y="139"/>
                  <a:pt x="1415" y="136"/>
                  <a:pt x="1405" y="131"/>
                </a:cubicBezTo>
                <a:cubicBezTo>
                  <a:pt x="1396" y="151"/>
                  <a:pt x="1396" y="151"/>
                  <a:pt x="1396" y="151"/>
                </a:cubicBezTo>
                <a:cubicBezTo>
                  <a:pt x="1408" y="158"/>
                  <a:pt x="1423" y="161"/>
                  <a:pt x="1439" y="161"/>
                </a:cubicBezTo>
                <a:cubicBezTo>
                  <a:pt x="1457" y="161"/>
                  <a:pt x="1471" y="157"/>
                  <a:pt x="1480" y="148"/>
                </a:cubicBezTo>
                <a:cubicBezTo>
                  <a:pt x="1488" y="140"/>
                  <a:pt x="1492" y="128"/>
                  <a:pt x="1492" y="110"/>
                </a:cubicBezTo>
                <a:cubicBezTo>
                  <a:pt x="1492" y="36"/>
                  <a:pt x="1492" y="36"/>
                  <a:pt x="1492" y="36"/>
                </a:cubicBezTo>
                <a:cubicBezTo>
                  <a:pt x="1465" y="36"/>
                  <a:pt x="1465" y="36"/>
                  <a:pt x="1465" y="36"/>
                </a:cubicBezTo>
                <a:lnTo>
                  <a:pt x="1465" y="48"/>
                </a:lnTo>
                <a:close/>
                <a:moveTo>
                  <a:pt x="1465" y="79"/>
                </a:moveTo>
                <a:cubicBezTo>
                  <a:pt x="1465" y="92"/>
                  <a:pt x="1455" y="102"/>
                  <a:pt x="1442" y="102"/>
                </a:cubicBezTo>
                <a:cubicBezTo>
                  <a:pt x="1429" y="102"/>
                  <a:pt x="1419" y="93"/>
                  <a:pt x="1419" y="79"/>
                </a:cubicBezTo>
                <a:cubicBezTo>
                  <a:pt x="1419" y="79"/>
                  <a:pt x="1419" y="79"/>
                  <a:pt x="1419" y="79"/>
                </a:cubicBezTo>
                <a:cubicBezTo>
                  <a:pt x="1419" y="66"/>
                  <a:pt x="1429" y="57"/>
                  <a:pt x="1442" y="57"/>
                </a:cubicBezTo>
                <a:cubicBezTo>
                  <a:pt x="1455" y="57"/>
                  <a:pt x="1465" y="66"/>
                  <a:pt x="1465" y="79"/>
                </a:cubicBezTo>
                <a:close/>
                <a:moveTo>
                  <a:pt x="1697" y="37"/>
                </a:moveTo>
                <a:cubicBezTo>
                  <a:pt x="1675" y="37"/>
                  <a:pt x="1675" y="37"/>
                  <a:pt x="1675" y="37"/>
                </a:cubicBezTo>
                <a:cubicBezTo>
                  <a:pt x="1675" y="33"/>
                  <a:pt x="1675" y="33"/>
                  <a:pt x="1675" y="33"/>
                </a:cubicBezTo>
                <a:cubicBezTo>
                  <a:pt x="1675" y="26"/>
                  <a:pt x="1678" y="23"/>
                  <a:pt x="1684" y="23"/>
                </a:cubicBezTo>
                <a:cubicBezTo>
                  <a:pt x="1689" y="23"/>
                  <a:pt x="1693" y="24"/>
                  <a:pt x="1697" y="25"/>
                </a:cubicBezTo>
                <a:cubicBezTo>
                  <a:pt x="1697" y="2"/>
                  <a:pt x="1697" y="2"/>
                  <a:pt x="1697" y="2"/>
                </a:cubicBezTo>
                <a:cubicBezTo>
                  <a:pt x="1692" y="1"/>
                  <a:pt x="1686" y="0"/>
                  <a:pt x="1677" y="0"/>
                </a:cubicBezTo>
                <a:cubicBezTo>
                  <a:pt x="1668" y="0"/>
                  <a:pt x="1660" y="2"/>
                  <a:pt x="1655" y="7"/>
                </a:cubicBezTo>
                <a:cubicBezTo>
                  <a:pt x="1650" y="12"/>
                  <a:pt x="1648" y="20"/>
                  <a:pt x="1648" y="31"/>
                </a:cubicBezTo>
                <a:cubicBezTo>
                  <a:pt x="1648" y="37"/>
                  <a:pt x="1648" y="37"/>
                  <a:pt x="1648" y="37"/>
                </a:cubicBezTo>
                <a:cubicBezTo>
                  <a:pt x="1636" y="37"/>
                  <a:pt x="1636" y="37"/>
                  <a:pt x="1636" y="37"/>
                </a:cubicBezTo>
                <a:cubicBezTo>
                  <a:pt x="1636" y="59"/>
                  <a:pt x="1636" y="59"/>
                  <a:pt x="1636" y="59"/>
                </a:cubicBezTo>
                <a:cubicBezTo>
                  <a:pt x="1648" y="59"/>
                  <a:pt x="1648" y="59"/>
                  <a:pt x="1648" y="59"/>
                </a:cubicBezTo>
                <a:cubicBezTo>
                  <a:pt x="1648" y="132"/>
                  <a:pt x="1648" y="132"/>
                  <a:pt x="1648" y="132"/>
                </a:cubicBezTo>
                <a:cubicBezTo>
                  <a:pt x="1675" y="132"/>
                  <a:pt x="1675" y="132"/>
                  <a:pt x="1675" y="132"/>
                </a:cubicBezTo>
                <a:cubicBezTo>
                  <a:pt x="1675" y="59"/>
                  <a:pt x="1675" y="59"/>
                  <a:pt x="1675" y="59"/>
                </a:cubicBezTo>
                <a:cubicBezTo>
                  <a:pt x="1697" y="59"/>
                  <a:pt x="1697" y="59"/>
                  <a:pt x="1697" y="59"/>
                </a:cubicBezTo>
                <a:lnTo>
                  <a:pt x="1697" y="37"/>
                </a:lnTo>
                <a:close/>
                <a:moveTo>
                  <a:pt x="1548" y="101"/>
                </a:moveTo>
                <a:cubicBezTo>
                  <a:pt x="1526" y="36"/>
                  <a:pt x="1526" y="36"/>
                  <a:pt x="1526" y="36"/>
                </a:cubicBezTo>
                <a:cubicBezTo>
                  <a:pt x="1497" y="36"/>
                  <a:pt x="1497" y="36"/>
                  <a:pt x="1497" y="36"/>
                </a:cubicBezTo>
                <a:cubicBezTo>
                  <a:pt x="1535" y="132"/>
                  <a:pt x="1535" y="132"/>
                  <a:pt x="1535" y="132"/>
                </a:cubicBezTo>
                <a:cubicBezTo>
                  <a:pt x="1532" y="137"/>
                  <a:pt x="1530" y="139"/>
                  <a:pt x="1525" y="139"/>
                </a:cubicBezTo>
                <a:cubicBezTo>
                  <a:pt x="1521" y="139"/>
                  <a:pt x="1517" y="137"/>
                  <a:pt x="1513" y="135"/>
                </a:cubicBezTo>
                <a:cubicBezTo>
                  <a:pt x="1504" y="155"/>
                  <a:pt x="1504" y="155"/>
                  <a:pt x="1504" y="155"/>
                </a:cubicBezTo>
                <a:cubicBezTo>
                  <a:pt x="1511" y="159"/>
                  <a:pt x="1519" y="161"/>
                  <a:pt x="1528" y="161"/>
                </a:cubicBezTo>
                <a:cubicBezTo>
                  <a:pt x="1545" y="161"/>
                  <a:pt x="1553" y="154"/>
                  <a:pt x="1560" y="134"/>
                </a:cubicBezTo>
                <a:cubicBezTo>
                  <a:pt x="1597" y="36"/>
                  <a:pt x="1597" y="36"/>
                  <a:pt x="1597" y="36"/>
                </a:cubicBezTo>
                <a:cubicBezTo>
                  <a:pt x="1569" y="36"/>
                  <a:pt x="1569" y="36"/>
                  <a:pt x="1569" y="36"/>
                </a:cubicBezTo>
                <a:lnTo>
                  <a:pt x="1548" y="101"/>
                </a:lnTo>
                <a:close/>
                <a:moveTo>
                  <a:pt x="1008" y="34"/>
                </a:moveTo>
                <a:cubicBezTo>
                  <a:pt x="994" y="34"/>
                  <a:pt x="986" y="41"/>
                  <a:pt x="980" y="49"/>
                </a:cubicBezTo>
                <a:cubicBezTo>
                  <a:pt x="980" y="1"/>
                  <a:pt x="980" y="1"/>
                  <a:pt x="980" y="1"/>
                </a:cubicBezTo>
                <a:cubicBezTo>
                  <a:pt x="952" y="1"/>
                  <a:pt x="952" y="1"/>
                  <a:pt x="952" y="1"/>
                </a:cubicBezTo>
                <a:cubicBezTo>
                  <a:pt x="952" y="132"/>
                  <a:pt x="952" y="132"/>
                  <a:pt x="952" y="132"/>
                </a:cubicBezTo>
                <a:cubicBezTo>
                  <a:pt x="980" y="132"/>
                  <a:pt x="980" y="132"/>
                  <a:pt x="980" y="132"/>
                </a:cubicBezTo>
                <a:cubicBezTo>
                  <a:pt x="980" y="78"/>
                  <a:pt x="980" y="78"/>
                  <a:pt x="980" y="78"/>
                </a:cubicBezTo>
                <a:cubicBezTo>
                  <a:pt x="980" y="65"/>
                  <a:pt x="986" y="59"/>
                  <a:pt x="997" y="59"/>
                </a:cubicBezTo>
                <a:cubicBezTo>
                  <a:pt x="1007" y="59"/>
                  <a:pt x="1013" y="65"/>
                  <a:pt x="1013" y="78"/>
                </a:cubicBezTo>
                <a:cubicBezTo>
                  <a:pt x="1013" y="132"/>
                  <a:pt x="1013" y="132"/>
                  <a:pt x="1013" y="132"/>
                </a:cubicBezTo>
                <a:cubicBezTo>
                  <a:pt x="1040" y="132"/>
                  <a:pt x="1040" y="132"/>
                  <a:pt x="1040" y="132"/>
                </a:cubicBezTo>
                <a:cubicBezTo>
                  <a:pt x="1040" y="70"/>
                  <a:pt x="1040" y="70"/>
                  <a:pt x="1040" y="70"/>
                </a:cubicBezTo>
                <a:cubicBezTo>
                  <a:pt x="1040" y="48"/>
                  <a:pt x="1028" y="34"/>
                  <a:pt x="1008" y="34"/>
                </a:cubicBezTo>
                <a:close/>
                <a:moveTo>
                  <a:pt x="1250" y="132"/>
                </a:moveTo>
                <a:cubicBezTo>
                  <a:pt x="1278" y="132"/>
                  <a:pt x="1278" y="132"/>
                  <a:pt x="1278" y="132"/>
                </a:cubicBezTo>
                <a:cubicBezTo>
                  <a:pt x="1278" y="1"/>
                  <a:pt x="1278" y="1"/>
                  <a:pt x="1278" y="1"/>
                </a:cubicBezTo>
                <a:cubicBezTo>
                  <a:pt x="1250" y="1"/>
                  <a:pt x="1250" y="1"/>
                  <a:pt x="1250" y="1"/>
                </a:cubicBezTo>
                <a:lnTo>
                  <a:pt x="1250" y="132"/>
                </a:lnTo>
                <a:close/>
                <a:moveTo>
                  <a:pt x="1103" y="34"/>
                </a:moveTo>
                <a:cubicBezTo>
                  <a:pt x="1089" y="34"/>
                  <a:pt x="1081" y="41"/>
                  <a:pt x="1075" y="49"/>
                </a:cubicBezTo>
                <a:cubicBezTo>
                  <a:pt x="1075" y="36"/>
                  <a:pt x="1075" y="36"/>
                  <a:pt x="1075" y="36"/>
                </a:cubicBezTo>
                <a:cubicBezTo>
                  <a:pt x="1047" y="36"/>
                  <a:pt x="1047" y="36"/>
                  <a:pt x="1047" y="36"/>
                </a:cubicBezTo>
                <a:cubicBezTo>
                  <a:pt x="1047" y="132"/>
                  <a:pt x="1047" y="132"/>
                  <a:pt x="1047" y="132"/>
                </a:cubicBezTo>
                <a:cubicBezTo>
                  <a:pt x="1075" y="132"/>
                  <a:pt x="1075" y="132"/>
                  <a:pt x="1075" y="132"/>
                </a:cubicBezTo>
                <a:cubicBezTo>
                  <a:pt x="1075" y="78"/>
                  <a:pt x="1075" y="78"/>
                  <a:pt x="1075" y="78"/>
                </a:cubicBezTo>
                <a:cubicBezTo>
                  <a:pt x="1075" y="65"/>
                  <a:pt x="1081" y="59"/>
                  <a:pt x="1092" y="59"/>
                </a:cubicBezTo>
                <a:cubicBezTo>
                  <a:pt x="1102" y="59"/>
                  <a:pt x="1108" y="65"/>
                  <a:pt x="1108" y="78"/>
                </a:cubicBezTo>
                <a:cubicBezTo>
                  <a:pt x="1108" y="132"/>
                  <a:pt x="1108" y="132"/>
                  <a:pt x="1108" y="132"/>
                </a:cubicBezTo>
                <a:cubicBezTo>
                  <a:pt x="1135" y="132"/>
                  <a:pt x="1135" y="132"/>
                  <a:pt x="1135" y="132"/>
                </a:cubicBezTo>
                <a:cubicBezTo>
                  <a:pt x="1135" y="70"/>
                  <a:pt x="1135" y="70"/>
                  <a:pt x="1135" y="70"/>
                </a:cubicBezTo>
                <a:cubicBezTo>
                  <a:pt x="1135" y="48"/>
                  <a:pt x="1123" y="34"/>
                  <a:pt x="1103" y="34"/>
                </a:cubicBezTo>
                <a:close/>
                <a:moveTo>
                  <a:pt x="910" y="111"/>
                </a:moveTo>
                <a:cubicBezTo>
                  <a:pt x="895" y="111"/>
                  <a:pt x="885" y="99"/>
                  <a:pt x="885" y="84"/>
                </a:cubicBezTo>
                <a:cubicBezTo>
                  <a:pt x="885" y="84"/>
                  <a:pt x="885" y="84"/>
                  <a:pt x="885" y="84"/>
                </a:cubicBezTo>
                <a:cubicBezTo>
                  <a:pt x="885" y="70"/>
                  <a:pt x="895" y="58"/>
                  <a:pt x="909" y="58"/>
                </a:cubicBezTo>
                <a:cubicBezTo>
                  <a:pt x="918" y="58"/>
                  <a:pt x="925" y="62"/>
                  <a:pt x="931" y="68"/>
                </a:cubicBezTo>
                <a:cubicBezTo>
                  <a:pt x="947" y="50"/>
                  <a:pt x="947" y="50"/>
                  <a:pt x="947" y="50"/>
                </a:cubicBezTo>
                <a:cubicBezTo>
                  <a:pt x="938" y="40"/>
                  <a:pt x="927" y="34"/>
                  <a:pt x="909" y="34"/>
                </a:cubicBezTo>
                <a:cubicBezTo>
                  <a:pt x="880" y="34"/>
                  <a:pt x="859" y="57"/>
                  <a:pt x="859" y="84"/>
                </a:cubicBezTo>
                <a:cubicBezTo>
                  <a:pt x="859" y="84"/>
                  <a:pt x="859" y="84"/>
                  <a:pt x="859" y="84"/>
                </a:cubicBezTo>
                <a:cubicBezTo>
                  <a:pt x="859" y="112"/>
                  <a:pt x="880" y="134"/>
                  <a:pt x="909" y="134"/>
                </a:cubicBezTo>
                <a:cubicBezTo>
                  <a:pt x="928" y="134"/>
                  <a:pt x="939" y="127"/>
                  <a:pt x="948" y="117"/>
                </a:cubicBezTo>
                <a:cubicBezTo>
                  <a:pt x="932" y="100"/>
                  <a:pt x="932" y="100"/>
                  <a:pt x="932" y="100"/>
                </a:cubicBezTo>
                <a:cubicBezTo>
                  <a:pt x="925" y="107"/>
                  <a:pt x="919" y="111"/>
                  <a:pt x="910" y="111"/>
                </a:cubicBezTo>
                <a:close/>
                <a:moveTo>
                  <a:pt x="1945" y="35"/>
                </a:moveTo>
                <a:cubicBezTo>
                  <a:pt x="1929" y="35"/>
                  <a:pt x="1918" y="38"/>
                  <a:pt x="1908" y="42"/>
                </a:cubicBezTo>
                <a:cubicBezTo>
                  <a:pt x="1915" y="63"/>
                  <a:pt x="1915" y="63"/>
                  <a:pt x="1915" y="63"/>
                </a:cubicBezTo>
                <a:cubicBezTo>
                  <a:pt x="1923" y="60"/>
                  <a:pt x="1931" y="58"/>
                  <a:pt x="1941" y="58"/>
                </a:cubicBezTo>
                <a:cubicBezTo>
                  <a:pt x="1955" y="58"/>
                  <a:pt x="1962" y="64"/>
                  <a:pt x="1962" y="76"/>
                </a:cubicBezTo>
                <a:cubicBezTo>
                  <a:pt x="1962" y="77"/>
                  <a:pt x="1962" y="77"/>
                  <a:pt x="1962" y="77"/>
                </a:cubicBezTo>
                <a:cubicBezTo>
                  <a:pt x="1955" y="75"/>
                  <a:pt x="1948" y="73"/>
                  <a:pt x="1938" y="73"/>
                </a:cubicBezTo>
                <a:cubicBezTo>
                  <a:pt x="1915" y="73"/>
                  <a:pt x="1899" y="83"/>
                  <a:pt x="1899" y="104"/>
                </a:cubicBezTo>
                <a:cubicBezTo>
                  <a:pt x="1899" y="104"/>
                  <a:pt x="1899" y="104"/>
                  <a:pt x="1899" y="104"/>
                </a:cubicBezTo>
                <a:cubicBezTo>
                  <a:pt x="1899" y="123"/>
                  <a:pt x="1914" y="134"/>
                  <a:pt x="1932" y="134"/>
                </a:cubicBezTo>
                <a:cubicBezTo>
                  <a:pt x="1946" y="134"/>
                  <a:pt x="1955" y="129"/>
                  <a:pt x="1962" y="122"/>
                </a:cubicBezTo>
                <a:cubicBezTo>
                  <a:pt x="1962" y="132"/>
                  <a:pt x="1962" y="132"/>
                  <a:pt x="1962" y="132"/>
                </a:cubicBezTo>
                <a:cubicBezTo>
                  <a:pt x="1988" y="132"/>
                  <a:pt x="1988" y="132"/>
                  <a:pt x="1988" y="132"/>
                </a:cubicBezTo>
                <a:cubicBezTo>
                  <a:pt x="1988" y="76"/>
                  <a:pt x="1988" y="76"/>
                  <a:pt x="1988" y="76"/>
                </a:cubicBezTo>
                <a:cubicBezTo>
                  <a:pt x="1988" y="63"/>
                  <a:pt x="1985" y="53"/>
                  <a:pt x="1978" y="46"/>
                </a:cubicBezTo>
                <a:cubicBezTo>
                  <a:pt x="1971" y="39"/>
                  <a:pt x="1960" y="35"/>
                  <a:pt x="1945" y="35"/>
                </a:cubicBezTo>
                <a:close/>
                <a:moveTo>
                  <a:pt x="1962" y="98"/>
                </a:moveTo>
                <a:cubicBezTo>
                  <a:pt x="1962" y="108"/>
                  <a:pt x="1953" y="115"/>
                  <a:pt x="1941" y="115"/>
                </a:cubicBezTo>
                <a:cubicBezTo>
                  <a:pt x="1932" y="115"/>
                  <a:pt x="1926" y="111"/>
                  <a:pt x="1926" y="103"/>
                </a:cubicBezTo>
                <a:cubicBezTo>
                  <a:pt x="1926" y="103"/>
                  <a:pt x="1926" y="103"/>
                  <a:pt x="1926" y="103"/>
                </a:cubicBezTo>
                <a:cubicBezTo>
                  <a:pt x="1926" y="94"/>
                  <a:pt x="1933" y="90"/>
                  <a:pt x="1945" y="90"/>
                </a:cubicBezTo>
                <a:cubicBezTo>
                  <a:pt x="1951" y="90"/>
                  <a:pt x="1957" y="91"/>
                  <a:pt x="1962" y="93"/>
                </a:cubicBezTo>
                <a:lnTo>
                  <a:pt x="1962" y="98"/>
                </a:lnTo>
                <a:close/>
                <a:moveTo>
                  <a:pt x="1193" y="34"/>
                </a:moveTo>
                <a:cubicBezTo>
                  <a:pt x="1163" y="34"/>
                  <a:pt x="1141" y="56"/>
                  <a:pt x="1141" y="84"/>
                </a:cubicBezTo>
                <a:cubicBezTo>
                  <a:pt x="1141" y="84"/>
                  <a:pt x="1141" y="84"/>
                  <a:pt x="1141" y="84"/>
                </a:cubicBezTo>
                <a:cubicBezTo>
                  <a:pt x="1141" y="112"/>
                  <a:pt x="1163" y="134"/>
                  <a:pt x="1193" y="134"/>
                </a:cubicBezTo>
                <a:cubicBezTo>
                  <a:pt x="1223" y="134"/>
                  <a:pt x="1245" y="112"/>
                  <a:pt x="1245" y="84"/>
                </a:cubicBezTo>
                <a:cubicBezTo>
                  <a:pt x="1245" y="84"/>
                  <a:pt x="1245" y="84"/>
                  <a:pt x="1245" y="84"/>
                </a:cubicBezTo>
                <a:cubicBezTo>
                  <a:pt x="1245" y="56"/>
                  <a:pt x="1223" y="34"/>
                  <a:pt x="1193" y="34"/>
                </a:cubicBezTo>
                <a:close/>
                <a:moveTo>
                  <a:pt x="1218" y="84"/>
                </a:moveTo>
                <a:cubicBezTo>
                  <a:pt x="1218" y="99"/>
                  <a:pt x="1209" y="111"/>
                  <a:pt x="1193" y="111"/>
                </a:cubicBezTo>
                <a:cubicBezTo>
                  <a:pt x="1178" y="111"/>
                  <a:pt x="1168" y="98"/>
                  <a:pt x="1168" y="84"/>
                </a:cubicBezTo>
                <a:cubicBezTo>
                  <a:pt x="1168" y="84"/>
                  <a:pt x="1168" y="84"/>
                  <a:pt x="1168" y="84"/>
                </a:cubicBezTo>
                <a:cubicBezTo>
                  <a:pt x="1168" y="70"/>
                  <a:pt x="1177" y="58"/>
                  <a:pt x="1193" y="58"/>
                </a:cubicBezTo>
                <a:cubicBezTo>
                  <a:pt x="1208" y="58"/>
                  <a:pt x="1218" y="70"/>
                  <a:pt x="1218" y="84"/>
                </a:cubicBezTo>
                <a:close/>
              </a:path>
            </a:pathLst>
          </a:custGeom>
          <a:solidFill>
            <a:srgbClr val="4D144A"/>
          </a:solidFill>
          <a:ln>
            <a:noFill/>
          </a:ln>
        </p:spPr>
        <p:txBody>
          <a:bodyPr vert="horz" wrap="square" lIns="68598" tIns="34299" rIns="68598" bIns="34299" numCol="1" anchor="t" anchorCtr="0" compatLnSpc="1">
            <a:prstTxWarp prst="textNoShape">
              <a:avLst/>
            </a:prstTxWarp>
          </a:bodyPr>
          <a:lstStyle/>
          <a:p>
            <a:endParaRPr lang="en-US" sz="1350"/>
          </a:p>
        </p:txBody>
      </p:sp>
    </p:spTree>
    <p:extLst>
      <p:ext uri="{BB962C8B-B14F-4D97-AF65-F5344CB8AC3E}">
        <p14:creationId xmlns:p14="http://schemas.microsoft.com/office/powerpoint/2010/main" val="911819534"/>
      </p:ext>
    </p:extLst>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le Slide_Black">
    <p:bg>
      <p:bgPr>
        <a:solidFill>
          <a:schemeClr val="tx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0A3FDCC7-BA62-4365-BA68-B2059C6747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72"/>
            <a:ext cx="9144000" cy="6857929"/>
          </a:xfrm>
          <a:prstGeom prst="rect">
            <a:avLst/>
          </a:prstGeom>
        </p:spPr>
      </p:pic>
      <p:sp>
        <p:nvSpPr>
          <p:cNvPr id="56" name="Title 16"/>
          <p:cNvSpPr>
            <a:spLocks noGrp="1"/>
          </p:cNvSpPr>
          <p:nvPr userDrawn="1">
            <p:ph type="title" hasCustomPrompt="1"/>
          </p:nvPr>
        </p:nvSpPr>
        <p:spPr bwMode="gray">
          <a:xfrm>
            <a:off x="562897" y="1524000"/>
            <a:ext cx="7436008" cy="3273368"/>
          </a:xfrm>
          <a:prstGeom prst="rect">
            <a:avLst/>
          </a:prstGeom>
        </p:spPr>
        <p:txBody>
          <a:bodyPr lIns="0" tIns="0" rIns="121899" bIns="0" anchor="b" anchorCtr="0"/>
          <a:lstStyle>
            <a:lvl1pPr marL="0" algn="l" defTabSz="914484" rtl="0" eaLnBrk="1" latinLnBrk="0" hangingPunct="1">
              <a:lnSpc>
                <a:spcPct val="75000"/>
              </a:lnSpc>
              <a:spcBef>
                <a:spcPct val="0"/>
              </a:spcBef>
              <a:buNone/>
              <a:defRPr lang="en-US" sz="6002" b="1" kern="1200" cap="none" spc="-113" baseline="0" dirty="0">
                <a:solidFill>
                  <a:schemeClr val="bg1"/>
                </a:solidFill>
                <a:latin typeface="Arial" pitchFamily="34" charset="0"/>
                <a:ea typeface="+mn-ea"/>
                <a:cs typeface="Arial" pitchFamily="34" charset="0"/>
              </a:defRPr>
            </a:lvl1pPr>
          </a:lstStyle>
          <a:p>
            <a:r>
              <a:rPr lang="en-US" dirty="0"/>
              <a:t>Lenovo expanded presentation template</a:t>
            </a:r>
          </a:p>
        </p:txBody>
      </p:sp>
      <p:sp>
        <p:nvSpPr>
          <p:cNvPr id="55" name="Subtitle 2"/>
          <p:cNvSpPr>
            <a:spLocks noGrp="1"/>
          </p:cNvSpPr>
          <p:nvPr userDrawn="1">
            <p:ph type="subTitle" idx="1" hasCustomPrompt="1"/>
          </p:nvPr>
        </p:nvSpPr>
        <p:spPr bwMode="gray">
          <a:xfrm>
            <a:off x="570459" y="5046115"/>
            <a:ext cx="7436008" cy="356616"/>
          </a:xfrm>
          <a:prstGeom prst="rect">
            <a:avLst/>
          </a:prstGeom>
        </p:spPr>
        <p:txBody>
          <a:bodyPr lIns="0" tIns="0" rIns="0" bIns="0" anchor="t" anchorCtr="0"/>
          <a:lstStyle>
            <a:lvl1pPr marL="0" indent="0" algn="l" defTabSz="914484" rtl="0" eaLnBrk="1" latinLnBrk="0" hangingPunct="1">
              <a:lnSpc>
                <a:spcPct val="90000"/>
              </a:lnSpc>
              <a:spcBef>
                <a:spcPct val="0"/>
              </a:spcBef>
              <a:buNone/>
              <a:defRPr lang="en-US" sz="1951" b="0" kern="1200" cap="none" spc="0" baseline="0" dirty="0">
                <a:solidFill>
                  <a:schemeClr val="bg1"/>
                </a:solidFill>
                <a:latin typeface="Arial" pitchFamily="34" charset="0"/>
                <a:ea typeface="+mn-ea"/>
                <a:cs typeface="Arial" pitchFamily="34" charset="0"/>
              </a:defRPr>
            </a:lvl1pPr>
            <a:lvl2pPr marL="457242" indent="0" algn="ctr">
              <a:buNone/>
              <a:defRPr>
                <a:solidFill>
                  <a:schemeClr val="tx1">
                    <a:tint val="75000"/>
                  </a:schemeClr>
                </a:solidFill>
              </a:defRPr>
            </a:lvl2pPr>
            <a:lvl3pPr marL="914484" indent="0" algn="ctr">
              <a:buNone/>
              <a:defRPr>
                <a:solidFill>
                  <a:schemeClr val="tx1">
                    <a:tint val="75000"/>
                  </a:schemeClr>
                </a:solidFill>
              </a:defRPr>
            </a:lvl3pPr>
            <a:lvl4pPr marL="1371726" indent="0" algn="ctr">
              <a:buNone/>
              <a:defRPr>
                <a:solidFill>
                  <a:schemeClr val="tx1">
                    <a:tint val="75000"/>
                  </a:schemeClr>
                </a:solidFill>
              </a:defRPr>
            </a:lvl4pPr>
            <a:lvl5pPr marL="1828967" indent="0" algn="ctr">
              <a:buNone/>
              <a:defRPr>
                <a:solidFill>
                  <a:schemeClr val="tx1">
                    <a:tint val="75000"/>
                  </a:schemeClr>
                </a:solidFill>
              </a:defRPr>
            </a:lvl5pPr>
            <a:lvl6pPr marL="2286210" indent="0" algn="ctr">
              <a:buNone/>
              <a:defRPr>
                <a:solidFill>
                  <a:schemeClr val="tx1">
                    <a:tint val="75000"/>
                  </a:schemeClr>
                </a:solidFill>
              </a:defRPr>
            </a:lvl6pPr>
            <a:lvl7pPr marL="2743451" indent="0" algn="ctr">
              <a:buNone/>
              <a:defRPr>
                <a:solidFill>
                  <a:schemeClr val="tx1">
                    <a:tint val="75000"/>
                  </a:schemeClr>
                </a:solidFill>
              </a:defRPr>
            </a:lvl7pPr>
            <a:lvl8pPr marL="3200693" indent="0" algn="ctr">
              <a:buNone/>
              <a:defRPr>
                <a:solidFill>
                  <a:schemeClr val="tx1">
                    <a:tint val="75000"/>
                  </a:schemeClr>
                </a:solidFill>
              </a:defRPr>
            </a:lvl8pPr>
            <a:lvl9pPr marL="3657935" indent="0" algn="ctr">
              <a:buNone/>
              <a:defRPr>
                <a:solidFill>
                  <a:schemeClr val="tx1">
                    <a:tint val="75000"/>
                  </a:schemeClr>
                </a:solidFill>
              </a:defRPr>
            </a:lvl9pPr>
          </a:lstStyle>
          <a:p>
            <a:r>
              <a:rPr lang="en-US" dirty="0"/>
              <a:t>Speaker Name | Date</a:t>
            </a:r>
          </a:p>
        </p:txBody>
      </p:sp>
      <p:grpSp>
        <p:nvGrpSpPr>
          <p:cNvPr id="68" name="Group 67">
            <a:extLst>
              <a:ext uri="{FF2B5EF4-FFF2-40B4-BE49-F238E27FC236}">
                <a16:creationId xmlns:a16="http://schemas.microsoft.com/office/drawing/2014/main" id="{C178D7C6-5801-6B30-A6A7-963788E95D85}"/>
              </a:ext>
            </a:extLst>
          </p:cNvPr>
          <p:cNvGrpSpPr>
            <a:grpSpLocks noChangeAspect="1"/>
          </p:cNvGrpSpPr>
          <p:nvPr userDrawn="1"/>
        </p:nvGrpSpPr>
        <p:grpSpPr>
          <a:xfrm rot="16200000">
            <a:off x="7232203" y="2670363"/>
            <a:ext cx="3058160" cy="765435"/>
            <a:chOff x="547688" y="952500"/>
            <a:chExt cx="12190413" cy="4067175"/>
          </a:xfrm>
        </p:grpSpPr>
        <p:sp>
          <p:nvSpPr>
            <p:cNvPr id="69" name="Rectangle 68">
              <a:extLst>
                <a:ext uri="{FF2B5EF4-FFF2-40B4-BE49-F238E27FC236}">
                  <a16:creationId xmlns:a16="http://schemas.microsoft.com/office/drawing/2014/main" id="{69E9C34A-28EF-207E-149B-9EBED2862D65}"/>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0" name="Freeform 7">
              <a:extLst>
                <a:ext uri="{FF2B5EF4-FFF2-40B4-BE49-F238E27FC236}">
                  <a16:creationId xmlns:a16="http://schemas.microsoft.com/office/drawing/2014/main" id="{158C3A6B-F5BB-E37E-DB3D-C1ABEA07F210}"/>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1" name="Freeform 8">
              <a:extLst>
                <a:ext uri="{FF2B5EF4-FFF2-40B4-BE49-F238E27FC236}">
                  <a16:creationId xmlns:a16="http://schemas.microsoft.com/office/drawing/2014/main" id="{A56AE87F-217D-4207-F227-987A2E7FEBFA}"/>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2" name="Freeform 9">
              <a:extLst>
                <a:ext uri="{FF2B5EF4-FFF2-40B4-BE49-F238E27FC236}">
                  <a16:creationId xmlns:a16="http://schemas.microsoft.com/office/drawing/2014/main" id="{D65BCC2D-74A9-8E37-6BBC-33B74966DAC1}"/>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3" name="Freeform 10">
              <a:extLst>
                <a:ext uri="{FF2B5EF4-FFF2-40B4-BE49-F238E27FC236}">
                  <a16:creationId xmlns:a16="http://schemas.microsoft.com/office/drawing/2014/main" id="{BA8558ED-E4BF-D888-EF3B-A311AFE8C47C}"/>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4" name="Freeform 10">
              <a:extLst>
                <a:ext uri="{FF2B5EF4-FFF2-40B4-BE49-F238E27FC236}">
                  <a16:creationId xmlns:a16="http://schemas.microsoft.com/office/drawing/2014/main" id="{AFF1776F-9DBA-D51E-8F71-E1FB30D76794}"/>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5" name="Freeform 11">
              <a:extLst>
                <a:ext uri="{FF2B5EF4-FFF2-40B4-BE49-F238E27FC236}">
                  <a16:creationId xmlns:a16="http://schemas.microsoft.com/office/drawing/2014/main" id="{820D6E3B-9704-EBDF-9D0D-A571A36CBC77}"/>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
        <p:nvSpPr>
          <p:cNvPr id="76" name="Freeform 5">
            <a:extLst>
              <a:ext uri="{FF2B5EF4-FFF2-40B4-BE49-F238E27FC236}">
                <a16:creationId xmlns:a16="http://schemas.microsoft.com/office/drawing/2014/main" id="{C002511A-253F-7F55-6C4F-3D51611D3CBF}"/>
              </a:ext>
            </a:extLst>
          </p:cNvPr>
          <p:cNvSpPr>
            <a:spLocks noChangeAspect="1" noEditPoints="1"/>
          </p:cNvSpPr>
          <p:nvPr userDrawn="1"/>
        </p:nvSpPr>
        <p:spPr bwMode="auto">
          <a:xfrm>
            <a:off x="562897" y="762000"/>
            <a:ext cx="2956568" cy="312470"/>
          </a:xfrm>
          <a:custGeom>
            <a:avLst/>
            <a:gdLst>
              <a:gd name="T0" fmla="*/ 557 w 2065"/>
              <a:gd name="T1" fmla="*/ 102 h 161"/>
              <a:gd name="T2" fmla="*/ 510 w 2065"/>
              <a:gd name="T3" fmla="*/ 76 h 161"/>
              <a:gd name="T4" fmla="*/ 583 w 2065"/>
              <a:gd name="T5" fmla="*/ 36 h 161"/>
              <a:gd name="T6" fmla="*/ 641 w 2065"/>
              <a:gd name="T7" fmla="*/ 34 h 161"/>
              <a:gd name="T8" fmla="*/ 2038 w 2065"/>
              <a:gd name="T9" fmla="*/ 1 h 161"/>
              <a:gd name="T10" fmla="*/ 706 w 2065"/>
              <a:gd name="T11" fmla="*/ 59 h 161"/>
              <a:gd name="T12" fmla="*/ 733 w 2065"/>
              <a:gd name="T13" fmla="*/ 100 h 161"/>
              <a:gd name="T14" fmla="*/ 1999 w 2065"/>
              <a:gd name="T15" fmla="*/ 132 h 161"/>
              <a:gd name="T16" fmla="*/ 760 w 2065"/>
              <a:gd name="T17" fmla="*/ 84 h 161"/>
              <a:gd name="T18" fmla="*/ 787 w 2065"/>
              <a:gd name="T19" fmla="*/ 93 h 161"/>
              <a:gd name="T20" fmla="*/ 828 w 2065"/>
              <a:gd name="T21" fmla="*/ 76 h 161"/>
              <a:gd name="T22" fmla="*/ 133 w 2065"/>
              <a:gd name="T23" fmla="*/ 36 h 161"/>
              <a:gd name="T24" fmla="*/ 166 w 2065"/>
              <a:gd name="T25" fmla="*/ 78 h 161"/>
              <a:gd name="T26" fmla="*/ 225 w 2065"/>
              <a:gd name="T27" fmla="*/ 132 h 161"/>
              <a:gd name="T28" fmla="*/ 32 w 2065"/>
              <a:gd name="T29" fmla="*/ 40 h 161"/>
              <a:gd name="T30" fmla="*/ 5 w 2065"/>
              <a:gd name="T31" fmla="*/ 43 h 161"/>
              <a:gd name="T32" fmla="*/ 0 w 2065"/>
              <a:gd name="T33" fmla="*/ 114 h 161"/>
              <a:gd name="T34" fmla="*/ 266 w 2065"/>
              <a:gd name="T35" fmla="*/ 43 h 161"/>
              <a:gd name="T36" fmla="*/ 258 w 2065"/>
              <a:gd name="T37" fmla="*/ 104 h 161"/>
              <a:gd name="T38" fmla="*/ 347 w 2065"/>
              <a:gd name="T39" fmla="*/ 76 h 161"/>
              <a:gd name="T40" fmla="*/ 285 w 2065"/>
              <a:gd name="T41" fmla="*/ 103 h 161"/>
              <a:gd name="T42" fmla="*/ 429 w 2065"/>
              <a:gd name="T43" fmla="*/ 36 h 161"/>
              <a:gd name="T44" fmla="*/ 479 w 2065"/>
              <a:gd name="T45" fmla="*/ 128 h 161"/>
              <a:gd name="T46" fmla="*/ 479 w 2065"/>
              <a:gd name="T47" fmla="*/ 36 h 161"/>
              <a:gd name="T48" fmla="*/ 354 w 2065"/>
              <a:gd name="T49" fmla="*/ 132 h 161"/>
              <a:gd name="T50" fmla="*/ 382 w 2065"/>
              <a:gd name="T51" fmla="*/ 55 h 161"/>
              <a:gd name="T52" fmla="*/ 1387 w 2065"/>
              <a:gd name="T53" fmla="*/ 84 h 161"/>
              <a:gd name="T54" fmla="*/ 1335 w 2065"/>
              <a:gd name="T55" fmla="*/ 58 h 161"/>
              <a:gd name="T56" fmla="*/ 1834 w 2065"/>
              <a:gd name="T57" fmla="*/ 132 h 161"/>
              <a:gd name="T58" fmla="*/ 1748 w 2065"/>
              <a:gd name="T59" fmla="*/ 34 h 161"/>
              <a:gd name="T60" fmla="*/ 1748 w 2065"/>
              <a:gd name="T61" fmla="*/ 34 h 161"/>
              <a:gd name="T62" fmla="*/ 1773 w 2065"/>
              <a:gd name="T63" fmla="*/ 84 h 161"/>
              <a:gd name="T64" fmla="*/ 1465 w 2065"/>
              <a:gd name="T65" fmla="*/ 109 h 161"/>
              <a:gd name="T66" fmla="*/ 1480 w 2065"/>
              <a:gd name="T67" fmla="*/ 148 h 161"/>
              <a:gd name="T68" fmla="*/ 1442 w 2065"/>
              <a:gd name="T69" fmla="*/ 102 h 161"/>
              <a:gd name="T70" fmla="*/ 1675 w 2065"/>
              <a:gd name="T71" fmla="*/ 37 h 161"/>
              <a:gd name="T72" fmla="*/ 1655 w 2065"/>
              <a:gd name="T73" fmla="*/ 7 h 161"/>
              <a:gd name="T74" fmla="*/ 1648 w 2065"/>
              <a:gd name="T75" fmla="*/ 132 h 161"/>
              <a:gd name="T76" fmla="*/ 1526 w 2065"/>
              <a:gd name="T77" fmla="*/ 36 h 161"/>
              <a:gd name="T78" fmla="*/ 1528 w 2065"/>
              <a:gd name="T79" fmla="*/ 161 h 161"/>
              <a:gd name="T80" fmla="*/ 980 w 2065"/>
              <a:gd name="T81" fmla="*/ 49 h 161"/>
              <a:gd name="T82" fmla="*/ 997 w 2065"/>
              <a:gd name="T83" fmla="*/ 59 h 161"/>
              <a:gd name="T84" fmla="*/ 1250 w 2065"/>
              <a:gd name="T85" fmla="*/ 132 h 161"/>
              <a:gd name="T86" fmla="*/ 1075 w 2065"/>
              <a:gd name="T87" fmla="*/ 49 h 161"/>
              <a:gd name="T88" fmla="*/ 1092 w 2065"/>
              <a:gd name="T89" fmla="*/ 59 h 161"/>
              <a:gd name="T90" fmla="*/ 910 w 2065"/>
              <a:gd name="T91" fmla="*/ 111 h 161"/>
              <a:gd name="T92" fmla="*/ 909 w 2065"/>
              <a:gd name="T93" fmla="*/ 34 h 161"/>
              <a:gd name="T94" fmla="*/ 910 w 2065"/>
              <a:gd name="T95" fmla="*/ 111 h 161"/>
              <a:gd name="T96" fmla="*/ 1962 w 2065"/>
              <a:gd name="T97" fmla="*/ 77 h 161"/>
              <a:gd name="T98" fmla="*/ 1962 w 2065"/>
              <a:gd name="T99" fmla="*/ 132 h 161"/>
              <a:gd name="T100" fmla="*/ 1941 w 2065"/>
              <a:gd name="T101" fmla="*/ 115 h 161"/>
              <a:gd name="T102" fmla="*/ 1193 w 2065"/>
              <a:gd name="T103" fmla="*/ 34 h 161"/>
              <a:gd name="T104" fmla="*/ 1193 w 2065"/>
              <a:gd name="T105" fmla="*/ 34 h 161"/>
              <a:gd name="T106" fmla="*/ 1218 w 2065"/>
              <a:gd name="T107" fmla="*/ 8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65" h="161">
                <a:moveTo>
                  <a:pt x="530" y="34"/>
                </a:moveTo>
                <a:cubicBezTo>
                  <a:pt x="502" y="34"/>
                  <a:pt x="483" y="57"/>
                  <a:pt x="483" y="84"/>
                </a:cubicBezTo>
                <a:cubicBezTo>
                  <a:pt x="483" y="84"/>
                  <a:pt x="483" y="84"/>
                  <a:pt x="483" y="84"/>
                </a:cubicBezTo>
                <a:cubicBezTo>
                  <a:pt x="483" y="114"/>
                  <a:pt x="504" y="134"/>
                  <a:pt x="533" y="134"/>
                </a:cubicBezTo>
                <a:cubicBezTo>
                  <a:pt x="551" y="134"/>
                  <a:pt x="563" y="127"/>
                  <a:pt x="572" y="116"/>
                </a:cubicBezTo>
                <a:cubicBezTo>
                  <a:pt x="557" y="102"/>
                  <a:pt x="557" y="102"/>
                  <a:pt x="557" y="102"/>
                </a:cubicBezTo>
                <a:cubicBezTo>
                  <a:pt x="549" y="109"/>
                  <a:pt x="543" y="112"/>
                  <a:pt x="533" y="112"/>
                </a:cubicBezTo>
                <a:cubicBezTo>
                  <a:pt x="521" y="112"/>
                  <a:pt x="513" y="106"/>
                  <a:pt x="510" y="93"/>
                </a:cubicBezTo>
                <a:cubicBezTo>
                  <a:pt x="577" y="93"/>
                  <a:pt x="577" y="93"/>
                  <a:pt x="577" y="93"/>
                </a:cubicBezTo>
                <a:cubicBezTo>
                  <a:pt x="577" y="91"/>
                  <a:pt x="577" y="88"/>
                  <a:pt x="577" y="86"/>
                </a:cubicBezTo>
                <a:cubicBezTo>
                  <a:pt x="577" y="59"/>
                  <a:pt x="563" y="34"/>
                  <a:pt x="530" y="34"/>
                </a:cubicBezTo>
                <a:close/>
                <a:moveTo>
                  <a:pt x="510" y="76"/>
                </a:moveTo>
                <a:cubicBezTo>
                  <a:pt x="512" y="64"/>
                  <a:pt x="519" y="56"/>
                  <a:pt x="530" y="56"/>
                </a:cubicBezTo>
                <a:cubicBezTo>
                  <a:pt x="542" y="56"/>
                  <a:pt x="549" y="64"/>
                  <a:pt x="551" y="76"/>
                </a:cubicBezTo>
                <a:lnTo>
                  <a:pt x="510" y="76"/>
                </a:lnTo>
                <a:close/>
                <a:moveTo>
                  <a:pt x="610" y="55"/>
                </a:moveTo>
                <a:cubicBezTo>
                  <a:pt x="610" y="36"/>
                  <a:pt x="610" y="36"/>
                  <a:pt x="610" y="36"/>
                </a:cubicBezTo>
                <a:cubicBezTo>
                  <a:pt x="583" y="36"/>
                  <a:pt x="583" y="36"/>
                  <a:pt x="583" y="36"/>
                </a:cubicBezTo>
                <a:cubicBezTo>
                  <a:pt x="583" y="132"/>
                  <a:pt x="583" y="132"/>
                  <a:pt x="583" y="132"/>
                </a:cubicBezTo>
                <a:cubicBezTo>
                  <a:pt x="610" y="132"/>
                  <a:pt x="610" y="132"/>
                  <a:pt x="610" y="132"/>
                </a:cubicBezTo>
                <a:cubicBezTo>
                  <a:pt x="610" y="97"/>
                  <a:pt x="610" y="97"/>
                  <a:pt x="610" y="97"/>
                </a:cubicBezTo>
                <a:cubicBezTo>
                  <a:pt x="610" y="74"/>
                  <a:pt x="621" y="63"/>
                  <a:pt x="640" y="63"/>
                </a:cubicBezTo>
                <a:cubicBezTo>
                  <a:pt x="641" y="63"/>
                  <a:pt x="641" y="63"/>
                  <a:pt x="641" y="63"/>
                </a:cubicBezTo>
                <a:cubicBezTo>
                  <a:pt x="641" y="34"/>
                  <a:pt x="641" y="34"/>
                  <a:pt x="641" y="34"/>
                </a:cubicBezTo>
                <a:cubicBezTo>
                  <a:pt x="625" y="33"/>
                  <a:pt x="616" y="42"/>
                  <a:pt x="610" y="55"/>
                </a:cubicBezTo>
                <a:close/>
                <a:moveTo>
                  <a:pt x="2038" y="1"/>
                </a:moveTo>
                <a:cubicBezTo>
                  <a:pt x="2038" y="132"/>
                  <a:pt x="2038" y="132"/>
                  <a:pt x="2038" y="132"/>
                </a:cubicBezTo>
                <a:cubicBezTo>
                  <a:pt x="2065" y="132"/>
                  <a:pt x="2065" y="132"/>
                  <a:pt x="2065" y="132"/>
                </a:cubicBezTo>
                <a:cubicBezTo>
                  <a:pt x="2065" y="1"/>
                  <a:pt x="2065" y="1"/>
                  <a:pt x="2065" y="1"/>
                </a:cubicBezTo>
                <a:lnTo>
                  <a:pt x="2038" y="1"/>
                </a:lnTo>
                <a:close/>
                <a:moveTo>
                  <a:pt x="733" y="11"/>
                </a:moveTo>
                <a:cubicBezTo>
                  <a:pt x="706" y="11"/>
                  <a:pt x="706" y="11"/>
                  <a:pt x="706" y="11"/>
                </a:cubicBezTo>
                <a:cubicBezTo>
                  <a:pt x="706" y="36"/>
                  <a:pt x="706" y="36"/>
                  <a:pt x="706" y="36"/>
                </a:cubicBezTo>
                <a:cubicBezTo>
                  <a:pt x="694" y="36"/>
                  <a:pt x="694" y="36"/>
                  <a:pt x="694" y="36"/>
                </a:cubicBezTo>
                <a:cubicBezTo>
                  <a:pt x="694" y="59"/>
                  <a:pt x="694" y="59"/>
                  <a:pt x="694" y="59"/>
                </a:cubicBezTo>
                <a:cubicBezTo>
                  <a:pt x="706" y="59"/>
                  <a:pt x="706" y="59"/>
                  <a:pt x="706" y="59"/>
                </a:cubicBezTo>
                <a:cubicBezTo>
                  <a:pt x="706" y="105"/>
                  <a:pt x="706" y="105"/>
                  <a:pt x="706" y="105"/>
                </a:cubicBezTo>
                <a:cubicBezTo>
                  <a:pt x="706" y="127"/>
                  <a:pt x="717" y="134"/>
                  <a:pt x="734" y="134"/>
                </a:cubicBezTo>
                <a:cubicBezTo>
                  <a:pt x="743" y="134"/>
                  <a:pt x="750" y="132"/>
                  <a:pt x="755" y="128"/>
                </a:cubicBezTo>
                <a:cubicBezTo>
                  <a:pt x="755" y="106"/>
                  <a:pt x="755" y="106"/>
                  <a:pt x="755" y="106"/>
                </a:cubicBezTo>
                <a:cubicBezTo>
                  <a:pt x="752" y="108"/>
                  <a:pt x="747" y="110"/>
                  <a:pt x="742" y="110"/>
                </a:cubicBezTo>
                <a:cubicBezTo>
                  <a:pt x="736" y="110"/>
                  <a:pt x="733" y="107"/>
                  <a:pt x="733" y="100"/>
                </a:cubicBezTo>
                <a:cubicBezTo>
                  <a:pt x="733" y="59"/>
                  <a:pt x="733" y="59"/>
                  <a:pt x="733" y="59"/>
                </a:cubicBezTo>
                <a:cubicBezTo>
                  <a:pt x="756" y="59"/>
                  <a:pt x="756" y="59"/>
                  <a:pt x="756" y="59"/>
                </a:cubicBezTo>
                <a:cubicBezTo>
                  <a:pt x="756" y="36"/>
                  <a:pt x="756" y="36"/>
                  <a:pt x="756" y="36"/>
                </a:cubicBezTo>
                <a:cubicBezTo>
                  <a:pt x="733" y="36"/>
                  <a:pt x="733" y="36"/>
                  <a:pt x="733" y="36"/>
                </a:cubicBezTo>
                <a:lnTo>
                  <a:pt x="733" y="11"/>
                </a:lnTo>
                <a:close/>
                <a:moveTo>
                  <a:pt x="1999" y="132"/>
                </a:moveTo>
                <a:cubicBezTo>
                  <a:pt x="2027" y="132"/>
                  <a:pt x="2027" y="132"/>
                  <a:pt x="2027" y="132"/>
                </a:cubicBezTo>
                <a:cubicBezTo>
                  <a:pt x="2027" y="1"/>
                  <a:pt x="2027" y="1"/>
                  <a:pt x="2027" y="1"/>
                </a:cubicBezTo>
                <a:cubicBezTo>
                  <a:pt x="1999" y="1"/>
                  <a:pt x="1999" y="1"/>
                  <a:pt x="1999" y="1"/>
                </a:cubicBezTo>
                <a:lnTo>
                  <a:pt x="1999" y="132"/>
                </a:lnTo>
                <a:close/>
                <a:moveTo>
                  <a:pt x="807" y="34"/>
                </a:moveTo>
                <a:cubicBezTo>
                  <a:pt x="779" y="34"/>
                  <a:pt x="760" y="57"/>
                  <a:pt x="760" y="84"/>
                </a:cubicBezTo>
                <a:cubicBezTo>
                  <a:pt x="760" y="84"/>
                  <a:pt x="760" y="84"/>
                  <a:pt x="760" y="84"/>
                </a:cubicBezTo>
                <a:cubicBezTo>
                  <a:pt x="760" y="114"/>
                  <a:pt x="781" y="134"/>
                  <a:pt x="810" y="134"/>
                </a:cubicBezTo>
                <a:cubicBezTo>
                  <a:pt x="827" y="134"/>
                  <a:pt x="840" y="127"/>
                  <a:pt x="849" y="116"/>
                </a:cubicBezTo>
                <a:cubicBezTo>
                  <a:pt x="834" y="102"/>
                  <a:pt x="834" y="102"/>
                  <a:pt x="834" y="102"/>
                </a:cubicBezTo>
                <a:cubicBezTo>
                  <a:pt x="826" y="109"/>
                  <a:pt x="820" y="112"/>
                  <a:pt x="810" y="112"/>
                </a:cubicBezTo>
                <a:cubicBezTo>
                  <a:pt x="798" y="112"/>
                  <a:pt x="790" y="106"/>
                  <a:pt x="787" y="93"/>
                </a:cubicBezTo>
                <a:cubicBezTo>
                  <a:pt x="854" y="93"/>
                  <a:pt x="854" y="93"/>
                  <a:pt x="854" y="93"/>
                </a:cubicBezTo>
                <a:cubicBezTo>
                  <a:pt x="854" y="91"/>
                  <a:pt x="854" y="88"/>
                  <a:pt x="854" y="86"/>
                </a:cubicBezTo>
                <a:cubicBezTo>
                  <a:pt x="854" y="59"/>
                  <a:pt x="839" y="34"/>
                  <a:pt x="807" y="34"/>
                </a:cubicBezTo>
                <a:close/>
                <a:moveTo>
                  <a:pt x="787" y="76"/>
                </a:moveTo>
                <a:cubicBezTo>
                  <a:pt x="789" y="64"/>
                  <a:pt x="796" y="56"/>
                  <a:pt x="807" y="56"/>
                </a:cubicBezTo>
                <a:cubicBezTo>
                  <a:pt x="819" y="56"/>
                  <a:pt x="826" y="64"/>
                  <a:pt x="828" y="76"/>
                </a:cubicBezTo>
                <a:lnTo>
                  <a:pt x="787" y="76"/>
                </a:lnTo>
                <a:close/>
                <a:moveTo>
                  <a:pt x="220" y="34"/>
                </a:moveTo>
                <a:cubicBezTo>
                  <a:pt x="207" y="34"/>
                  <a:pt x="197" y="39"/>
                  <a:pt x="189" y="49"/>
                </a:cubicBezTo>
                <a:cubicBezTo>
                  <a:pt x="184" y="40"/>
                  <a:pt x="174" y="34"/>
                  <a:pt x="161" y="34"/>
                </a:cubicBezTo>
                <a:cubicBezTo>
                  <a:pt x="148" y="34"/>
                  <a:pt x="139" y="41"/>
                  <a:pt x="133" y="50"/>
                </a:cubicBezTo>
                <a:cubicBezTo>
                  <a:pt x="133" y="36"/>
                  <a:pt x="133" y="36"/>
                  <a:pt x="133" y="36"/>
                </a:cubicBezTo>
                <a:cubicBezTo>
                  <a:pt x="106" y="36"/>
                  <a:pt x="106" y="36"/>
                  <a:pt x="106" y="36"/>
                </a:cubicBezTo>
                <a:cubicBezTo>
                  <a:pt x="106" y="132"/>
                  <a:pt x="106" y="132"/>
                  <a:pt x="106" y="132"/>
                </a:cubicBezTo>
                <a:cubicBezTo>
                  <a:pt x="133" y="132"/>
                  <a:pt x="133" y="132"/>
                  <a:pt x="133" y="132"/>
                </a:cubicBezTo>
                <a:cubicBezTo>
                  <a:pt x="133" y="78"/>
                  <a:pt x="133" y="78"/>
                  <a:pt x="133" y="78"/>
                </a:cubicBezTo>
                <a:cubicBezTo>
                  <a:pt x="133" y="65"/>
                  <a:pt x="139" y="59"/>
                  <a:pt x="150" y="59"/>
                </a:cubicBezTo>
                <a:cubicBezTo>
                  <a:pt x="160" y="59"/>
                  <a:pt x="166" y="65"/>
                  <a:pt x="166" y="78"/>
                </a:cubicBezTo>
                <a:cubicBezTo>
                  <a:pt x="166" y="132"/>
                  <a:pt x="166" y="132"/>
                  <a:pt x="166" y="132"/>
                </a:cubicBezTo>
                <a:cubicBezTo>
                  <a:pt x="193" y="132"/>
                  <a:pt x="193" y="132"/>
                  <a:pt x="193" y="132"/>
                </a:cubicBezTo>
                <a:cubicBezTo>
                  <a:pt x="193" y="78"/>
                  <a:pt x="193" y="78"/>
                  <a:pt x="193" y="78"/>
                </a:cubicBezTo>
                <a:cubicBezTo>
                  <a:pt x="193" y="65"/>
                  <a:pt x="199" y="59"/>
                  <a:pt x="209" y="59"/>
                </a:cubicBezTo>
                <a:cubicBezTo>
                  <a:pt x="220" y="59"/>
                  <a:pt x="225" y="65"/>
                  <a:pt x="225" y="78"/>
                </a:cubicBezTo>
                <a:cubicBezTo>
                  <a:pt x="225" y="132"/>
                  <a:pt x="225" y="132"/>
                  <a:pt x="225" y="132"/>
                </a:cubicBezTo>
                <a:cubicBezTo>
                  <a:pt x="253" y="132"/>
                  <a:pt x="253" y="132"/>
                  <a:pt x="253" y="132"/>
                </a:cubicBezTo>
                <a:cubicBezTo>
                  <a:pt x="253" y="69"/>
                  <a:pt x="253" y="69"/>
                  <a:pt x="253" y="69"/>
                </a:cubicBezTo>
                <a:cubicBezTo>
                  <a:pt x="253" y="46"/>
                  <a:pt x="240" y="34"/>
                  <a:pt x="220" y="34"/>
                </a:cubicBezTo>
                <a:close/>
                <a:moveTo>
                  <a:pt x="59" y="57"/>
                </a:moveTo>
                <a:cubicBezTo>
                  <a:pt x="38" y="51"/>
                  <a:pt x="32" y="49"/>
                  <a:pt x="32" y="40"/>
                </a:cubicBezTo>
                <a:cubicBezTo>
                  <a:pt x="32" y="40"/>
                  <a:pt x="32" y="40"/>
                  <a:pt x="32" y="40"/>
                </a:cubicBezTo>
                <a:cubicBezTo>
                  <a:pt x="32" y="34"/>
                  <a:pt x="38" y="29"/>
                  <a:pt x="48" y="29"/>
                </a:cubicBezTo>
                <a:cubicBezTo>
                  <a:pt x="59" y="29"/>
                  <a:pt x="70" y="34"/>
                  <a:pt x="81" y="41"/>
                </a:cubicBezTo>
                <a:cubicBezTo>
                  <a:pt x="95" y="21"/>
                  <a:pt x="95" y="21"/>
                  <a:pt x="95" y="21"/>
                </a:cubicBezTo>
                <a:cubicBezTo>
                  <a:pt x="83" y="10"/>
                  <a:pt x="67" y="5"/>
                  <a:pt x="49" y="5"/>
                </a:cubicBezTo>
                <a:cubicBezTo>
                  <a:pt x="23" y="5"/>
                  <a:pt x="5" y="20"/>
                  <a:pt x="5" y="43"/>
                </a:cubicBezTo>
                <a:cubicBezTo>
                  <a:pt x="5" y="43"/>
                  <a:pt x="5" y="43"/>
                  <a:pt x="5" y="43"/>
                </a:cubicBezTo>
                <a:cubicBezTo>
                  <a:pt x="5" y="68"/>
                  <a:pt x="21" y="75"/>
                  <a:pt x="46" y="81"/>
                </a:cubicBezTo>
                <a:cubicBezTo>
                  <a:pt x="67" y="87"/>
                  <a:pt x="72" y="90"/>
                  <a:pt x="72" y="97"/>
                </a:cubicBezTo>
                <a:cubicBezTo>
                  <a:pt x="72" y="98"/>
                  <a:pt x="72" y="98"/>
                  <a:pt x="72" y="98"/>
                </a:cubicBezTo>
                <a:cubicBezTo>
                  <a:pt x="72" y="105"/>
                  <a:pt x="65" y="109"/>
                  <a:pt x="54" y="109"/>
                </a:cubicBezTo>
                <a:cubicBezTo>
                  <a:pt x="39" y="109"/>
                  <a:pt x="27" y="104"/>
                  <a:pt x="16" y="94"/>
                </a:cubicBezTo>
                <a:cubicBezTo>
                  <a:pt x="0" y="114"/>
                  <a:pt x="0" y="114"/>
                  <a:pt x="0" y="114"/>
                </a:cubicBezTo>
                <a:cubicBezTo>
                  <a:pt x="15" y="127"/>
                  <a:pt x="34" y="134"/>
                  <a:pt x="53" y="134"/>
                </a:cubicBezTo>
                <a:cubicBezTo>
                  <a:pt x="80" y="134"/>
                  <a:pt x="99" y="120"/>
                  <a:pt x="99" y="95"/>
                </a:cubicBezTo>
                <a:cubicBezTo>
                  <a:pt x="99" y="95"/>
                  <a:pt x="99" y="95"/>
                  <a:pt x="99" y="95"/>
                </a:cubicBezTo>
                <a:cubicBezTo>
                  <a:pt x="99" y="73"/>
                  <a:pt x="85" y="63"/>
                  <a:pt x="59" y="57"/>
                </a:cubicBezTo>
                <a:close/>
                <a:moveTo>
                  <a:pt x="304" y="35"/>
                </a:moveTo>
                <a:cubicBezTo>
                  <a:pt x="287" y="35"/>
                  <a:pt x="277" y="38"/>
                  <a:pt x="266" y="43"/>
                </a:cubicBezTo>
                <a:cubicBezTo>
                  <a:pt x="273" y="63"/>
                  <a:pt x="273" y="63"/>
                  <a:pt x="273" y="63"/>
                </a:cubicBezTo>
                <a:cubicBezTo>
                  <a:pt x="282" y="60"/>
                  <a:pt x="289" y="58"/>
                  <a:pt x="300" y="58"/>
                </a:cubicBezTo>
                <a:cubicBezTo>
                  <a:pt x="313" y="58"/>
                  <a:pt x="320" y="64"/>
                  <a:pt x="320" y="76"/>
                </a:cubicBezTo>
                <a:cubicBezTo>
                  <a:pt x="320" y="77"/>
                  <a:pt x="320" y="77"/>
                  <a:pt x="320" y="77"/>
                </a:cubicBezTo>
                <a:cubicBezTo>
                  <a:pt x="314" y="75"/>
                  <a:pt x="307" y="73"/>
                  <a:pt x="297" y="73"/>
                </a:cubicBezTo>
                <a:cubicBezTo>
                  <a:pt x="274" y="73"/>
                  <a:pt x="258" y="83"/>
                  <a:pt x="258" y="104"/>
                </a:cubicBezTo>
                <a:cubicBezTo>
                  <a:pt x="258" y="104"/>
                  <a:pt x="258" y="104"/>
                  <a:pt x="258" y="104"/>
                </a:cubicBezTo>
                <a:cubicBezTo>
                  <a:pt x="258" y="123"/>
                  <a:pt x="273" y="134"/>
                  <a:pt x="291" y="134"/>
                </a:cubicBezTo>
                <a:cubicBezTo>
                  <a:pt x="304" y="134"/>
                  <a:pt x="314" y="129"/>
                  <a:pt x="320" y="122"/>
                </a:cubicBezTo>
                <a:cubicBezTo>
                  <a:pt x="320" y="132"/>
                  <a:pt x="320" y="132"/>
                  <a:pt x="320" y="132"/>
                </a:cubicBezTo>
                <a:cubicBezTo>
                  <a:pt x="347" y="132"/>
                  <a:pt x="347" y="132"/>
                  <a:pt x="347" y="132"/>
                </a:cubicBezTo>
                <a:cubicBezTo>
                  <a:pt x="347" y="76"/>
                  <a:pt x="347" y="76"/>
                  <a:pt x="347" y="76"/>
                </a:cubicBezTo>
                <a:cubicBezTo>
                  <a:pt x="347" y="63"/>
                  <a:pt x="343" y="53"/>
                  <a:pt x="336" y="46"/>
                </a:cubicBezTo>
                <a:cubicBezTo>
                  <a:pt x="329" y="39"/>
                  <a:pt x="319" y="35"/>
                  <a:pt x="304" y="35"/>
                </a:cubicBezTo>
                <a:close/>
                <a:moveTo>
                  <a:pt x="321" y="98"/>
                </a:moveTo>
                <a:cubicBezTo>
                  <a:pt x="321" y="108"/>
                  <a:pt x="312" y="115"/>
                  <a:pt x="299" y="115"/>
                </a:cubicBezTo>
                <a:cubicBezTo>
                  <a:pt x="291" y="115"/>
                  <a:pt x="285" y="111"/>
                  <a:pt x="285" y="103"/>
                </a:cubicBezTo>
                <a:cubicBezTo>
                  <a:pt x="285" y="103"/>
                  <a:pt x="285" y="103"/>
                  <a:pt x="285" y="103"/>
                </a:cubicBezTo>
                <a:cubicBezTo>
                  <a:pt x="285" y="94"/>
                  <a:pt x="292" y="90"/>
                  <a:pt x="303" y="90"/>
                </a:cubicBezTo>
                <a:cubicBezTo>
                  <a:pt x="310" y="90"/>
                  <a:pt x="316" y="91"/>
                  <a:pt x="321" y="93"/>
                </a:cubicBezTo>
                <a:lnTo>
                  <a:pt x="321" y="98"/>
                </a:lnTo>
                <a:close/>
                <a:moveTo>
                  <a:pt x="457" y="11"/>
                </a:moveTo>
                <a:cubicBezTo>
                  <a:pt x="429" y="11"/>
                  <a:pt x="429" y="11"/>
                  <a:pt x="429" y="11"/>
                </a:cubicBezTo>
                <a:cubicBezTo>
                  <a:pt x="429" y="36"/>
                  <a:pt x="429" y="36"/>
                  <a:pt x="429" y="36"/>
                </a:cubicBezTo>
                <a:cubicBezTo>
                  <a:pt x="418" y="36"/>
                  <a:pt x="418" y="36"/>
                  <a:pt x="418" y="36"/>
                </a:cubicBezTo>
                <a:cubicBezTo>
                  <a:pt x="418" y="59"/>
                  <a:pt x="418" y="59"/>
                  <a:pt x="418" y="59"/>
                </a:cubicBezTo>
                <a:cubicBezTo>
                  <a:pt x="429" y="59"/>
                  <a:pt x="429" y="59"/>
                  <a:pt x="429" y="59"/>
                </a:cubicBezTo>
                <a:cubicBezTo>
                  <a:pt x="429" y="105"/>
                  <a:pt x="429" y="105"/>
                  <a:pt x="429" y="105"/>
                </a:cubicBezTo>
                <a:cubicBezTo>
                  <a:pt x="429" y="127"/>
                  <a:pt x="441" y="134"/>
                  <a:pt x="457" y="134"/>
                </a:cubicBezTo>
                <a:cubicBezTo>
                  <a:pt x="466" y="134"/>
                  <a:pt x="473" y="132"/>
                  <a:pt x="479" y="128"/>
                </a:cubicBezTo>
                <a:cubicBezTo>
                  <a:pt x="479" y="106"/>
                  <a:pt x="479" y="106"/>
                  <a:pt x="479" y="106"/>
                </a:cubicBezTo>
                <a:cubicBezTo>
                  <a:pt x="475" y="108"/>
                  <a:pt x="470" y="110"/>
                  <a:pt x="465" y="110"/>
                </a:cubicBezTo>
                <a:cubicBezTo>
                  <a:pt x="459" y="110"/>
                  <a:pt x="457" y="107"/>
                  <a:pt x="457" y="100"/>
                </a:cubicBezTo>
                <a:cubicBezTo>
                  <a:pt x="457" y="59"/>
                  <a:pt x="457" y="59"/>
                  <a:pt x="457" y="59"/>
                </a:cubicBezTo>
                <a:cubicBezTo>
                  <a:pt x="479" y="59"/>
                  <a:pt x="479" y="59"/>
                  <a:pt x="479" y="59"/>
                </a:cubicBezTo>
                <a:cubicBezTo>
                  <a:pt x="479" y="36"/>
                  <a:pt x="479" y="36"/>
                  <a:pt x="479" y="36"/>
                </a:cubicBezTo>
                <a:cubicBezTo>
                  <a:pt x="457" y="36"/>
                  <a:pt x="457" y="36"/>
                  <a:pt x="457" y="36"/>
                </a:cubicBezTo>
                <a:lnTo>
                  <a:pt x="457" y="11"/>
                </a:lnTo>
                <a:close/>
                <a:moveTo>
                  <a:pt x="382" y="55"/>
                </a:moveTo>
                <a:cubicBezTo>
                  <a:pt x="382" y="36"/>
                  <a:pt x="382" y="36"/>
                  <a:pt x="382" y="36"/>
                </a:cubicBezTo>
                <a:cubicBezTo>
                  <a:pt x="354" y="36"/>
                  <a:pt x="354" y="36"/>
                  <a:pt x="354" y="36"/>
                </a:cubicBezTo>
                <a:cubicBezTo>
                  <a:pt x="354" y="132"/>
                  <a:pt x="354" y="132"/>
                  <a:pt x="354" y="132"/>
                </a:cubicBezTo>
                <a:cubicBezTo>
                  <a:pt x="382" y="132"/>
                  <a:pt x="382" y="132"/>
                  <a:pt x="382" y="132"/>
                </a:cubicBezTo>
                <a:cubicBezTo>
                  <a:pt x="382" y="97"/>
                  <a:pt x="382" y="97"/>
                  <a:pt x="382" y="97"/>
                </a:cubicBezTo>
                <a:cubicBezTo>
                  <a:pt x="382" y="74"/>
                  <a:pt x="393" y="63"/>
                  <a:pt x="411" y="63"/>
                </a:cubicBezTo>
                <a:cubicBezTo>
                  <a:pt x="412" y="63"/>
                  <a:pt x="412" y="63"/>
                  <a:pt x="412" y="63"/>
                </a:cubicBezTo>
                <a:cubicBezTo>
                  <a:pt x="412" y="34"/>
                  <a:pt x="412" y="34"/>
                  <a:pt x="412" y="34"/>
                </a:cubicBezTo>
                <a:cubicBezTo>
                  <a:pt x="396" y="33"/>
                  <a:pt x="387" y="42"/>
                  <a:pt x="382" y="55"/>
                </a:cubicBezTo>
                <a:close/>
                <a:moveTo>
                  <a:pt x="1335" y="34"/>
                </a:moveTo>
                <a:cubicBezTo>
                  <a:pt x="1305" y="34"/>
                  <a:pt x="1283" y="56"/>
                  <a:pt x="1283" y="84"/>
                </a:cubicBezTo>
                <a:cubicBezTo>
                  <a:pt x="1283" y="84"/>
                  <a:pt x="1283" y="84"/>
                  <a:pt x="1283" y="84"/>
                </a:cubicBezTo>
                <a:cubicBezTo>
                  <a:pt x="1283" y="112"/>
                  <a:pt x="1305" y="134"/>
                  <a:pt x="1335" y="134"/>
                </a:cubicBezTo>
                <a:cubicBezTo>
                  <a:pt x="1365" y="134"/>
                  <a:pt x="1387" y="112"/>
                  <a:pt x="1387" y="84"/>
                </a:cubicBezTo>
                <a:cubicBezTo>
                  <a:pt x="1387" y="84"/>
                  <a:pt x="1387" y="84"/>
                  <a:pt x="1387" y="84"/>
                </a:cubicBezTo>
                <a:cubicBezTo>
                  <a:pt x="1387" y="56"/>
                  <a:pt x="1365" y="34"/>
                  <a:pt x="1335" y="34"/>
                </a:cubicBezTo>
                <a:close/>
                <a:moveTo>
                  <a:pt x="1360" y="84"/>
                </a:moveTo>
                <a:cubicBezTo>
                  <a:pt x="1360" y="99"/>
                  <a:pt x="1351" y="111"/>
                  <a:pt x="1335" y="111"/>
                </a:cubicBezTo>
                <a:cubicBezTo>
                  <a:pt x="1320" y="111"/>
                  <a:pt x="1310" y="98"/>
                  <a:pt x="1310" y="84"/>
                </a:cubicBezTo>
                <a:cubicBezTo>
                  <a:pt x="1310" y="84"/>
                  <a:pt x="1310" y="84"/>
                  <a:pt x="1310" y="84"/>
                </a:cubicBezTo>
                <a:cubicBezTo>
                  <a:pt x="1310" y="70"/>
                  <a:pt x="1319" y="58"/>
                  <a:pt x="1335" y="58"/>
                </a:cubicBezTo>
                <a:cubicBezTo>
                  <a:pt x="1350" y="58"/>
                  <a:pt x="1360" y="70"/>
                  <a:pt x="1360" y="84"/>
                </a:cubicBezTo>
                <a:close/>
                <a:moveTo>
                  <a:pt x="1834" y="55"/>
                </a:moveTo>
                <a:cubicBezTo>
                  <a:pt x="1834" y="36"/>
                  <a:pt x="1834" y="36"/>
                  <a:pt x="1834" y="36"/>
                </a:cubicBezTo>
                <a:cubicBezTo>
                  <a:pt x="1807" y="36"/>
                  <a:pt x="1807" y="36"/>
                  <a:pt x="1807" y="36"/>
                </a:cubicBezTo>
                <a:cubicBezTo>
                  <a:pt x="1807" y="132"/>
                  <a:pt x="1807" y="132"/>
                  <a:pt x="1807" y="132"/>
                </a:cubicBezTo>
                <a:cubicBezTo>
                  <a:pt x="1834" y="132"/>
                  <a:pt x="1834" y="132"/>
                  <a:pt x="1834" y="132"/>
                </a:cubicBezTo>
                <a:cubicBezTo>
                  <a:pt x="1834" y="97"/>
                  <a:pt x="1834" y="97"/>
                  <a:pt x="1834" y="97"/>
                </a:cubicBezTo>
                <a:cubicBezTo>
                  <a:pt x="1834" y="74"/>
                  <a:pt x="1845" y="63"/>
                  <a:pt x="1863" y="63"/>
                </a:cubicBezTo>
                <a:cubicBezTo>
                  <a:pt x="1865" y="63"/>
                  <a:pt x="1865" y="63"/>
                  <a:pt x="1865" y="63"/>
                </a:cubicBezTo>
                <a:cubicBezTo>
                  <a:pt x="1865" y="34"/>
                  <a:pt x="1865" y="34"/>
                  <a:pt x="1865" y="34"/>
                </a:cubicBezTo>
                <a:cubicBezTo>
                  <a:pt x="1848" y="33"/>
                  <a:pt x="1839" y="42"/>
                  <a:pt x="1834" y="55"/>
                </a:cubicBezTo>
                <a:close/>
                <a:moveTo>
                  <a:pt x="1748" y="34"/>
                </a:moveTo>
                <a:cubicBezTo>
                  <a:pt x="1718" y="34"/>
                  <a:pt x="1696" y="56"/>
                  <a:pt x="1696" y="84"/>
                </a:cubicBezTo>
                <a:cubicBezTo>
                  <a:pt x="1696" y="84"/>
                  <a:pt x="1696" y="84"/>
                  <a:pt x="1696" y="84"/>
                </a:cubicBezTo>
                <a:cubicBezTo>
                  <a:pt x="1696" y="112"/>
                  <a:pt x="1718" y="134"/>
                  <a:pt x="1748" y="134"/>
                </a:cubicBezTo>
                <a:cubicBezTo>
                  <a:pt x="1778" y="134"/>
                  <a:pt x="1800" y="112"/>
                  <a:pt x="1800" y="84"/>
                </a:cubicBezTo>
                <a:cubicBezTo>
                  <a:pt x="1800" y="84"/>
                  <a:pt x="1800" y="84"/>
                  <a:pt x="1800" y="84"/>
                </a:cubicBezTo>
                <a:cubicBezTo>
                  <a:pt x="1800" y="56"/>
                  <a:pt x="1778" y="34"/>
                  <a:pt x="1748" y="34"/>
                </a:cubicBezTo>
                <a:close/>
                <a:moveTo>
                  <a:pt x="1773" y="84"/>
                </a:moveTo>
                <a:cubicBezTo>
                  <a:pt x="1773" y="99"/>
                  <a:pt x="1764" y="111"/>
                  <a:pt x="1748" y="111"/>
                </a:cubicBezTo>
                <a:cubicBezTo>
                  <a:pt x="1733" y="111"/>
                  <a:pt x="1723" y="98"/>
                  <a:pt x="1723" y="84"/>
                </a:cubicBezTo>
                <a:cubicBezTo>
                  <a:pt x="1723" y="84"/>
                  <a:pt x="1723" y="84"/>
                  <a:pt x="1723" y="84"/>
                </a:cubicBezTo>
                <a:cubicBezTo>
                  <a:pt x="1723" y="70"/>
                  <a:pt x="1732" y="58"/>
                  <a:pt x="1748" y="58"/>
                </a:cubicBezTo>
                <a:cubicBezTo>
                  <a:pt x="1763" y="58"/>
                  <a:pt x="1773" y="70"/>
                  <a:pt x="1773" y="84"/>
                </a:cubicBezTo>
                <a:close/>
                <a:moveTo>
                  <a:pt x="1465" y="48"/>
                </a:moveTo>
                <a:cubicBezTo>
                  <a:pt x="1458" y="40"/>
                  <a:pt x="1449" y="34"/>
                  <a:pt x="1434" y="34"/>
                </a:cubicBezTo>
                <a:cubicBezTo>
                  <a:pt x="1412" y="34"/>
                  <a:pt x="1391" y="50"/>
                  <a:pt x="1391" y="79"/>
                </a:cubicBezTo>
                <a:cubicBezTo>
                  <a:pt x="1391" y="79"/>
                  <a:pt x="1391" y="79"/>
                  <a:pt x="1391" y="79"/>
                </a:cubicBezTo>
                <a:cubicBezTo>
                  <a:pt x="1391" y="108"/>
                  <a:pt x="1412" y="124"/>
                  <a:pt x="1434" y="124"/>
                </a:cubicBezTo>
                <a:cubicBezTo>
                  <a:pt x="1448" y="124"/>
                  <a:pt x="1457" y="118"/>
                  <a:pt x="1465" y="109"/>
                </a:cubicBezTo>
                <a:cubicBezTo>
                  <a:pt x="1465" y="113"/>
                  <a:pt x="1465" y="113"/>
                  <a:pt x="1465" y="113"/>
                </a:cubicBezTo>
                <a:cubicBezTo>
                  <a:pt x="1465" y="130"/>
                  <a:pt x="1457" y="139"/>
                  <a:pt x="1438" y="139"/>
                </a:cubicBezTo>
                <a:cubicBezTo>
                  <a:pt x="1425" y="139"/>
                  <a:pt x="1415" y="136"/>
                  <a:pt x="1405" y="131"/>
                </a:cubicBezTo>
                <a:cubicBezTo>
                  <a:pt x="1396" y="151"/>
                  <a:pt x="1396" y="151"/>
                  <a:pt x="1396" y="151"/>
                </a:cubicBezTo>
                <a:cubicBezTo>
                  <a:pt x="1408" y="158"/>
                  <a:pt x="1423" y="161"/>
                  <a:pt x="1439" y="161"/>
                </a:cubicBezTo>
                <a:cubicBezTo>
                  <a:pt x="1457" y="161"/>
                  <a:pt x="1471" y="157"/>
                  <a:pt x="1480" y="148"/>
                </a:cubicBezTo>
                <a:cubicBezTo>
                  <a:pt x="1488" y="140"/>
                  <a:pt x="1492" y="128"/>
                  <a:pt x="1492" y="110"/>
                </a:cubicBezTo>
                <a:cubicBezTo>
                  <a:pt x="1492" y="36"/>
                  <a:pt x="1492" y="36"/>
                  <a:pt x="1492" y="36"/>
                </a:cubicBezTo>
                <a:cubicBezTo>
                  <a:pt x="1465" y="36"/>
                  <a:pt x="1465" y="36"/>
                  <a:pt x="1465" y="36"/>
                </a:cubicBezTo>
                <a:lnTo>
                  <a:pt x="1465" y="48"/>
                </a:lnTo>
                <a:close/>
                <a:moveTo>
                  <a:pt x="1465" y="79"/>
                </a:moveTo>
                <a:cubicBezTo>
                  <a:pt x="1465" y="92"/>
                  <a:pt x="1455" y="102"/>
                  <a:pt x="1442" y="102"/>
                </a:cubicBezTo>
                <a:cubicBezTo>
                  <a:pt x="1429" y="102"/>
                  <a:pt x="1419" y="93"/>
                  <a:pt x="1419" y="79"/>
                </a:cubicBezTo>
                <a:cubicBezTo>
                  <a:pt x="1419" y="79"/>
                  <a:pt x="1419" y="79"/>
                  <a:pt x="1419" y="79"/>
                </a:cubicBezTo>
                <a:cubicBezTo>
                  <a:pt x="1419" y="66"/>
                  <a:pt x="1429" y="57"/>
                  <a:pt x="1442" y="57"/>
                </a:cubicBezTo>
                <a:cubicBezTo>
                  <a:pt x="1455" y="57"/>
                  <a:pt x="1465" y="66"/>
                  <a:pt x="1465" y="79"/>
                </a:cubicBezTo>
                <a:close/>
                <a:moveTo>
                  <a:pt x="1697" y="37"/>
                </a:moveTo>
                <a:cubicBezTo>
                  <a:pt x="1675" y="37"/>
                  <a:pt x="1675" y="37"/>
                  <a:pt x="1675" y="37"/>
                </a:cubicBezTo>
                <a:cubicBezTo>
                  <a:pt x="1675" y="33"/>
                  <a:pt x="1675" y="33"/>
                  <a:pt x="1675" y="33"/>
                </a:cubicBezTo>
                <a:cubicBezTo>
                  <a:pt x="1675" y="26"/>
                  <a:pt x="1678" y="23"/>
                  <a:pt x="1684" y="23"/>
                </a:cubicBezTo>
                <a:cubicBezTo>
                  <a:pt x="1689" y="23"/>
                  <a:pt x="1693" y="24"/>
                  <a:pt x="1697" y="25"/>
                </a:cubicBezTo>
                <a:cubicBezTo>
                  <a:pt x="1697" y="2"/>
                  <a:pt x="1697" y="2"/>
                  <a:pt x="1697" y="2"/>
                </a:cubicBezTo>
                <a:cubicBezTo>
                  <a:pt x="1692" y="1"/>
                  <a:pt x="1686" y="0"/>
                  <a:pt x="1677" y="0"/>
                </a:cubicBezTo>
                <a:cubicBezTo>
                  <a:pt x="1668" y="0"/>
                  <a:pt x="1660" y="2"/>
                  <a:pt x="1655" y="7"/>
                </a:cubicBezTo>
                <a:cubicBezTo>
                  <a:pt x="1650" y="12"/>
                  <a:pt x="1648" y="20"/>
                  <a:pt x="1648" y="31"/>
                </a:cubicBezTo>
                <a:cubicBezTo>
                  <a:pt x="1648" y="37"/>
                  <a:pt x="1648" y="37"/>
                  <a:pt x="1648" y="37"/>
                </a:cubicBezTo>
                <a:cubicBezTo>
                  <a:pt x="1636" y="37"/>
                  <a:pt x="1636" y="37"/>
                  <a:pt x="1636" y="37"/>
                </a:cubicBezTo>
                <a:cubicBezTo>
                  <a:pt x="1636" y="59"/>
                  <a:pt x="1636" y="59"/>
                  <a:pt x="1636" y="59"/>
                </a:cubicBezTo>
                <a:cubicBezTo>
                  <a:pt x="1648" y="59"/>
                  <a:pt x="1648" y="59"/>
                  <a:pt x="1648" y="59"/>
                </a:cubicBezTo>
                <a:cubicBezTo>
                  <a:pt x="1648" y="132"/>
                  <a:pt x="1648" y="132"/>
                  <a:pt x="1648" y="132"/>
                </a:cubicBezTo>
                <a:cubicBezTo>
                  <a:pt x="1675" y="132"/>
                  <a:pt x="1675" y="132"/>
                  <a:pt x="1675" y="132"/>
                </a:cubicBezTo>
                <a:cubicBezTo>
                  <a:pt x="1675" y="59"/>
                  <a:pt x="1675" y="59"/>
                  <a:pt x="1675" y="59"/>
                </a:cubicBezTo>
                <a:cubicBezTo>
                  <a:pt x="1697" y="59"/>
                  <a:pt x="1697" y="59"/>
                  <a:pt x="1697" y="59"/>
                </a:cubicBezTo>
                <a:lnTo>
                  <a:pt x="1697" y="37"/>
                </a:lnTo>
                <a:close/>
                <a:moveTo>
                  <a:pt x="1548" y="101"/>
                </a:moveTo>
                <a:cubicBezTo>
                  <a:pt x="1526" y="36"/>
                  <a:pt x="1526" y="36"/>
                  <a:pt x="1526" y="36"/>
                </a:cubicBezTo>
                <a:cubicBezTo>
                  <a:pt x="1497" y="36"/>
                  <a:pt x="1497" y="36"/>
                  <a:pt x="1497" y="36"/>
                </a:cubicBezTo>
                <a:cubicBezTo>
                  <a:pt x="1535" y="132"/>
                  <a:pt x="1535" y="132"/>
                  <a:pt x="1535" y="132"/>
                </a:cubicBezTo>
                <a:cubicBezTo>
                  <a:pt x="1532" y="137"/>
                  <a:pt x="1530" y="139"/>
                  <a:pt x="1525" y="139"/>
                </a:cubicBezTo>
                <a:cubicBezTo>
                  <a:pt x="1521" y="139"/>
                  <a:pt x="1517" y="137"/>
                  <a:pt x="1513" y="135"/>
                </a:cubicBezTo>
                <a:cubicBezTo>
                  <a:pt x="1504" y="155"/>
                  <a:pt x="1504" y="155"/>
                  <a:pt x="1504" y="155"/>
                </a:cubicBezTo>
                <a:cubicBezTo>
                  <a:pt x="1511" y="159"/>
                  <a:pt x="1519" y="161"/>
                  <a:pt x="1528" y="161"/>
                </a:cubicBezTo>
                <a:cubicBezTo>
                  <a:pt x="1545" y="161"/>
                  <a:pt x="1553" y="154"/>
                  <a:pt x="1560" y="134"/>
                </a:cubicBezTo>
                <a:cubicBezTo>
                  <a:pt x="1597" y="36"/>
                  <a:pt x="1597" y="36"/>
                  <a:pt x="1597" y="36"/>
                </a:cubicBezTo>
                <a:cubicBezTo>
                  <a:pt x="1569" y="36"/>
                  <a:pt x="1569" y="36"/>
                  <a:pt x="1569" y="36"/>
                </a:cubicBezTo>
                <a:lnTo>
                  <a:pt x="1548" y="101"/>
                </a:lnTo>
                <a:close/>
                <a:moveTo>
                  <a:pt x="1008" y="34"/>
                </a:moveTo>
                <a:cubicBezTo>
                  <a:pt x="994" y="34"/>
                  <a:pt x="986" y="41"/>
                  <a:pt x="980" y="49"/>
                </a:cubicBezTo>
                <a:cubicBezTo>
                  <a:pt x="980" y="1"/>
                  <a:pt x="980" y="1"/>
                  <a:pt x="980" y="1"/>
                </a:cubicBezTo>
                <a:cubicBezTo>
                  <a:pt x="952" y="1"/>
                  <a:pt x="952" y="1"/>
                  <a:pt x="952" y="1"/>
                </a:cubicBezTo>
                <a:cubicBezTo>
                  <a:pt x="952" y="132"/>
                  <a:pt x="952" y="132"/>
                  <a:pt x="952" y="132"/>
                </a:cubicBezTo>
                <a:cubicBezTo>
                  <a:pt x="980" y="132"/>
                  <a:pt x="980" y="132"/>
                  <a:pt x="980" y="132"/>
                </a:cubicBezTo>
                <a:cubicBezTo>
                  <a:pt x="980" y="78"/>
                  <a:pt x="980" y="78"/>
                  <a:pt x="980" y="78"/>
                </a:cubicBezTo>
                <a:cubicBezTo>
                  <a:pt x="980" y="65"/>
                  <a:pt x="986" y="59"/>
                  <a:pt x="997" y="59"/>
                </a:cubicBezTo>
                <a:cubicBezTo>
                  <a:pt x="1007" y="59"/>
                  <a:pt x="1013" y="65"/>
                  <a:pt x="1013" y="78"/>
                </a:cubicBezTo>
                <a:cubicBezTo>
                  <a:pt x="1013" y="132"/>
                  <a:pt x="1013" y="132"/>
                  <a:pt x="1013" y="132"/>
                </a:cubicBezTo>
                <a:cubicBezTo>
                  <a:pt x="1040" y="132"/>
                  <a:pt x="1040" y="132"/>
                  <a:pt x="1040" y="132"/>
                </a:cubicBezTo>
                <a:cubicBezTo>
                  <a:pt x="1040" y="70"/>
                  <a:pt x="1040" y="70"/>
                  <a:pt x="1040" y="70"/>
                </a:cubicBezTo>
                <a:cubicBezTo>
                  <a:pt x="1040" y="48"/>
                  <a:pt x="1028" y="34"/>
                  <a:pt x="1008" y="34"/>
                </a:cubicBezTo>
                <a:close/>
                <a:moveTo>
                  <a:pt x="1250" y="132"/>
                </a:moveTo>
                <a:cubicBezTo>
                  <a:pt x="1278" y="132"/>
                  <a:pt x="1278" y="132"/>
                  <a:pt x="1278" y="132"/>
                </a:cubicBezTo>
                <a:cubicBezTo>
                  <a:pt x="1278" y="1"/>
                  <a:pt x="1278" y="1"/>
                  <a:pt x="1278" y="1"/>
                </a:cubicBezTo>
                <a:cubicBezTo>
                  <a:pt x="1250" y="1"/>
                  <a:pt x="1250" y="1"/>
                  <a:pt x="1250" y="1"/>
                </a:cubicBezTo>
                <a:lnTo>
                  <a:pt x="1250" y="132"/>
                </a:lnTo>
                <a:close/>
                <a:moveTo>
                  <a:pt x="1103" y="34"/>
                </a:moveTo>
                <a:cubicBezTo>
                  <a:pt x="1089" y="34"/>
                  <a:pt x="1081" y="41"/>
                  <a:pt x="1075" y="49"/>
                </a:cubicBezTo>
                <a:cubicBezTo>
                  <a:pt x="1075" y="36"/>
                  <a:pt x="1075" y="36"/>
                  <a:pt x="1075" y="36"/>
                </a:cubicBezTo>
                <a:cubicBezTo>
                  <a:pt x="1047" y="36"/>
                  <a:pt x="1047" y="36"/>
                  <a:pt x="1047" y="36"/>
                </a:cubicBezTo>
                <a:cubicBezTo>
                  <a:pt x="1047" y="132"/>
                  <a:pt x="1047" y="132"/>
                  <a:pt x="1047" y="132"/>
                </a:cubicBezTo>
                <a:cubicBezTo>
                  <a:pt x="1075" y="132"/>
                  <a:pt x="1075" y="132"/>
                  <a:pt x="1075" y="132"/>
                </a:cubicBezTo>
                <a:cubicBezTo>
                  <a:pt x="1075" y="78"/>
                  <a:pt x="1075" y="78"/>
                  <a:pt x="1075" y="78"/>
                </a:cubicBezTo>
                <a:cubicBezTo>
                  <a:pt x="1075" y="65"/>
                  <a:pt x="1081" y="59"/>
                  <a:pt x="1092" y="59"/>
                </a:cubicBezTo>
                <a:cubicBezTo>
                  <a:pt x="1102" y="59"/>
                  <a:pt x="1108" y="65"/>
                  <a:pt x="1108" y="78"/>
                </a:cubicBezTo>
                <a:cubicBezTo>
                  <a:pt x="1108" y="132"/>
                  <a:pt x="1108" y="132"/>
                  <a:pt x="1108" y="132"/>
                </a:cubicBezTo>
                <a:cubicBezTo>
                  <a:pt x="1135" y="132"/>
                  <a:pt x="1135" y="132"/>
                  <a:pt x="1135" y="132"/>
                </a:cubicBezTo>
                <a:cubicBezTo>
                  <a:pt x="1135" y="70"/>
                  <a:pt x="1135" y="70"/>
                  <a:pt x="1135" y="70"/>
                </a:cubicBezTo>
                <a:cubicBezTo>
                  <a:pt x="1135" y="48"/>
                  <a:pt x="1123" y="34"/>
                  <a:pt x="1103" y="34"/>
                </a:cubicBezTo>
                <a:close/>
                <a:moveTo>
                  <a:pt x="910" y="111"/>
                </a:moveTo>
                <a:cubicBezTo>
                  <a:pt x="895" y="111"/>
                  <a:pt x="885" y="99"/>
                  <a:pt x="885" y="84"/>
                </a:cubicBezTo>
                <a:cubicBezTo>
                  <a:pt x="885" y="84"/>
                  <a:pt x="885" y="84"/>
                  <a:pt x="885" y="84"/>
                </a:cubicBezTo>
                <a:cubicBezTo>
                  <a:pt x="885" y="70"/>
                  <a:pt x="895" y="58"/>
                  <a:pt x="909" y="58"/>
                </a:cubicBezTo>
                <a:cubicBezTo>
                  <a:pt x="918" y="58"/>
                  <a:pt x="925" y="62"/>
                  <a:pt x="931" y="68"/>
                </a:cubicBezTo>
                <a:cubicBezTo>
                  <a:pt x="947" y="50"/>
                  <a:pt x="947" y="50"/>
                  <a:pt x="947" y="50"/>
                </a:cubicBezTo>
                <a:cubicBezTo>
                  <a:pt x="938" y="40"/>
                  <a:pt x="927" y="34"/>
                  <a:pt x="909" y="34"/>
                </a:cubicBezTo>
                <a:cubicBezTo>
                  <a:pt x="880" y="34"/>
                  <a:pt x="859" y="57"/>
                  <a:pt x="859" y="84"/>
                </a:cubicBezTo>
                <a:cubicBezTo>
                  <a:pt x="859" y="84"/>
                  <a:pt x="859" y="84"/>
                  <a:pt x="859" y="84"/>
                </a:cubicBezTo>
                <a:cubicBezTo>
                  <a:pt x="859" y="112"/>
                  <a:pt x="880" y="134"/>
                  <a:pt x="909" y="134"/>
                </a:cubicBezTo>
                <a:cubicBezTo>
                  <a:pt x="928" y="134"/>
                  <a:pt x="939" y="127"/>
                  <a:pt x="948" y="117"/>
                </a:cubicBezTo>
                <a:cubicBezTo>
                  <a:pt x="932" y="100"/>
                  <a:pt x="932" y="100"/>
                  <a:pt x="932" y="100"/>
                </a:cubicBezTo>
                <a:cubicBezTo>
                  <a:pt x="925" y="107"/>
                  <a:pt x="919" y="111"/>
                  <a:pt x="910" y="111"/>
                </a:cubicBezTo>
                <a:close/>
                <a:moveTo>
                  <a:pt x="1945" y="35"/>
                </a:moveTo>
                <a:cubicBezTo>
                  <a:pt x="1929" y="35"/>
                  <a:pt x="1918" y="38"/>
                  <a:pt x="1908" y="42"/>
                </a:cubicBezTo>
                <a:cubicBezTo>
                  <a:pt x="1915" y="63"/>
                  <a:pt x="1915" y="63"/>
                  <a:pt x="1915" y="63"/>
                </a:cubicBezTo>
                <a:cubicBezTo>
                  <a:pt x="1923" y="60"/>
                  <a:pt x="1931" y="58"/>
                  <a:pt x="1941" y="58"/>
                </a:cubicBezTo>
                <a:cubicBezTo>
                  <a:pt x="1955" y="58"/>
                  <a:pt x="1962" y="64"/>
                  <a:pt x="1962" y="76"/>
                </a:cubicBezTo>
                <a:cubicBezTo>
                  <a:pt x="1962" y="77"/>
                  <a:pt x="1962" y="77"/>
                  <a:pt x="1962" y="77"/>
                </a:cubicBezTo>
                <a:cubicBezTo>
                  <a:pt x="1955" y="75"/>
                  <a:pt x="1948" y="73"/>
                  <a:pt x="1938" y="73"/>
                </a:cubicBezTo>
                <a:cubicBezTo>
                  <a:pt x="1915" y="73"/>
                  <a:pt x="1899" y="83"/>
                  <a:pt x="1899" y="104"/>
                </a:cubicBezTo>
                <a:cubicBezTo>
                  <a:pt x="1899" y="104"/>
                  <a:pt x="1899" y="104"/>
                  <a:pt x="1899" y="104"/>
                </a:cubicBezTo>
                <a:cubicBezTo>
                  <a:pt x="1899" y="123"/>
                  <a:pt x="1914" y="134"/>
                  <a:pt x="1932" y="134"/>
                </a:cubicBezTo>
                <a:cubicBezTo>
                  <a:pt x="1946" y="134"/>
                  <a:pt x="1955" y="129"/>
                  <a:pt x="1962" y="122"/>
                </a:cubicBezTo>
                <a:cubicBezTo>
                  <a:pt x="1962" y="132"/>
                  <a:pt x="1962" y="132"/>
                  <a:pt x="1962" y="132"/>
                </a:cubicBezTo>
                <a:cubicBezTo>
                  <a:pt x="1988" y="132"/>
                  <a:pt x="1988" y="132"/>
                  <a:pt x="1988" y="132"/>
                </a:cubicBezTo>
                <a:cubicBezTo>
                  <a:pt x="1988" y="76"/>
                  <a:pt x="1988" y="76"/>
                  <a:pt x="1988" y="76"/>
                </a:cubicBezTo>
                <a:cubicBezTo>
                  <a:pt x="1988" y="63"/>
                  <a:pt x="1985" y="53"/>
                  <a:pt x="1978" y="46"/>
                </a:cubicBezTo>
                <a:cubicBezTo>
                  <a:pt x="1971" y="39"/>
                  <a:pt x="1960" y="35"/>
                  <a:pt x="1945" y="35"/>
                </a:cubicBezTo>
                <a:close/>
                <a:moveTo>
                  <a:pt x="1962" y="98"/>
                </a:moveTo>
                <a:cubicBezTo>
                  <a:pt x="1962" y="108"/>
                  <a:pt x="1953" y="115"/>
                  <a:pt x="1941" y="115"/>
                </a:cubicBezTo>
                <a:cubicBezTo>
                  <a:pt x="1932" y="115"/>
                  <a:pt x="1926" y="111"/>
                  <a:pt x="1926" y="103"/>
                </a:cubicBezTo>
                <a:cubicBezTo>
                  <a:pt x="1926" y="103"/>
                  <a:pt x="1926" y="103"/>
                  <a:pt x="1926" y="103"/>
                </a:cubicBezTo>
                <a:cubicBezTo>
                  <a:pt x="1926" y="94"/>
                  <a:pt x="1933" y="90"/>
                  <a:pt x="1945" y="90"/>
                </a:cubicBezTo>
                <a:cubicBezTo>
                  <a:pt x="1951" y="90"/>
                  <a:pt x="1957" y="91"/>
                  <a:pt x="1962" y="93"/>
                </a:cubicBezTo>
                <a:lnTo>
                  <a:pt x="1962" y="98"/>
                </a:lnTo>
                <a:close/>
                <a:moveTo>
                  <a:pt x="1193" y="34"/>
                </a:moveTo>
                <a:cubicBezTo>
                  <a:pt x="1163" y="34"/>
                  <a:pt x="1141" y="56"/>
                  <a:pt x="1141" y="84"/>
                </a:cubicBezTo>
                <a:cubicBezTo>
                  <a:pt x="1141" y="84"/>
                  <a:pt x="1141" y="84"/>
                  <a:pt x="1141" y="84"/>
                </a:cubicBezTo>
                <a:cubicBezTo>
                  <a:pt x="1141" y="112"/>
                  <a:pt x="1163" y="134"/>
                  <a:pt x="1193" y="134"/>
                </a:cubicBezTo>
                <a:cubicBezTo>
                  <a:pt x="1223" y="134"/>
                  <a:pt x="1245" y="112"/>
                  <a:pt x="1245" y="84"/>
                </a:cubicBezTo>
                <a:cubicBezTo>
                  <a:pt x="1245" y="84"/>
                  <a:pt x="1245" y="84"/>
                  <a:pt x="1245" y="84"/>
                </a:cubicBezTo>
                <a:cubicBezTo>
                  <a:pt x="1245" y="56"/>
                  <a:pt x="1223" y="34"/>
                  <a:pt x="1193" y="34"/>
                </a:cubicBezTo>
                <a:close/>
                <a:moveTo>
                  <a:pt x="1218" y="84"/>
                </a:moveTo>
                <a:cubicBezTo>
                  <a:pt x="1218" y="99"/>
                  <a:pt x="1209" y="111"/>
                  <a:pt x="1193" y="111"/>
                </a:cubicBezTo>
                <a:cubicBezTo>
                  <a:pt x="1178" y="111"/>
                  <a:pt x="1168" y="98"/>
                  <a:pt x="1168" y="84"/>
                </a:cubicBezTo>
                <a:cubicBezTo>
                  <a:pt x="1168" y="84"/>
                  <a:pt x="1168" y="84"/>
                  <a:pt x="1168" y="84"/>
                </a:cubicBezTo>
                <a:cubicBezTo>
                  <a:pt x="1168" y="70"/>
                  <a:pt x="1177" y="58"/>
                  <a:pt x="1193" y="58"/>
                </a:cubicBezTo>
                <a:cubicBezTo>
                  <a:pt x="1208" y="58"/>
                  <a:pt x="1218" y="70"/>
                  <a:pt x="1218" y="84"/>
                </a:cubicBezTo>
                <a:close/>
              </a:path>
            </a:pathLst>
          </a:custGeom>
          <a:solidFill>
            <a:schemeClr val="bg1"/>
          </a:solidFill>
          <a:ln>
            <a:noFill/>
          </a:ln>
        </p:spPr>
        <p:txBody>
          <a:bodyPr vert="horz" wrap="square" lIns="68598" tIns="34299" rIns="68598" bIns="34299" numCol="1" anchor="t" anchorCtr="0" compatLnSpc="1">
            <a:prstTxWarp prst="textNoShape">
              <a:avLst/>
            </a:prstTxWarp>
          </a:bodyPr>
          <a:lstStyle/>
          <a:p>
            <a:endParaRPr lang="en-US" sz="1350"/>
          </a:p>
        </p:txBody>
      </p:sp>
      <p:sp>
        <p:nvSpPr>
          <p:cNvPr id="82" name="TextBox 81">
            <a:extLst>
              <a:ext uri="{FF2B5EF4-FFF2-40B4-BE49-F238E27FC236}">
                <a16:creationId xmlns:a16="http://schemas.microsoft.com/office/drawing/2014/main" id="{D0375F64-E651-1A0A-ABF1-9C38BA663F9F}"/>
              </a:ext>
            </a:extLst>
          </p:cNvPr>
          <p:cNvSpPr txBox="1"/>
          <p:nvPr userDrawn="1"/>
        </p:nvSpPr>
        <p:spPr>
          <a:xfrm>
            <a:off x="562897" y="6401580"/>
            <a:ext cx="3086904" cy="115416"/>
          </a:xfrm>
          <a:prstGeom prst="rect">
            <a:avLst/>
          </a:prstGeom>
          <a:noFill/>
        </p:spPr>
        <p:txBody>
          <a:bodyPr wrap="square" lIns="0" tIns="0" rIns="0" bIns="0" rtlCol="0">
            <a:spAutoFit/>
          </a:bodyPr>
          <a:lstStyle/>
          <a:p>
            <a:r>
              <a:rPr lang="en-US" sz="750" dirty="0">
                <a:solidFill>
                  <a:schemeClr val="bg1"/>
                </a:solidFill>
                <a:latin typeface="Arial" pitchFamily="34" charset="0"/>
                <a:cs typeface="Arial" pitchFamily="34" charset="0"/>
              </a:rPr>
              <a:t>2023 Lenovo Internal. All rights reserved.</a:t>
            </a:r>
          </a:p>
        </p:txBody>
      </p:sp>
    </p:spTree>
    <p:extLst>
      <p:ext uri="{BB962C8B-B14F-4D97-AF65-F5344CB8AC3E}">
        <p14:creationId xmlns:p14="http://schemas.microsoft.com/office/powerpoint/2010/main" val="138464811"/>
      </p:ext>
    </p:extLst>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Slide_Black_Alt">
    <p:bg>
      <p:bgPr>
        <a:solidFill>
          <a:schemeClr val="tx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3A0DD018-EAF2-48F3-ABFD-828A5E37FEA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72"/>
            <a:ext cx="9144000" cy="6857929"/>
          </a:xfrm>
          <a:prstGeom prst="rect">
            <a:avLst/>
          </a:prstGeom>
        </p:spPr>
      </p:pic>
      <p:sp>
        <p:nvSpPr>
          <p:cNvPr id="56" name="Title 16"/>
          <p:cNvSpPr>
            <a:spLocks noGrp="1"/>
          </p:cNvSpPr>
          <p:nvPr userDrawn="1">
            <p:ph type="title" hasCustomPrompt="1"/>
          </p:nvPr>
        </p:nvSpPr>
        <p:spPr bwMode="gray">
          <a:xfrm>
            <a:off x="562897" y="1524000"/>
            <a:ext cx="7436008" cy="3273368"/>
          </a:xfrm>
          <a:prstGeom prst="rect">
            <a:avLst/>
          </a:prstGeom>
        </p:spPr>
        <p:txBody>
          <a:bodyPr lIns="0" tIns="0" rIns="121899" bIns="0" anchor="b" anchorCtr="0"/>
          <a:lstStyle>
            <a:lvl1pPr marL="0" algn="l" defTabSz="914484" rtl="0" eaLnBrk="1" latinLnBrk="0" hangingPunct="1">
              <a:lnSpc>
                <a:spcPct val="75000"/>
              </a:lnSpc>
              <a:spcBef>
                <a:spcPct val="0"/>
              </a:spcBef>
              <a:buNone/>
              <a:defRPr lang="en-US" sz="6002" b="1" kern="1200" cap="none" spc="-113" baseline="0" dirty="0">
                <a:solidFill>
                  <a:schemeClr val="bg1"/>
                </a:solidFill>
                <a:latin typeface="Arial" pitchFamily="34" charset="0"/>
                <a:ea typeface="+mn-ea"/>
                <a:cs typeface="Arial" pitchFamily="34" charset="0"/>
              </a:defRPr>
            </a:lvl1pPr>
          </a:lstStyle>
          <a:p>
            <a:r>
              <a:rPr lang="en-US" dirty="0"/>
              <a:t>Lenovo expanded presentation template</a:t>
            </a:r>
          </a:p>
        </p:txBody>
      </p:sp>
      <p:sp>
        <p:nvSpPr>
          <p:cNvPr id="55" name="Subtitle 2"/>
          <p:cNvSpPr>
            <a:spLocks noGrp="1"/>
          </p:cNvSpPr>
          <p:nvPr userDrawn="1">
            <p:ph type="subTitle" idx="1" hasCustomPrompt="1"/>
          </p:nvPr>
        </p:nvSpPr>
        <p:spPr bwMode="gray">
          <a:xfrm>
            <a:off x="570459" y="5046115"/>
            <a:ext cx="7436008" cy="356616"/>
          </a:xfrm>
          <a:prstGeom prst="rect">
            <a:avLst/>
          </a:prstGeom>
        </p:spPr>
        <p:txBody>
          <a:bodyPr lIns="0" tIns="0" rIns="0" bIns="0" anchor="t" anchorCtr="0"/>
          <a:lstStyle>
            <a:lvl1pPr marL="0" indent="0" algn="l" defTabSz="914484" rtl="0" eaLnBrk="1" latinLnBrk="0" hangingPunct="1">
              <a:lnSpc>
                <a:spcPct val="90000"/>
              </a:lnSpc>
              <a:spcBef>
                <a:spcPct val="0"/>
              </a:spcBef>
              <a:buNone/>
              <a:defRPr lang="en-US" sz="1951" b="0" kern="1200" cap="none" spc="0" baseline="0" dirty="0">
                <a:solidFill>
                  <a:schemeClr val="bg1"/>
                </a:solidFill>
                <a:latin typeface="Arial" pitchFamily="34" charset="0"/>
                <a:ea typeface="+mn-ea"/>
                <a:cs typeface="Arial" pitchFamily="34" charset="0"/>
              </a:defRPr>
            </a:lvl1pPr>
            <a:lvl2pPr marL="457242" indent="0" algn="ctr">
              <a:buNone/>
              <a:defRPr>
                <a:solidFill>
                  <a:schemeClr val="tx1">
                    <a:tint val="75000"/>
                  </a:schemeClr>
                </a:solidFill>
              </a:defRPr>
            </a:lvl2pPr>
            <a:lvl3pPr marL="914484" indent="0" algn="ctr">
              <a:buNone/>
              <a:defRPr>
                <a:solidFill>
                  <a:schemeClr val="tx1">
                    <a:tint val="75000"/>
                  </a:schemeClr>
                </a:solidFill>
              </a:defRPr>
            </a:lvl3pPr>
            <a:lvl4pPr marL="1371726" indent="0" algn="ctr">
              <a:buNone/>
              <a:defRPr>
                <a:solidFill>
                  <a:schemeClr val="tx1">
                    <a:tint val="75000"/>
                  </a:schemeClr>
                </a:solidFill>
              </a:defRPr>
            </a:lvl4pPr>
            <a:lvl5pPr marL="1828967" indent="0" algn="ctr">
              <a:buNone/>
              <a:defRPr>
                <a:solidFill>
                  <a:schemeClr val="tx1">
                    <a:tint val="75000"/>
                  </a:schemeClr>
                </a:solidFill>
              </a:defRPr>
            </a:lvl5pPr>
            <a:lvl6pPr marL="2286210" indent="0" algn="ctr">
              <a:buNone/>
              <a:defRPr>
                <a:solidFill>
                  <a:schemeClr val="tx1">
                    <a:tint val="75000"/>
                  </a:schemeClr>
                </a:solidFill>
              </a:defRPr>
            </a:lvl6pPr>
            <a:lvl7pPr marL="2743451" indent="0" algn="ctr">
              <a:buNone/>
              <a:defRPr>
                <a:solidFill>
                  <a:schemeClr val="tx1">
                    <a:tint val="75000"/>
                  </a:schemeClr>
                </a:solidFill>
              </a:defRPr>
            </a:lvl7pPr>
            <a:lvl8pPr marL="3200693" indent="0" algn="ctr">
              <a:buNone/>
              <a:defRPr>
                <a:solidFill>
                  <a:schemeClr val="tx1">
                    <a:tint val="75000"/>
                  </a:schemeClr>
                </a:solidFill>
              </a:defRPr>
            </a:lvl8pPr>
            <a:lvl9pPr marL="3657935" indent="0" algn="ctr">
              <a:buNone/>
              <a:defRPr>
                <a:solidFill>
                  <a:schemeClr val="tx1">
                    <a:tint val="75000"/>
                  </a:schemeClr>
                </a:solidFill>
              </a:defRPr>
            </a:lvl9pPr>
          </a:lstStyle>
          <a:p>
            <a:r>
              <a:rPr lang="en-US" dirty="0"/>
              <a:t>Speaker Name | Date</a:t>
            </a:r>
          </a:p>
        </p:txBody>
      </p:sp>
      <p:grpSp>
        <p:nvGrpSpPr>
          <p:cNvPr id="68" name="Group 67">
            <a:extLst>
              <a:ext uri="{FF2B5EF4-FFF2-40B4-BE49-F238E27FC236}">
                <a16:creationId xmlns:a16="http://schemas.microsoft.com/office/drawing/2014/main" id="{C178D7C6-5801-6B30-A6A7-963788E95D85}"/>
              </a:ext>
            </a:extLst>
          </p:cNvPr>
          <p:cNvGrpSpPr>
            <a:grpSpLocks noChangeAspect="1"/>
          </p:cNvGrpSpPr>
          <p:nvPr userDrawn="1"/>
        </p:nvGrpSpPr>
        <p:grpSpPr>
          <a:xfrm rot="16200000">
            <a:off x="7232203" y="2670363"/>
            <a:ext cx="3058160" cy="765435"/>
            <a:chOff x="547688" y="952500"/>
            <a:chExt cx="12190413" cy="4067175"/>
          </a:xfrm>
        </p:grpSpPr>
        <p:sp>
          <p:nvSpPr>
            <p:cNvPr id="69" name="Rectangle 68">
              <a:extLst>
                <a:ext uri="{FF2B5EF4-FFF2-40B4-BE49-F238E27FC236}">
                  <a16:creationId xmlns:a16="http://schemas.microsoft.com/office/drawing/2014/main" id="{69E9C34A-28EF-207E-149B-9EBED2862D65}"/>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0" name="Freeform 7">
              <a:extLst>
                <a:ext uri="{FF2B5EF4-FFF2-40B4-BE49-F238E27FC236}">
                  <a16:creationId xmlns:a16="http://schemas.microsoft.com/office/drawing/2014/main" id="{158C3A6B-F5BB-E37E-DB3D-C1ABEA07F210}"/>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1" name="Freeform 8">
              <a:extLst>
                <a:ext uri="{FF2B5EF4-FFF2-40B4-BE49-F238E27FC236}">
                  <a16:creationId xmlns:a16="http://schemas.microsoft.com/office/drawing/2014/main" id="{A56AE87F-217D-4207-F227-987A2E7FEBFA}"/>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2" name="Freeform 9">
              <a:extLst>
                <a:ext uri="{FF2B5EF4-FFF2-40B4-BE49-F238E27FC236}">
                  <a16:creationId xmlns:a16="http://schemas.microsoft.com/office/drawing/2014/main" id="{D65BCC2D-74A9-8E37-6BBC-33B74966DAC1}"/>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3" name="Freeform 10">
              <a:extLst>
                <a:ext uri="{FF2B5EF4-FFF2-40B4-BE49-F238E27FC236}">
                  <a16:creationId xmlns:a16="http://schemas.microsoft.com/office/drawing/2014/main" id="{BA8558ED-E4BF-D888-EF3B-A311AFE8C47C}"/>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4" name="Freeform 10">
              <a:extLst>
                <a:ext uri="{FF2B5EF4-FFF2-40B4-BE49-F238E27FC236}">
                  <a16:creationId xmlns:a16="http://schemas.microsoft.com/office/drawing/2014/main" id="{AFF1776F-9DBA-D51E-8F71-E1FB30D76794}"/>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5" name="Freeform 11">
              <a:extLst>
                <a:ext uri="{FF2B5EF4-FFF2-40B4-BE49-F238E27FC236}">
                  <a16:creationId xmlns:a16="http://schemas.microsoft.com/office/drawing/2014/main" id="{820D6E3B-9704-EBDF-9D0D-A571A36CBC77}"/>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
        <p:nvSpPr>
          <p:cNvPr id="76" name="Freeform 5">
            <a:extLst>
              <a:ext uri="{FF2B5EF4-FFF2-40B4-BE49-F238E27FC236}">
                <a16:creationId xmlns:a16="http://schemas.microsoft.com/office/drawing/2014/main" id="{C002511A-253F-7F55-6C4F-3D51611D3CBF}"/>
              </a:ext>
            </a:extLst>
          </p:cNvPr>
          <p:cNvSpPr>
            <a:spLocks noChangeAspect="1" noEditPoints="1"/>
          </p:cNvSpPr>
          <p:nvPr userDrawn="1"/>
        </p:nvSpPr>
        <p:spPr bwMode="auto">
          <a:xfrm>
            <a:off x="562897" y="762000"/>
            <a:ext cx="2956568" cy="312470"/>
          </a:xfrm>
          <a:custGeom>
            <a:avLst/>
            <a:gdLst>
              <a:gd name="T0" fmla="*/ 557 w 2065"/>
              <a:gd name="T1" fmla="*/ 102 h 161"/>
              <a:gd name="T2" fmla="*/ 510 w 2065"/>
              <a:gd name="T3" fmla="*/ 76 h 161"/>
              <a:gd name="T4" fmla="*/ 583 w 2065"/>
              <a:gd name="T5" fmla="*/ 36 h 161"/>
              <a:gd name="T6" fmla="*/ 641 w 2065"/>
              <a:gd name="T7" fmla="*/ 34 h 161"/>
              <a:gd name="T8" fmla="*/ 2038 w 2065"/>
              <a:gd name="T9" fmla="*/ 1 h 161"/>
              <a:gd name="T10" fmla="*/ 706 w 2065"/>
              <a:gd name="T11" fmla="*/ 59 h 161"/>
              <a:gd name="T12" fmla="*/ 733 w 2065"/>
              <a:gd name="T13" fmla="*/ 100 h 161"/>
              <a:gd name="T14" fmla="*/ 1999 w 2065"/>
              <a:gd name="T15" fmla="*/ 132 h 161"/>
              <a:gd name="T16" fmla="*/ 760 w 2065"/>
              <a:gd name="T17" fmla="*/ 84 h 161"/>
              <a:gd name="T18" fmla="*/ 787 w 2065"/>
              <a:gd name="T19" fmla="*/ 93 h 161"/>
              <a:gd name="T20" fmla="*/ 828 w 2065"/>
              <a:gd name="T21" fmla="*/ 76 h 161"/>
              <a:gd name="T22" fmla="*/ 133 w 2065"/>
              <a:gd name="T23" fmla="*/ 36 h 161"/>
              <a:gd name="T24" fmla="*/ 166 w 2065"/>
              <a:gd name="T25" fmla="*/ 78 h 161"/>
              <a:gd name="T26" fmla="*/ 225 w 2065"/>
              <a:gd name="T27" fmla="*/ 132 h 161"/>
              <a:gd name="T28" fmla="*/ 32 w 2065"/>
              <a:gd name="T29" fmla="*/ 40 h 161"/>
              <a:gd name="T30" fmla="*/ 5 w 2065"/>
              <a:gd name="T31" fmla="*/ 43 h 161"/>
              <a:gd name="T32" fmla="*/ 0 w 2065"/>
              <a:gd name="T33" fmla="*/ 114 h 161"/>
              <a:gd name="T34" fmla="*/ 266 w 2065"/>
              <a:gd name="T35" fmla="*/ 43 h 161"/>
              <a:gd name="T36" fmla="*/ 258 w 2065"/>
              <a:gd name="T37" fmla="*/ 104 h 161"/>
              <a:gd name="T38" fmla="*/ 347 w 2065"/>
              <a:gd name="T39" fmla="*/ 76 h 161"/>
              <a:gd name="T40" fmla="*/ 285 w 2065"/>
              <a:gd name="T41" fmla="*/ 103 h 161"/>
              <a:gd name="T42" fmla="*/ 429 w 2065"/>
              <a:gd name="T43" fmla="*/ 36 h 161"/>
              <a:gd name="T44" fmla="*/ 479 w 2065"/>
              <a:gd name="T45" fmla="*/ 128 h 161"/>
              <a:gd name="T46" fmla="*/ 479 w 2065"/>
              <a:gd name="T47" fmla="*/ 36 h 161"/>
              <a:gd name="T48" fmla="*/ 354 w 2065"/>
              <a:gd name="T49" fmla="*/ 132 h 161"/>
              <a:gd name="T50" fmla="*/ 382 w 2065"/>
              <a:gd name="T51" fmla="*/ 55 h 161"/>
              <a:gd name="T52" fmla="*/ 1387 w 2065"/>
              <a:gd name="T53" fmla="*/ 84 h 161"/>
              <a:gd name="T54" fmla="*/ 1335 w 2065"/>
              <a:gd name="T55" fmla="*/ 58 h 161"/>
              <a:gd name="T56" fmla="*/ 1834 w 2065"/>
              <a:gd name="T57" fmla="*/ 132 h 161"/>
              <a:gd name="T58" fmla="*/ 1748 w 2065"/>
              <a:gd name="T59" fmla="*/ 34 h 161"/>
              <a:gd name="T60" fmla="*/ 1748 w 2065"/>
              <a:gd name="T61" fmla="*/ 34 h 161"/>
              <a:gd name="T62" fmla="*/ 1773 w 2065"/>
              <a:gd name="T63" fmla="*/ 84 h 161"/>
              <a:gd name="T64" fmla="*/ 1465 w 2065"/>
              <a:gd name="T65" fmla="*/ 109 h 161"/>
              <a:gd name="T66" fmla="*/ 1480 w 2065"/>
              <a:gd name="T67" fmla="*/ 148 h 161"/>
              <a:gd name="T68" fmla="*/ 1442 w 2065"/>
              <a:gd name="T69" fmla="*/ 102 h 161"/>
              <a:gd name="T70" fmla="*/ 1675 w 2065"/>
              <a:gd name="T71" fmla="*/ 37 h 161"/>
              <a:gd name="T72" fmla="*/ 1655 w 2065"/>
              <a:gd name="T73" fmla="*/ 7 h 161"/>
              <a:gd name="T74" fmla="*/ 1648 w 2065"/>
              <a:gd name="T75" fmla="*/ 132 h 161"/>
              <a:gd name="T76" fmla="*/ 1526 w 2065"/>
              <a:gd name="T77" fmla="*/ 36 h 161"/>
              <a:gd name="T78" fmla="*/ 1528 w 2065"/>
              <a:gd name="T79" fmla="*/ 161 h 161"/>
              <a:gd name="T80" fmla="*/ 980 w 2065"/>
              <a:gd name="T81" fmla="*/ 49 h 161"/>
              <a:gd name="T82" fmla="*/ 997 w 2065"/>
              <a:gd name="T83" fmla="*/ 59 h 161"/>
              <a:gd name="T84" fmla="*/ 1250 w 2065"/>
              <a:gd name="T85" fmla="*/ 132 h 161"/>
              <a:gd name="T86" fmla="*/ 1075 w 2065"/>
              <a:gd name="T87" fmla="*/ 49 h 161"/>
              <a:gd name="T88" fmla="*/ 1092 w 2065"/>
              <a:gd name="T89" fmla="*/ 59 h 161"/>
              <a:gd name="T90" fmla="*/ 910 w 2065"/>
              <a:gd name="T91" fmla="*/ 111 h 161"/>
              <a:gd name="T92" fmla="*/ 909 w 2065"/>
              <a:gd name="T93" fmla="*/ 34 h 161"/>
              <a:gd name="T94" fmla="*/ 910 w 2065"/>
              <a:gd name="T95" fmla="*/ 111 h 161"/>
              <a:gd name="T96" fmla="*/ 1962 w 2065"/>
              <a:gd name="T97" fmla="*/ 77 h 161"/>
              <a:gd name="T98" fmla="*/ 1962 w 2065"/>
              <a:gd name="T99" fmla="*/ 132 h 161"/>
              <a:gd name="T100" fmla="*/ 1941 w 2065"/>
              <a:gd name="T101" fmla="*/ 115 h 161"/>
              <a:gd name="T102" fmla="*/ 1193 w 2065"/>
              <a:gd name="T103" fmla="*/ 34 h 161"/>
              <a:gd name="T104" fmla="*/ 1193 w 2065"/>
              <a:gd name="T105" fmla="*/ 34 h 161"/>
              <a:gd name="T106" fmla="*/ 1218 w 2065"/>
              <a:gd name="T107" fmla="*/ 8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65" h="161">
                <a:moveTo>
                  <a:pt x="530" y="34"/>
                </a:moveTo>
                <a:cubicBezTo>
                  <a:pt x="502" y="34"/>
                  <a:pt x="483" y="57"/>
                  <a:pt x="483" y="84"/>
                </a:cubicBezTo>
                <a:cubicBezTo>
                  <a:pt x="483" y="84"/>
                  <a:pt x="483" y="84"/>
                  <a:pt x="483" y="84"/>
                </a:cubicBezTo>
                <a:cubicBezTo>
                  <a:pt x="483" y="114"/>
                  <a:pt x="504" y="134"/>
                  <a:pt x="533" y="134"/>
                </a:cubicBezTo>
                <a:cubicBezTo>
                  <a:pt x="551" y="134"/>
                  <a:pt x="563" y="127"/>
                  <a:pt x="572" y="116"/>
                </a:cubicBezTo>
                <a:cubicBezTo>
                  <a:pt x="557" y="102"/>
                  <a:pt x="557" y="102"/>
                  <a:pt x="557" y="102"/>
                </a:cubicBezTo>
                <a:cubicBezTo>
                  <a:pt x="549" y="109"/>
                  <a:pt x="543" y="112"/>
                  <a:pt x="533" y="112"/>
                </a:cubicBezTo>
                <a:cubicBezTo>
                  <a:pt x="521" y="112"/>
                  <a:pt x="513" y="106"/>
                  <a:pt x="510" y="93"/>
                </a:cubicBezTo>
                <a:cubicBezTo>
                  <a:pt x="577" y="93"/>
                  <a:pt x="577" y="93"/>
                  <a:pt x="577" y="93"/>
                </a:cubicBezTo>
                <a:cubicBezTo>
                  <a:pt x="577" y="91"/>
                  <a:pt x="577" y="88"/>
                  <a:pt x="577" y="86"/>
                </a:cubicBezTo>
                <a:cubicBezTo>
                  <a:pt x="577" y="59"/>
                  <a:pt x="563" y="34"/>
                  <a:pt x="530" y="34"/>
                </a:cubicBezTo>
                <a:close/>
                <a:moveTo>
                  <a:pt x="510" y="76"/>
                </a:moveTo>
                <a:cubicBezTo>
                  <a:pt x="512" y="64"/>
                  <a:pt x="519" y="56"/>
                  <a:pt x="530" y="56"/>
                </a:cubicBezTo>
                <a:cubicBezTo>
                  <a:pt x="542" y="56"/>
                  <a:pt x="549" y="64"/>
                  <a:pt x="551" y="76"/>
                </a:cubicBezTo>
                <a:lnTo>
                  <a:pt x="510" y="76"/>
                </a:lnTo>
                <a:close/>
                <a:moveTo>
                  <a:pt x="610" y="55"/>
                </a:moveTo>
                <a:cubicBezTo>
                  <a:pt x="610" y="36"/>
                  <a:pt x="610" y="36"/>
                  <a:pt x="610" y="36"/>
                </a:cubicBezTo>
                <a:cubicBezTo>
                  <a:pt x="583" y="36"/>
                  <a:pt x="583" y="36"/>
                  <a:pt x="583" y="36"/>
                </a:cubicBezTo>
                <a:cubicBezTo>
                  <a:pt x="583" y="132"/>
                  <a:pt x="583" y="132"/>
                  <a:pt x="583" y="132"/>
                </a:cubicBezTo>
                <a:cubicBezTo>
                  <a:pt x="610" y="132"/>
                  <a:pt x="610" y="132"/>
                  <a:pt x="610" y="132"/>
                </a:cubicBezTo>
                <a:cubicBezTo>
                  <a:pt x="610" y="97"/>
                  <a:pt x="610" y="97"/>
                  <a:pt x="610" y="97"/>
                </a:cubicBezTo>
                <a:cubicBezTo>
                  <a:pt x="610" y="74"/>
                  <a:pt x="621" y="63"/>
                  <a:pt x="640" y="63"/>
                </a:cubicBezTo>
                <a:cubicBezTo>
                  <a:pt x="641" y="63"/>
                  <a:pt x="641" y="63"/>
                  <a:pt x="641" y="63"/>
                </a:cubicBezTo>
                <a:cubicBezTo>
                  <a:pt x="641" y="34"/>
                  <a:pt x="641" y="34"/>
                  <a:pt x="641" y="34"/>
                </a:cubicBezTo>
                <a:cubicBezTo>
                  <a:pt x="625" y="33"/>
                  <a:pt x="616" y="42"/>
                  <a:pt x="610" y="55"/>
                </a:cubicBezTo>
                <a:close/>
                <a:moveTo>
                  <a:pt x="2038" y="1"/>
                </a:moveTo>
                <a:cubicBezTo>
                  <a:pt x="2038" y="132"/>
                  <a:pt x="2038" y="132"/>
                  <a:pt x="2038" y="132"/>
                </a:cubicBezTo>
                <a:cubicBezTo>
                  <a:pt x="2065" y="132"/>
                  <a:pt x="2065" y="132"/>
                  <a:pt x="2065" y="132"/>
                </a:cubicBezTo>
                <a:cubicBezTo>
                  <a:pt x="2065" y="1"/>
                  <a:pt x="2065" y="1"/>
                  <a:pt x="2065" y="1"/>
                </a:cubicBezTo>
                <a:lnTo>
                  <a:pt x="2038" y="1"/>
                </a:lnTo>
                <a:close/>
                <a:moveTo>
                  <a:pt x="733" y="11"/>
                </a:moveTo>
                <a:cubicBezTo>
                  <a:pt x="706" y="11"/>
                  <a:pt x="706" y="11"/>
                  <a:pt x="706" y="11"/>
                </a:cubicBezTo>
                <a:cubicBezTo>
                  <a:pt x="706" y="36"/>
                  <a:pt x="706" y="36"/>
                  <a:pt x="706" y="36"/>
                </a:cubicBezTo>
                <a:cubicBezTo>
                  <a:pt x="694" y="36"/>
                  <a:pt x="694" y="36"/>
                  <a:pt x="694" y="36"/>
                </a:cubicBezTo>
                <a:cubicBezTo>
                  <a:pt x="694" y="59"/>
                  <a:pt x="694" y="59"/>
                  <a:pt x="694" y="59"/>
                </a:cubicBezTo>
                <a:cubicBezTo>
                  <a:pt x="706" y="59"/>
                  <a:pt x="706" y="59"/>
                  <a:pt x="706" y="59"/>
                </a:cubicBezTo>
                <a:cubicBezTo>
                  <a:pt x="706" y="105"/>
                  <a:pt x="706" y="105"/>
                  <a:pt x="706" y="105"/>
                </a:cubicBezTo>
                <a:cubicBezTo>
                  <a:pt x="706" y="127"/>
                  <a:pt x="717" y="134"/>
                  <a:pt x="734" y="134"/>
                </a:cubicBezTo>
                <a:cubicBezTo>
                  <a:pt x="743" y="134"/>
                  <a:pt x="750" y="132"/>
                  <a:pt x="755" y="128"/>
                </a:cubicBezTo>
                <a:cubicBezTo>
                  <a:pt x="755" y="106"/>
                  <a:pt x="755" y="106"/>
                  <a:pt x="755" y="106"/>
                </a:cubicBezTo>
                <a:cubicBezTo>
                  <a:pt x="752" y="108"/>
                  <a:pt x="747" y="110"/>
                  <a:pt x="742" y="110"/>
                </a:cubicBezTo>
                <a:cubicBezTo>
                  <a:pt x="736" y="110"/>
                  <a:pt x="733" y="107"/>
                  <a:pt x="733" y="100"/>
                </a:cubicBezTo>
                <a:cubicBezTo>
                  <a:pt x="733" y="59"/>
                  <a:pt x="733" y="59"/>
                  <a:pt x="733" y="59"/>
                </a:cubicBezTo>
                <a:cubicBezTo>
                  <a:pt x="756" y="59"/>
                  <a:pt x="756" y="59"/>
                  <a:pt x="756" y="59"/>
                </a:cubicBezTo>
                <a:cubicBezTo>
                  <a:pt x="756" y="36"/>
                  <a:pt x="756" y="36"/>
                  <a:pt x="756" y="36"/>
                </a:cubicBezTo>
                <a:cubicBezTo>
                  <a:pt x="733" y="36"/>
                  <a:pt x="733" y="36"/>
                  <a:pt x="733" y="36"/>
                </a:cubicBezTo>
                <a:lnTo>
                  <a:pt x="733" y="11"/>
                </a:lnTo>
                <a:close/>
                <a:moveTo>
                  <a:pt x="1999" y="132"/>
                </a:moveTo>
                <a:cubicBezTo>
                  <a:pt x="2027" y="132"/>
                  <a:pt x="2027" y="132"/>
                  <a:pt x="2027" y="132"/>
                </a:cubicBezTo>
                <a:cubicBezTo>
                  <a:pt x="2027" y="1"/>
                  <a:pt x="2027" y="1"/>
                  <a:pt x="2027" y="1"/>
                </a:cubicBezTo>
                <a:cubicBezTo>
                  <a:pt x="1999" y="1"/>
                  <a:pt x="1999" y="1"/>
                  <a:pt x="1999" y="1"/>
                </a:cubicBezTo>
                <a:lnTo>
                  <a:pt x="1999" y="132"/>
                </a:lnTo>
                <a:close/>
                <a:moveTo>
                  <a:pt x="807" y="34"/>
                </a:moveTo>
                <a:cubicBezTo>
                  <a:pt x="779" y="34"/>
                  <a:pt x="760" y="57"/>
                  <a:pt x="760" y="84"/>
                </a:cubicBezTo>
                <a:cubicBezTo>
                  <a:pt x="760" y="84"/>
                  <a:pt x="760" y="84"/>
                  <a:pt x="760" y="84"/>
                </a:cubicBezTo>
                <a:cubicBezTo>
                  <a:pt x="760" y="114"/>
                  <a:pt x="781" y="134"/>
                  <a:pt x="810" y="134"/>
                </a:cubicBezTo>
                <a:cubicBezTo>
                  <a:pt x="827" y="134"/>
                  <a:pt x="840" y="127"/>
                  <a:pt x="849" y="116"/>
                </a:cubicBezTo>
                <a:cubicBezTo>
                  <a:pt x="834" y="102"/>
                  <a:pt x="834" y="102"/>
                  <a:pt x="834" y="102"/>
                </a:cubicBezTo>
                <a:cubicBezTo>
                  <a:pt x="826" y="109"/>
                  <a:pt x="820" y="112"/>
                  <a:pt x="810" y="112"/>
                </a:cubicBezTo>
                <a:cubicBezTo>
                  <a:pt x="798" y="112"/>
                  <a:pt x="790" y="106"/>
                  <a:pt x="787" y="93"/>
                </a:cubicBezTo>
                <a:cubicBezTo>
                  <a:pt x="854" y="93"/>
                  <a:pt x="854" y="93"/>
                  <a:pt x="854" y="93"/>
                </a:cubicBezTo>
                <a:cubicBezTo>
                  <a:pt x="854" y="91"/>
                  <a:pt x="854" y="88"/>
                  <a:pt x="854" y="86"/>
                </a:cubicBezTo>
                <a:cubicBezTo>
                  <a:pt x="854" y="59"/>
                  <a:pt x="839" y="34"/>
                  <a:pt x="807" y="34"/>
                </a:cubicBezTo>
                <a:close/>
                <a:moveTo>
                  <a:pt x="787" y="76"/>
                </a:moveTo>
                <a:cubicBezTo>
                  <a:pt x="789" y="64"/>
                  <a:pt x="796" y="56"/>
                  <a:pt x="807" y="56"/>
                </a:cubicBezTo>
                <a:cubicBezTo>
                  <a:pt x="819" y="56"/>
                  <a:pt x="826" y="64"/>
                  <a:pt x="828" y="76"/>
                </a:cubicBezTo>
                <a:lnTo>
                  <a:pt x="787" y="76"/>
                </a:lnTo>
                <a:close/>
                <a:moveTo>
                  <a:pt x="220" y="34"/>
                </a:moveTo>
                <a:cubicBezTo>
                  <a:pt x="207" y="34"/>
                  <a:pt x="197" y="39"/>
                  <a:pt x="189" y="49"/>
                </a:cubicBezTo>
                <a:cubicBezTo>
                  <a:pt x="184" y="40"/>
                  <a:pt x="174" y="34"/>
                  <a:pt x="161" y="34"/>
                </a:cubicBezTo>
                <a:cubicBezTo>
                  <a:pt x="148" y="34"/>
                  <a:pt x="139" y="41"/>
                  <a:pt x="133" y="50"/>
                </a:cubicBezTo>
                <a:cubicBezTo>
                  <a:pt x="133" y="36"/>
                  <a:pt x="133" y="36"/>
                  <a:pt x="133" y="36"/>
                </a:cubicBezTo>
                <a:cubicBezTo>
                  <a:pt x="106" y="36"/>
                  <a:pt x="106" y="36"/>
                  <a:pt x="106" y="36"/>
                </a:cubicBezTo>
                <a:cubicBezTo>
                  <a:pt x="106" y="132"/>
                  <a:pt x="106" y="132"/>
                  <a:pt x="106" y="132"/>
                </a:cubicBezTo>
                <a:cubicBezTo>
                  <a:pt x="133" y="132"/>
                  <a:pt x="133" y="132"/>
                  <a:pt x="133" y="132"/>
                </a:cubicBezTo>
                <a:cubicBezTo>
                  <a:pt x="133" y="78"/>
                  <a:pt x="133" y="78"/>
                  <a:pt x="133" y="78"/>
                </a:cubicBezTo>
                <a:cubicBezTo>
                  <a:pt x="133" y="65"/>
                  <a:pt x="139" y="59"/>
                  <a:pt x="150" y="59"/>
                </a:cubicBezTo>
                <a:cubicBezTo>
                  <a:pt x="160" y="59"/>
                  <a:pt x="166" y="65"/>
                  <a:pt x="166" y="78"/>
                </a:cubicBezTo>
                <a:cubicBezTo>
                  <a:pt x="166" y="132"/>
                  <a:pt x="166" y="132"/>
                  <a:pt x="166" y="132"/>
                </a:cubicBezTo>
                <a:cubicBezTo>
                  <a:pt x="193" y="132"/>
                  <a:pt x="193" y="132"/>
                  <a:pt x="193" y="132"/>
                </a:cubicBezTo>
                <a:cubicBezTo>
                  <a:pt x="193" y="78"/>
                  <a:pt x="193" y="78"/>
                  <a:pt x="193" y="78"/>
                </a:cubicBezTo>
                <a:cubicBezTo>
                  <a:pt x="193" y="65"/>
                  <a:pt x="199" y="59"/>
                  <a:pt x="209" y="59"/>
                </a:cubicBezTo>
                <a:cubicBezTo>
                  <a:pt x="220" y="59"/>
                  <a:pt x="225" y="65"/>
                  <a:pt x="225" y="78"/>
                </a:cubicBezTo>
                <a:cubicBezTo>
                  <a:pt x="225" y="132"/>
                  <a:pt x="225" y="132"/>
                  <a:pt x="225" y="132"/>
                </a:cubicBezTo>
                <a:cubicBezTo>
                  <a:pt x="253" y="132"/>
                  <a:pt x="253" y="132"/>
                  <a:pt x="253" y="132"/>
                </a:cubicBezTo>
                <a:cubicBezTo>
                  <a:pt x="253" y="69"/>
                  <a:pt x="253" y="69"/>
                  <a:pt x="253" y="69"/>
                </a:cubicBezTo>
                <a:cubicBezTo>
                  <a:pt x="253" y="46"/>
                  <a:pt x="240" y="34"/>
                  <a:pt x="220" y="34"/>
                </a:cubicBezTo>
                <a:close/>
                <a:moveTo>
                  <a:pt x="59" y="57"/>
                </a:moveTo>
                <a:cubicBezTo>
                  <a:pt x="38" y="51"/>
                  <a:pt x="32" y="49"/>
                  <a:pt x="32" y="40"/>
                </a:cubicBezTo>
                <a:cubicBezTo>
                  <a:pt x="32" y="40"/>
                  <a:pt x="32" y="40"/>
                  <a:pt x="32" y="40"/>
                </a:cubicBezTo>
                <a:cubicBezTo>
                  <a:pt x="32" y="34"/>
                  <a:pt x="38" y="29"/>
                  <a:pt x="48" y="29"/>
                </a:cubicBezTo>
                <a:cubicBezTo>
                  <a:pt x="59" y="29"/>
                  <a:pt x="70" y="34"/>
                  <a:pt x="81" y="41"/>
                </a:cubicBezTo>
                <a:cubicBezTo>
                  <a:pt x="95" y="21"/>
                  <a:pt x="95" y="21"/>
                  <a:pt x="95" y="21"/>
                </a:cubicBezTo>
                <a:cubicBezTo>
                  <a:pt x="83" y="10"/>
                  <a:pt x="67" y="5"/>
                  <a:pt x="49" y="5"/>
                </a:cubicBezTo>
                <a:cubicBezTo>
                  <a:pt x="23" y="5"/>
                  <a:pt x="5" y="20"/>
                  <a:pt x="5" y="43"/>
                </a:cubicBezTo>
                <a:cubicBezTo>
                  <a:pt x="5" y="43"/>
                  <a:pt x="5" y="43"/>
                  <a:pt x="5" y="43"/>
                </a:cubicBezTo>
                <a:cubicBezTo>
                  <a:pt x="5" y="68"/>
                  <a:pt x="21" y="75"/>
                  <a:pt x="46" y="81"/>
                </a:cubicBezTo>
                <a:cubicBezTo>
                  <a:pt x="67" y="87"/>
                  <a:pt x="72" y="90"/>
                  <a:pt x="72" y="97"/>
                </a:cubicBezTo>
                <a:cubicBezTo>
                  <a:pt x="72" y="98"/>
                  <a:pt x="72" y="98"/>
                  <a:pt x="72" y="98"/>
                </a:cubicBezTo>
                <a:cubicBezTo>
                  <a:pt x="72" y="105"/>
                  <a:pt x="65" y="109"/>
                  <a:pt x="54" y="109"/>
                </a:cubicBezTo>
                <a:cubicBezTo>
                  <a:pt x="39" y="109"/>
                  <a:pt x="27" y="104"/>
                  <a:pt x="16" y="94"/>
                </a:cubicBezTo>
                <a:cubicBezTo>
                  <a:pt x="0" y="114"/>
                  <a:pt x="0" y="114"/>
                  <a:pt x="0" y="114"/>
                </a:cubicBezTo>
                <a:cubicBezTo>
                  <a:pt x="15" y="127"/>
                  <a:pt x="34" y="134"/>
                  <a:pt x="53" y="134"/>
                </a:cubicBezTo>
                <a:cubicBezTo>
                  <a:pt x="80" y="134"/>
                  <a:pt x="99" y="120"/>
                  <a:pt x="99" y="95"/>
                </a:cubicBezTo>
                <a:cubicBezTo>
                  <a:pt x="99" y="95"/>
                  <a:pt x="99" y="95"/>
                  <a:pt x="99" y="95"/>
                </a:cubicBezTo>
                <a:cubicBezTo>
                  <a:pt x="99" y="73"/>
                  <a:pt x="85" y="63"/>
                  <a:pt x="59" y="57"/>
                </a:cubicBezTo>
                <a:close/>
                <a:moveTo>
                  <a:pt x="304" y="35"/>
                </a:moveTo>
                <a:cubicBezTo>
                  <a:pt x="287" y="35"/>
                  <a:pt x="277" y="38"/>
                  <a:pt x="266" y="43"/>
                </a:cubicBezTo>
                <a:cubicBezTo>
                  <a:pt x="273" y="63"/>
                  <a:pt x="273" y="63"/>
                  <a:pt x="273" y="63"/>
                </a:cubicBezTo>
                <a:cubicBezTo>
                  <a:pt x="282" y="60"/>
                  <a:pt x="289" y="58"/>
                  <a:pt x="300" y="58"/>
                </a:cubicBezTo>
                <a:cubicBezTo>
                  <a:pt x="313" y="58"/>
                  <a:pt x="320" y="64"/>
                  <a:pt x="320" y="76"/>
                </a:cubicBezTo>
                <a:cubicBezTo>
                  <a:pt x="320" y="77"/>
                  <a:pt x="320" y="77"/>
                  <a:pt x="320" y="77"/>
                </a:cubicBezTo>
                <a:cubicBezTo>
                  <a:pt x="314" y="75"/>
                  <a:pt x="307" y="73"/>
                  <a:pt x="297" y="73"/>
                </a:cubicBezTo>
                <a:cubicBezTo>
                  <a:pt x="274" y="73"/>
                  <a:pt x="258" y="83"/>
                  <a:pt x="258" y="104"/>
                </a:cubicBezTo>
                <a:cubicBezTo>
                  <a:pt x="258" y="104"/>
                  <a:pt x="258" y="104"/>
                  <a:pt x="258" y="104"/>
                </a:cubicBezTo>
                <a:cubicBezTo>
                  <a:pt x="258" y="123"/>
                  <a:pt x="273" y="134"/>
                  <a:pt x="291" y="134"/>
                </a:cubicBezTo>
                <a:cubicBezTo>
                  <a:pt x="304" y="134"/>
                  <a:pt x="314" y="129"/>
                  <a:pt x="320" y="122"/>
                </a:cubicBezTo>
                <a:cubicBezTo>
                  <a:pt x="320" y="132"/>
                  <a:pt x="320" y="132"/>
                  <a:pt x="320" y="132"/>
                </a:cubicBezTo>
                <a:cubicBezTo>
                  <a:pt x="347" y="132"/>
                  <a:pt x="347" y="132"/>
                  <a:pt x="347" y="132"/>
                </a:cubicBezTo>
                <a:cubicBezTo>
                  <a:pt x="347" y="76"/>
                  <a:pt x="347" y="76"/>
                  <a:pt x="347" y="76"/>
                </a:cubicBezTo>
                <a:cubicBezTo>
                  <a:pt x="347" y="63"/>
                  <a:pt x="343" y="53"/>
                  <a:pt x="336" y="46"/>
                </a:cubicBezTo>
                <a:cubicBezTo>
                  <a:pt x="329" y="39"/>
                  <a:pt x="319" y="35"/>
                  <a:pt x="304" y="35"/>
                </a:cubicBezTo>
                <a:close/>
                <a:moveTo>
                  <a:pt x="321" y="98"/>
                </a:moveTo>
                <a:cubicBezTo>
                  <a:pt x="321" y="108"/>
                  <a:pt x="312" y="115"/>
                  <a:pt x="299" y="115"/>
                </a:cubicBezTo>
                <a:cubicBezTo>
                  <a:pt x="291" y="115"/>
                  <a:pt x="285" y="111"/>
                  <a:pt x="285" y="103"/>
                </a:cubicBezTo>
                <a:cubicBezTo>
                  <a:pt x="285" y="103"/>
                  <a:pt x="285" y="103"/>
                  <a:pt x="285" y="103"/>
                </a:cubicBezTo>
                <a:cubicBezTo>
                  <a:pt x="285" y="94"/>
                  <a:pt x="292" y="90"/>
                  <a:pt x="303" y="90"/>
                </a:cubicBezTo>
                <a:cubicBezTo>
                  <a:pt x="310" y="90"/>
                  <a:pt x="316" y="91"/>
                  <a:pt x="321" y="93"/>
                </a:cubicBezTo>
                <a:lnTo>
                  <a:pt x="321" y="98"/>
                </a:lnTo>
                <a:close/>
                <a:moveTo>
                  <a:pt x="457" y="11"/>
                </a:moveTo>
                <a:cubicBezTo>
                  <a:pt x="429" y="11"/>
                  <a:pt x="429" y="11"/>
                  <a:pt x="429" y="11"/>
                </a:cubicBezTo>
                <a:cubicBezTo>
                  <a:pt x="429" y="36"/>
                  <a:pt x="429" y="36"/>
                  <a:pt x="429" y="36"/>
                </a:cubicBezTo>
                <a:cubicBezTo>
                  <a:pt x="418" y="36"/>
                  <a:pt x="418" y="36"/>
                  <a:pt x="418" y="36"/>
                </a:cubicBezTo>
                <a:cubicBezTo>
                  <a:pt x="418" y="59"/>
                  <a:pt x="418" y="59"/>
                  <a:pt x="418" y="59"/>
                </a:cubicBezTo>
                <a:cubicBezTo>
                  <a:pt x="429" y="59"/>
                  <a:pt x="429" y="59"/>
                  <a:pt x="429" y="59"/>
                </a:cubicBezTo>
                <a:cubicBezTo>
                  <a:pt x="429" y="105"/>
                  <a:pt x="429" y="105"/>
                  <a:pt x="429" y="105"/>
                </a:cubicBezTo>
                <a:cubicBezTo>
                  <a:pt x="429" y="127"/>
                  <a:pt x="441" y="134"/>
                  <a:pt x="457" y="134"/>
                </a:cubicBezTo>
                <a:cubicBezTo>
                  <a:pt x="466" y="134"/>
                  <a:pt x="473" y="132"/>
                  <a:pt x="479" y="128"/>
                </a:cubicBezTo>
                <a:cubicBezTo>
                  <a:pt x="479" y="106"/>
                  <a:pt x="479" y="106"/>
                  <a:pt x="479" y="106"/>
                </a:cubicBezTo>
                <a:cubicBezTo>
                  <a:pt x="475" y="108"/>
                  <a:pt x="470" y="110"/>
                  <a:pt x="465" y="110"/>
                </a:cubicBezTo>
                <a:cubicBezTo>
                  <a:pt x="459" y="110"/>
                  <a:pt x="457" y="107"/>
                  <a:pt x="457" y="100"/>
                </a:cubicBezTo>
                <a:cubicBezTo>
                  <a:pt x="457" y="59"/>
                  <a:pt x="457" y="59"/>
                  <a:pt x="457" y="59"/>
                </a:cubicBezTo>
                <a:cubicBezTo>
                  <a:pt x="479" y="59"/>
                  <a:pt x="479" y="59"/>
                  <a:pt x="479" y="59"/>
                </a:cubicBezTo>
                <a:cubicBezTo>
                  <a:pt x="479" y="36"/>
                  <a:pt x="479" y="36"/>
                  <a:pt x="479" y="36"/>
                </a:cubicBezTo>
                <a:cubicBezTo>
                  <a:pt x="457" y="36"/>
                  <a:pt x="457" y="36"/>
                  <a:pt x="457" y="36"/>
                </a:cubicBezTo>
                <a:lnTo>
                  <a:pt x="457" y="11"/>
                </a:lnTo>
                <a:close/>
                <a:moveTo>
                  <a:pt x="382" y="55"/>
                </a:moveTo>
                <a:cubicBezTo>
                  <a:pt x="382" y="36"/>
                  <a:pt x="382" y="36"/>
                  <a:pt x="382" y="36"/>
                </a:cubicBezTo>
                <a:cubicBezTo>
                  <a:pt x="354" y="36"/>
                  <a:pt x="354" y="36"/>
                  <a:pt x="354" y="36"/>
                </a:cubicBezTo>
                <a:cubicBezTo>
                  <a:pt x="354" y="132"/>
                  <a:pt x="354" y="132"/>
                  <a:pt x="354" y="132"/>
                </a:cubicBezTo>
                <a:cubicBezTo>
                  <a:pt x="382" y="132"/>
                  <a:pt x="382" y="132"/>
                  <a:pt x="382" y="132"/>
                </a:cubicBezTo>
                <a:cubicBezTo>
                  <a:pt x="382" y="97"/>
                  <a:pt x="382" y="97"/>
                  <a:pt x="382" y="97"/>
                </a:cubicBezTo>
                <a:cubicBezTo>
                  <a:pt x="382" y="74"/>
                  <a:pt x="393" y="63"/>
                  <a:pt x="411" y="63"/>
                </a:cubicBezTo>
                <a:cubicBezTo>
                  <a:pt x="412" y="63"/>
                  <a:pt x="412" y="63"/>
                  <a:pt x="412" y="63"/>
                </a:cubicBezTo>
                <a:cubicBezTo>
                  <a:pt x="412" y="34"/>
                  <a:pt x="412" y="34"/>
                  <a:pt x="412" y="34"/>
                </a:cubicBezTo>
                <a:cubicBezTo>
                  <a:pt x="396" y="33"/>
                  <a:pt x="387" y="42"/>
                  <a:pt x="382" y="55"/>
                </a:cubicBezTo>
                <a:close/>
                <a:moveTo>
                  <a:pt x="1335" y="34"/>
                </a:moveTo>
                <a:cubicBezTo>
                  <a:pt x="1305" y="34"/>
                  <a:pt x="1283" y="56"/>
                  <a:pt x="1283" y="84"/>
                </a:cubicBezTo>
                <a:cubicBezTo>
                  <a:pt x="1283" y="84"/>
                  <a:pt x="1283" y="84"/>
                  <a:pt x="1283" y="84"/>
                </a:cubicBezTo>
                <a:cubicBezTo>
                  <a:pt x="1283" y="112"/>
                  <a:pt x="1305" y="134"/>
                  <a:pt x="1335" y="134"/>
                </a:cubicBezTo>
                <a:cubicBezTo>
                  <a:pt x="1365" y="134"/>
                  <a:pt x="1387" y="112"/>
                  <a:pt x="1387" y="84"/>
                </a:cubicBezTo>
                <a:cubicBezTo>
                  <a:pt x="1387" y="84"/>
                  <a:pt x="1387" y="84"/>
                  <a:pt x="1387" y="84"/>
                </a:cubicBezTo>
                <a:cubicBezTo>
                  <a:pt x="1387" y="56"/>
                  <a:pt x="1365" y="34"/>
                  <a:pt x="1335" y="34"/>
                </a:cubicBezTo>
                <a:close/>
                <a:moveTo>
                  <a:pt x="1360" y="84"/>
                </a:moveTo>
                <a:cubicBezTo>
                  <a:pt x="1360" y="99"/>
                  <a:pt x="1351" y="111"/>
                  <a:pt x="1335" y="111"/>
                </a:cubicBezTo>
                <a:cubicBezTo>
                  <a:pt x="1320" y="111"/>
                  <a:pt x="1310" y="98"/>
                  <a:pt x="1310" y="84"/>
                </a:cubicBezTo>
                <a:cubicBezTo>
                  <a:pt x="1310" y="84"/>
                  <a:pt x="1310" y="84"/>
                  <a:pt x="1310" y="84"/>
                </a:cubicBezTo>
                <a:cubicBezTo>
                  <a:pt x="1310" y="70"/>
                  <a:pt x="1319" y="58"/>
                  <a:pt x="1335" y="58"/>
                </a:cubicBezTo>
                <a:cubicBezTo>
                  <a:pt x="1350" y="58"/>
                  <a:pt x="1360" y="70"/>
                  <a:pt x="1360" y="84"/>
                </a:cubicBezTo>
                <a:close/>
                <a:moveTo>
                  <a:pt x="1834" y="55"/>
                </a:moveTo>
                <a:cubicBezTo>
                  <a:pt x="1834" y="36"/>
                  <a:pt x="1834" y="36"/>
                  <a:pt x="1834" y="36"/>
                </a:cubicBezTo>
                <a:cubicBezTo>
                  <a:pt x="1807" y="36"/>
                  <a:pt x="1807" y="36"/>
                  <a:pt x="1807" y="36"/>
                </a:cubicBezTo>
                <a:cubicBezTo>
                  <a:pt x="1807" y="132"/>
                  <a:pt x="1807" y="132"/>
                  <a:pt x="1807" y="132"/>
                </a:cubicBezTo>
                <a:cubicBezTo>
                  <a:pt x="1834" y="132"/>
                  <a:pt x="1834" y="132"/>
                  <a:pt x="1834" y="132"/>
                </a:cubicBezTo>
                <a:cubicBezTo>
                  <a:pt x="1834" y="97"/>
                  <a:pt x="1834" y="97"/>
                  <a:pt x="1834" y="97"/>
                </a:cubicBezTo>
                <a:cubicBezTo>
                  <a:pt x="1834" y="74"/>
                  <a:pt x="1845" y="63"/>
                  <a:pt x="1863" y="63"/>
                </a:cubicBezTo>
                <a:cubicBezTo>
                  <a:pt x="1865" y="63"/>
                  <a:pt x="1865" y="63"/>
                  <a:pt x="1865" y="63"/>
                </a:cubicBezTo>
                <a:cubicBezTo>
                  <a:pt x="1865" y="34"/>
                  <a:pt x="1865" y="34"/>
                  <a:pt x="1865" y="34"/>
                </a:cubicBezTo>
                <a:cubicBezTo>
                  <a:pt x="1848" y="33"/>
                  <a:pt x="1839" y="42"/>
                  <a:pt x="1834" y="55"/>
                </a:cubicBezTo>
                <a:close/>
                <a:moveTo>
                  <a:pt x="1748" y="34"/>
                </a:moveTo>
                <a:cubicBezTo>
                  <a:pt x="1718" y="34"/>
                  <a:pt x="1696" y="56"/>
                  <a:pt x="1696" y="84"/>
                </a:cubicBezTo>
                <a:cubicBezTo>
                  <a:pt x="1696" y="84"/>
                  <a:pt x="1696" y="84"/>
                  <a:pt x="1696" y="84"/>
                </a:cubicBezTo>
                <a:cubicBezTo>
                  <a:pt x="1696" y="112"/>
                  <a:pt x="1718" y="134"/>
                  <a:pt x="1748" y="134"/>
                </a:cubicBezTo>
                <a:cubicBezTo>
                  <a:pt x="1778" y="134"/>
                  <a:pt x="1800" y="112"/>
                  <a:pt x="1800" y="84"/>
                </a:cubicBezTo>
                <a:cubicBezTo>
                  <a:pt x="1800" y="84"/>
                  <a:pt x="1800" y="84"/>
                  <a:pt x="1800" y="84"/>
                </a:cubicBezTo>
                <a:cubicBezTo>
                  <a:pt x="1800" y="56"/>
                  <a:pt x="1778" y="34"/>
                  <a:pt x="1748" y="34"/>
                </a:cubicBezTo>
                <a:close/>
                <a:moveTo>
                  <a:pt x="1773" y="84"/>
                </a:moveTo>
                <a:cubicBezTo>
                  <a:pt x="1773" y="99"/>
                  <a:pt x="1764" y="111"/>
                  <a:pt x="1748" y="111"/>
                </a:cubicBezTo>
                <a:cubicBezTo>
                  <a:pt x="1733" y="111"/>
                  <a:pt x="1723" y="98"/>
                  <a:pt x="1723" y="84"/>
                </a:cubicBezTo>
                <a:cubicBezTo>
                  <a:pt x="1723" y="84"/>
                  <a:pt x="1723" y="84"/>
                  <a:pt x="1723" y="84"/>
                </a:cubicBezTo>
                <a:cubicBezTo>
                  <a:pt x="1723" y="70"/>
                  <a:pt x="1732" y="58"/>
                  <a:pt x="1748" y="58"/>
                </a:cubicBezTo>
                <a:cubicBezTo>
                  <a:pt x="1763" y="58"/>
                  <a:pt x="1773" y="70"/>
                  <a:pt x="1773" y="84"/>
                </a:cubicBezTo>
                <a:close/>
                <a:moveTo>
                  <a:pt x="1465" y="48"/>
                </a:moveTo>
                <a:cubicBezTo>
                  <a:pt x="1458" y="40"/>
                  <a:pt x="1449" y="34"/>
                  <a:pt x="1434" y="34"/>
                </a:cubicBezTo>
                <a:cubicBezTo>
                  <a:pt x="1412" y="34"/>
                  <a:pt x="1391" y="50"/>
                  <a:pt x="1391" y="79"/>
                </a:cubicBezTo>
                <a:cubicBezTo>
                  <a:pt x="1391" y="79"/>
                  <a:pt x="1391" y="79"/>
                  <a:pt x="1391" y="79"/>
                </a:cubicBezTo>
                <a:cubicBezTo>
                  <a:pt x="1391" y="108"/>
                  <a:pt x="1412" y="124"/>
                  <a:pt x="1434" y="124"/>
                </a:cubicBezTo>
                <a:cubicBezTo>
                  <a:pt x="1448" y="124"/>
                  <a:pt x="1457" y="118"/>
                  <a:pt x="1465" y="109"/>
                </a:cubicBezTo>
                <a:cubicBezTo>
                  <a:pt x="1465" y="113"/>
                  <a:pt x="1465" y="113"/>
                  <a:pt x="1465" y="113"/>
                </a:cubicBezTo>
                <a:cubicBezTo>
                  <a:pt x="1465" y="130"/>
                  <a:pt x="1457" y="139"/>
                  <a:pt x="1438" y="139"/>
                </a:cubicBezTo>
                <a:cubicBezTo>
                  <a:pt x="1425" y="139"/>
                  <a:pt x="1415" y="136"/>
                  <a:pt x="1405" y="131"/>
                </a:cubicBezTo>
                <a:cubicBezTo>
                  <a:pt x="1396" y="151"/>
                  <a:pt x="1396" y="151"/>
                  <a:pt x="1396" y="151"/>
                </a:cubicBezTo>
                <a:cubicBezTo>
                  <a:pt x="1408" y="158"/>
                  <a:pt x="1423" y="161"/>
                  <a:pt x="1439" y="161"/>
                </a:cubicBezTo>
                <a:cubicBezTo>
                  <a:pt x="1457" y="161"/>
                  <a:pt x="1471" y="157"/>
                  <a:pt x="1480" y="148"/>
                </a:cubicBezTo>
                <a:cubicBezTo>
                  <a:pt x="1488" y="140"/>
                  <a:pt x="1492" y="128"/>
                  <a:pt x="1492" y="110"/>
                </a:cubicBezTo>
                <a:cubicBezTo>
                  <a:pt x="1492" y="36"/>
                  <a:pt x="1492" y="36"/>
                  <a:pt x="1492" y="36"/>
                </a:cubicBezTo>
                <a:cubicBezTo>
                  <a:pt x="1465" y="36"/>
                  <a:pt x="1465" y="36"/>
                  <a:pt x="1465" y="36"/>
                </a:cubicBezTo>
                <a:lnTo>
                  <a:pt x="1465" y="48"/>
                </a:lnTo>
                <a:close/>
                <a:moveTo>
                  <a:pt x="1465" y="79"/>
                </a:moveTo>
                <a:cubicBezTo>
                  <a:pt x="1465" y="92"/>
                  <a:pt x="1455" y="102"/>
                  <a:pt x="1442" y="102"/>
                </a:cubicBezTo>
                <a:cubicBezTo>
                  <a:pt x="1429" y="102"/>
                  <a:pt x="1419" y="93"/>
                  <a:pt x="1419" y="79"/>
                </a:cubicBezTo>
                <a:cubicBezTo>
                  <a:pt x="1419" y="79"/>
                  <a:pt x="1419" y="79"/>
                  <a:pt x="1419" y="79"/>
                </a:cubicBezTo>
                <a:cubicBezTo>
                  <a:pt x="1419" y="66"/>
                  <a:pt x="1429" y="57"/>
                  <a:pt x="1442" y="57"/>
                </a:cubicBezTo>
                <a:cubicBezTo>
                  <a:pt x="1455" y="57"/>
                  <a:pt x="1465" y="66"/>
                  <a:pt x="1465" y="79"/>
                </a:cubicBezTo>
                <a:close/>
                <a:moveTo>
                  <a:pt x="1697" y="37"/>
                </a:moveTo>
                <a:cubicBezTo>
                  <a:pt x="1675" y="37"/>
                  <a:pt x="1675" y="37"/>
                  <a:pt x="1675" y="37"/>
                </a:cubicBezTo>
                <a:cubicBezTo>
                  <a:pt x="1675" y="33"/>
                  <a:pt x="1675" y="33"/>
                  <a:pt x="1675" y="33"/>
                </a:cubicBezTo>
                <a:cubicBezTo>
                  <a:pt x="1675" y="26"/>
                  <a:pt x="1678" y="23"/>
                  <a:pt x="1684" y="23"/>
                </a:cubicBezTo>
                <a:cubicBezTo>
                  <a:pt x="1689" y="23"/>
                  <a:pt x="1693" y="24"/>
                  <a:pt x="1697" y="25"/>
                </a:cubicBezTo>
                <a:cubicBezTo>
                  <a:pt x="1697" y="2"/>
                  <a:pt x="1697" y="2"/>
                  <a:pt x="1697" y="2"/>
                </a:cubicBezTo>
                <a:cubicBezTo>
                  <a:pt x="1692" y="1"/>
                  <a:pt x="1686" y="0"/>
                  <a:pt x="1677" y="0"/>
                </a:cubicBezTo>
                <a:cubicBezTo>
                  <a:pt x="1668" y="0"/>
                  <a:pt x="1660" y="2"/>
                  <a:pt x="1655" y="7"/>
                </a:cubicBezTo>
                <a:cubicBezTo>
                  <a:pt x="1650" y="12"/>
                  <a:pt x="1648" y="20"/>
                  <a:pt x="1648" y="31"/>
                </a:cubicBezTo>
                <a:cubicBezTo>
                  <a:pt x="1648" y="37"/>
                  <a:pt x="1648" y="37"/>
                  <a:pt x="1648" y="37"/>
                </a:cubicBezTo>
                <a:cubicBezTo>
                  <a:pt x="1636" y="37"/>
                  <a:pt x="1636" y="37"/>
                  <a:pt x="1636" y="37"/>
                </a:cubicBezTo>
                <a:cubicBezTo>
                  <a:pt x="1636" y="59"/>
                  <a:pt x="1636" y="59"/>
                  <a:pt x="1636" y="59"/>
                </a:cubicBezTo>
                <a:cubicBezTo>
                  <a:pt x="1648" y="59"/>
                  <a:pt x="1648" y="59"/>
                  <a:pt x="1648" y="59"/>
                </a:cubicBezTo>
                <a:cubicBezTo>
                  <a:pt x="1648" y="132"/>
                  <a:pt x="1648" y="132"/>
                  <a:pt x="1648" y="132"/>
                </a:cubicBezTo>
                <a:cubicBezTo>
                  <a:pt x="1675" y="132"/>
                  <a:pt x="1675" y="132"/>
                  <a:pt x="1675" y="132"/>
                </a:cubicBezTo>
                <a:cubicBezTo>
                  <a:pt x="1675" y="59"/>
                  <a:pt x="1675" y="59"/>
                  <a:pt x="1675" y="59"/>
                </a:cubicBezTo>
                <a:cubicBezTo>
                  <a:pt x="1697" y="59"/>
                  <a:pt x="1697" y="59"/>
                  <a:pt x="1697" y="59"/>
                </a:cubicBezTo>
                <a:lnTo>
                  <a:pt x="1697" y="37"/>
                </a:lnTo>
                <a:close/>
                <a:moveTo>
                  <a:pt x="1548" y="101"/>
                </a:moveTo>
                <a:cubicBezTo>
                  <a:pt x="1526" y="36"/>
                  <a:pt x="1526" y="36"/>
                  <a:pt x="1526" y="36"/>
                </a:cubicBezTo>
                <a:cubicBezTo>
                  <a:pt x="1497" y="36"/>
                  <a:pt x="1497" y="36"/>
                  <a:pt x="1497" y="36"/>
                </a:cubicBezTo>
                <a:cubicBezTo>
                  <a:pt x="1535" y="132"/>
                  <a:pt x="1535" y="132"/>
                  <a:pt x="1535" y="132"/>
                </a:cubicBezTo>
                <a:cubicBezTo>
                  <a:pt x="1532" y="137"/>
                  <a:pt x="1530" y="139"/>
                  <a:pt x="1525" y="139"/>
                </a:cubicBezTo>
                <a:cubicBezTo>
                  <a:pt x="1521" y="139"/>
                  <a:pt x="1517" y="137"/>
                  <a:pt x="1513" y="135"/>
                </a:cubicBezTo>
                <a:cubicBezTo>
                  <a:pt x="1504" y="155"/>
                  <a:pt x="1504" y="155"/>
                  <a:pt x="1504" y="155"/>
                </a:cubicBezTo>
                <a:cubicBezTo>
                  <a:pt x="1511" y="159"/>
                  <a:pt x="1519" y="161"/>
                  <a:pt x="1528" y="161"/>
                </a:cubicBezTo>
                <a:cubicBezTo>
                  <a:pt x="1545" y="161"/>
                  <a:pt x="1553" y="154"/>
                  <a:pt x="1560" y="134"/>
                </a:cubicBezTo>
                <a:cubicBezTo>
                  <a:pt x="1597" y="36"/>
                  <a:pt x="1597" y="36"/>
                  <a:pt x="1597" y="36"/>
                </a:cubicBezTo>
                <a:cubicBezTo>
                  <a:pt x="1569" y="36"/>
                  <a:pt x="1569" y="36"/>
                  <a:pt x="1569" y="36"/>
                </a:cubicBezTo>
                <a:lnTo>
                  <a:pt x="1548" y="101"/>
                </a:lnTo>
                <a:close/>
                <a:moveTo>
                  <a:pt x="1008" y="34"/>
                </a:moveTo>
                <a:cubicBezTo>
                  <a:pt x="994" y="34"/>
                  <a:pt x="986" y="41"/>
                  <a:pt x="980" y="49"/>
                </a:cubicBezTo>
                <a:cubicBezTo>
                  <a:pt x="980" y="1"/>
                  <a:pt x="980" y="1"/>
                  <a:pt x="980" y="1"/>
                </a:cubicBezTo>
                <a:cubicBezTo>
                  <a:pt x="952" y="1"/>
                  <a:pt x="952" y="1"/>
                  <a:pt x="952" y="1"/>
                </a:cubicBezTo>
                <a:cubicBezTo>
                  <a:pt x="952" y="132"/>
                  <a:pt x="952" y="132"/>
                  <a:pt x="952" y="132"/>
                </a:cubicBezTo>
                <a:cubicBezTo>
                  <a:pt x="980" y="132"/>
                  <a:pt x="980" y="132"/>
                  <a:pt x="980" y="132"/>
                </a:cubicBezTo>
                <a:cubicBezTo>
                  <a:pt x="980" y="78"/>
                  <a:pt x="980" y="78"/>
                  <a:pt x="980" y="78"/>
                </a:cubicBezTo>
                <a:cubicBezTo>
                  <a:pt x="980" y="65"/>
                  <a:pt x="986" y="59"/>
                  <a:pt x="997" y="59"/>
                </a:cubicBezTo>
                <a:cubicBezTo>
                  <a:pt x="1007" y="59"/>
                  <a:pt x="1013" y="65"/>
                  <a:pt x="1013" y="78"/>
                </a:cubicBezTo>
                <a:cubicBezTo>
                  <a:pt x="1013" y="132"/>
                  <a:pt x="1013" y="132"/>
                  <a:pt x="1013" y="132"/>
                </a:cubicBezTo>
                <a:cubicBezTo>
                  <a:pt x="1040" y="132"/>
                  <a:pt x="1040" y="132"/>
                  <a:pt x="1040" y="132"/>
                </a:cubicBezTo>
                <a:cubicBezTo>
                  <a:pt x="1040" y="70"/>
                  <a:pt x="1040" y="70"/>
                  <a:pt x="1040" y="70"/>
                </a:cubicBezTo>
                <a:cubicBezTo>
                  <a:pt x="1040" y="48"/>
                  <a:pt x="1028" y="34"/>
                  <a:pt x="1008" y="34"/>
                </a:cubicBezTo>
                <a:close/>
                <a:moveTo>
                  <a:pt x="1250" y="132"/>
                </a:moveTo>
                <a:cubicBezTo>
                  <a:pt x="1278" y="132"/>
                  <a:pt x="1278" y="132"/>
                  <a:pt x="1278" y="132"/>
                </a:cubicBezTo>
                <a:cubicBezTo>
                  <a:pt x="1278" y="1"/>
                  <a:pt x="1278" y="1"/>
                  <a:pt x="1278" y="1"/>
                </a:cubicBezTo>
                <a:cubicBezTo>
                  <a:pt x="1250" y="1"/>
                  <a:pt x="1250" y="1"/>
                  <a:pt x="1250" y="1"/>
                </a:cubicBezTo>
                <a:lnTo>
                  <a:pt x="1250" y="132"/>
                </a:lnTo>
                <a:close/>
                <a:moveTo>
                  <a:pt x="1103" y="34"/>
                </a:moveTo>
                <a:cubicBezTo>
                  <a:pt x="1089" y="34"/>
                  <a:pt x="1081" y="41"/>
                  <a:pt x="1075" y="49"/>
                </a:cubicBezTo>
                <a:cubicBezTo>
                  <a:pt x="1075" y="36"/>
                  <a:pt x="1075" y="36"/>
                  <a:pt x="1075" y="36"/>
                </a:cubicBezTo>
                <a:cubicBezTo>
                  <a:pt x="1047" y="36"/>
                  <a:pt x="1047" y="36"/>
                  <a:pt x="1047" y="36"/>
                </a:cubicBezTo>
                <a:cubicBezTo>
                  <a:pt x="1047" y="132"/>
                  <a:pt x="1047" y="132"/>
                  <a:pt x="1047" y="132"/>
                </a:cubicBezTo>
                <a:cubicBezTo>
                  <a:pt x="1075" y="132"/>
                  <a:pt x="1075" y="132"/>
                  <a:pt x="1075" y="132"/>
                </a:cubicBezTo>
                <a:cubicBezTo>
                  <a:pt x="1075" y="78"/>
                  <a:pt x="1075" y="78"/>
                  <a:pt x="1075" y="78"/>
                </a:cubicBezTo>
                <a:cubicBezTo>
                  <a:pt x="1075" y="65"/>
                  <a:pt x="1081" y="59"/>
                  <a:pt x="1092" y="59"/>
                </a:cubicBezTo>
                <a:cubicBezTo>
                  <a:pt x="1102" y="59"/>
                  <a:pt x="1108" y="65"/>
                  <a:pt x="1108" y="78"/>
                </a:cubicBezTo>
                <a:cubicBezTo>
                  <a:pt x="1108" y="132"/>
                  <a:pt x="1108" y="132"/>
                  <a:pt x="1108" y="132"/>
                </a:cubicBezTo>
                <a:cubicBezTo>
                  <a:pt x="1135" y="132"/>
                  <a:pt x="1135" y="132"/>
                  <a:pt x="1135" y="132"/>
                </a:cubicBezTo>
                <a:cubicBezTo>
                  <a:pt x="1135" y="70"/>
                  <a:pt x="1135" y="70"/>
                  <a:pt x="1135" y="70"/>
                </a:cubicBezTo>
                <a:cubicBezTo>
                  <a:pt x="1135" y="48"/>
                  <a:pt x="1123" y="34"/>
                  <a:pt x="1103" y="34"/>
                </a:cubicBezTo>
                <a:close/>
                <a:moveTo>
                  <a:pt x="910" y="111"/>
                </a:moveTo>
                <a:cubicBezTo>
                  <a:pt x="895" y="111"/>
                  <a:pt x="885" y="99"/>
                  <a:pt x="885" y="84"/>
                </a:cubicBezTo>
                <a:cubicBezTo>
                  <a:pt x="885" y="84"/>
                  <a:pt x="885" y="84"/>
                  <a:pt x="885" y="84"/>
                </a:cubicBezTo>
                <a:cubicBezTo>
                  <a:pt x="885" y="70"/>
                  <a:pt x="895" y="58"/>
                  <a:pt x="909" y="58"/>
                </a:cubicBezTo>
                <a:cubicBezTo>
                  <a:pt x="918" y="58"/>
                  <a:pt x="925" y="62"/>
                  <a:pt x="931" y="68"/>
                </a:cubicBezTo>
                <a:cubicBezTo>
                  <a:pt x="947" y="50"/>
                  <a:pt x="947" y="50"/>
                  <a:pt x="947" y="50"/>
                </a:cubicBezTo>
                <a:cubicBezTo>
                  <a:pt x="938" y="40"/>
                  <a:pt x="927" y="34"/>
                  <a:pt x="909" y="34"/>
                </a:cubicBezTo>
                <a:cubicBezTo>
                  <a:pt x="880" y="34"/>
                  <a:pt x="859" y="57"/>
                  <a:pt x="859" y="84"/>
                </a:cubicBezTo>
                <a:cubicBezTo>
                  <a:pt x="859" y="84"/>
                  <a:pt x="859" y="84"/>
                  <a:pt x="859" y="84"/>
                </a:cubicBezTo>
                <a:cubicBezTo>
                  <a:pt x="859" y="112"/>
                  <a:pt x="880" y="134"/>
                  <a:pt x="909" y="134"/>
                </a:cubicBezTo>
                <a:cubicBezTo>
                  <a:pt x="928" y="134"/>
                  <a:pt x="939" y="127"/>
                  <a:pt x="948" y="117"/>
                </a:cubicBezTo>
                <a:cubicBezTo>
                  <a:pt x="932" y="100"/>
                  <a:pt x="932" y="100"/>
                  <a:pt x="932" y="100"/>
                </a:cubicBezTo>
                <a:cubicBezTo>
                  <a:pt x="925" y="107"/>
                  <a:pt x="919" y="111"/>
                  <a:pt x="910" y="111"/>
                </a:cubicBezTo>
                <a:close/>
                <a:moveTo>
                  <a:pt x="1945" y="35"/>
                </a:moveTo>
                <a:cubicBezTo>
                  <a:pt x="1929" y="35"/>
                  <a:pt x="1918" y="38"/>
                  <a:pt x="1908" y="42"/>
                </a:cubicBezTo>
                <a:cubicBezTo>
                  <a:pt x="1915" y="63"/>
                  <a:pt x="1915" y="63"/>
                  <a:pt x="1915" y="63"/>
                </a:cubicBezTo>
                <a:cubicBezTo>
                  <a:pt x="1923" y="60"/>
                  <a:pt x="1931" y="58"/>
                  <a:pt x="1941" y="58"/>
                </a:cubicBezTo>
                <a:cubicBezTo>
                  <a:pt x="1955" y="58"/>
                  <a:pt x="1962" y="64"/>
                  <a:pt x="1962" y="76"/>
                </a:cubicBezTo>
                <a:cubicBezTo>
                  <a:pt x="1962" y="77"/>
                  <a:pt x="1962" y="77"/>
                  <a:pt x="1962" y="77"/>
                </a:cubicBezTo>
                <a:cubicBezTo>
                  <a:pt x="1955" y="75"/>
                  <a:pt x="1948" y="73"/>
                  <a:pt x="1938" y="73"/>
                </a:cubicBezTo>
                <a:cubicBezTo>
                  <a:pt x="1915" y="73"/>
                  <a:pt x="1899" y="83"/>
                  <a:pt x="1899" y="104"/>
                </a:cubicBezTo>
                <a:cubicBezTo>
                  <a:pt x="1899" y="104"/>
                  <a:pt x="1899" y="104"/>
                  <a:pt x="1899" y="104"/>
                </a:cubicBezTo>
                <a:cubicBezTo>
                  <a:pt x="1899" y="123"/>
                  <a:pt x="1914" y="134"/>
                  <a:pt x="1932" y="134"/>
                </a:cubicBezTo>
                <a:cubicBezTo>
                  <a:pt x="1946" y="134"/>
                  <a:pt x="1955" y="129"/>
                  <a:pt x="1962" y="122"/>
                </a:cubicBezTo>
                <a:cubicBezTo>
                  <a:pt x="1962" y="132"/>
                  <a:pt x="1962" y="132"/>
                  <a:pt x="1962" y="132"/>
                </a:cubicBezTo>
                <a:cubicBezTo>
                  <a:pt x="1988" y="132"/>
                  <a:pt x="1988" y="132"/>
                  <a:pt x="1988" y="132"/>
                </a:cubicBezTo>
                <a:cubicBezTo>
                  <a:pt x="1988" y="76"/>
                  <a:pt x="1988" y="76"/>
                  <a:pt x="1988" y="76"/>
                </a:cubicBezTo>
                <a:cubicBezTo>
                  <a:pt x="1988" y="63"/>
                  <a:pt x="1985" y="53"/>
                  <a:pt x="1978" y="46"/>
                </a:cubicBezTo>
                <a:cubicBezTo>
                  <a:pt x="1971" y="39"/>
                  <a:pt x="1960" y="35"/>
                  <a:pt x="1945" y="35"/>
                </a:cubicBezTo>
                <a:close/>
                <a:moveTo>
                  <a:pt x="1962" y="98"/>
                </a:moveTo>
                <a:cubicBezTo>
                  <a:pt x="1962" y="108"/>
                  <a:pt x="1953" y="115"/>
                  <a:pt x="1941" y="115"/>
                </a:cubicBezTo>
                <a:cubicBezTo>
                  <a:pt x="1932" y="115"/>
                  <a:pt x="1926" y="111"/>
                  <a:pt x="1926" y="103"/>
                </a:cubicBezTo>
                <a:cubicBezTo>
                  <a:pt x="1926" y="103"/>
                  <a:pt x="1926" y="103"/>
                  <a:pt x="1926" y="103"/>
                </a:cubicBezTo>
                <a:cubicBezTo>
                  <a:pt x="1926" y="94"/>
                  <a:pt x="1933" y="90"/>
                  <a:pt x="1945" y="90"/>
                </a:cubicBezTo>
                <a:cubicBezTo>
                  <a:pt x="1951" y="90"/>
                  <a:pt x="1957" y="91"/>
                  <a:pt x="1962" y="93"/>
                </a:cubicBezTo>
                <a:lnTo>
                  <a:pt x="1962" y="98"/>
                </a:lnTo>
                <a:close/>
                <a:moveTo>
                  <a:pt x="1193" y="34"/>
                </a:moveTo>
                <a:cubicBezTo>
                  <a:pt x="1163" y="34"/>
                  <a:pt x="1141" y="56"/>
                  <a:pt x="1141" y="84"/>
                </a:cubicBezTo>
                <a:cubicBezTo>
                  <a:pt x="1141" y="84"/>
                  <a:pt x="1141" y="84"/>
                  <a:pt x="1141" y="84"/>
                </a:cubicBezTo>
                <a:cubicBezTo>
                  <a:pt x="1141" y="112"/>
                  <a:pt x="1163" y="134"/>
                  <a:pt x="1193" y="134"/>
                </a:cubicBezTo>
                <a:cubicBezTo>
                  <a:pt x="1223" y="134"/>
                  <a:pt x="1245" y="112"/>
                  <a:pt x="1245" y="84"/>
                </a:cubicBezTo>
                <a:cubicBezTo>
                  <a:pt x="1245" y="84"/>
                  <a:pt x="1245" y="84"/>
                  <a:pt x="1245" y="84"/>
                </a:cubicBezTo>
                <a:cubicBezTo>
                  <a:pt x="1245" y="56"/>
                  <a:pt x="1223" y="34"/>
                  <a:pt x="1193" y="34"/>
                </a:cubicBezTo>
                <a:close/>
                <a:moveTo>
                  <a:pt x="1218" y="84"/>
                </a:moveTo>
                <a:cubicBezTo>
                  <a:pt x="1218" y="99"/>
                  <a:pt x="1209" y="111"/>
                  <a:pt x="1193" y="111"/>
                </a:cubicBezTo>
                <a:cubicBezTo>
                  <a:pt x="1178" y="111"/>
                  <a:pt x="1168" y="98"/>
                  <a:pt x="1168" y="84"/>
                </a:cubicBezTo>
                <a:cubicBezTo>
                  <a:pt x="1168" y="84"/>
                  <a:pt x="1168" y="84"/>
                  <a:pt x="1168" y="84"/>
                </a:cubicBezTo>
                <a:cubicBezTo>
                  <a:pt x="1168" y="70"/>
                  <a:pt x="1177" y="58"/>
                  <a:pt x="1193" y="58"/>
                </a:cubicBezTo>
                <a:cubicBezTo>
                  <a:pt x="1208" y="58"/>
                  <a:pt x="1218" y="70"/>
                  <a:pt x="1218" y="84"/>
                </a:cubicBezTo>
                <a:close/>
              </a:path>
            </a:pathLst>
          </a:custGeom>
          <a:solidFill>
            <a:schemeClr val="bg1"/>
          </a:solidFill>
          <a:ln>
            <a:noFill/>
          </a:ln>
        </p:spPr>
        <p:txBody>
          <a:bodyPr vert="horz" wrap="square" lIns="68598" tIns="34299" rIns="68598" bIns="34299" numCol="1" anchor="t" anchorCtr="0" compatLnSpc="1">
            <a:prstTxWarp prst="textNoShape">
              <a:avLst/>
            </a:prstTxWarp>
          </a:bodyPr>
          <a:lstStyle/>
          <a:p>
            <a:endParaRPr lang="en-US" sz="1350"/>
          </a:p>
        </p:txBody>
      </p:sp>
      <p:sp>
        <p:nvSpPr>
          <p:cNvPr id="82" name="TextBox 81">
            <a:extLst>
              <a:ext uri="{FF2B5EF4-FFF2-40B4-BE49-F238E27FC236}">
                <a16:creationId xmlns:a16="http://schemas.microsoft.com/office/drawing/2014/main" id="{D0375F64-E651-1A0A-ABF1-9C38BA663F9F}"/>
              </a:ext>
            </a:extLst>
          </p:cNvPr>
          <p:cNvSpPr txBox="1"/>
          <p:nvPr userDrawn="1"/>
        </p:nvSpPr>
        <p:spPr>
          <a:xfrm>
            <a:off x="562897" y="6401580"/>
            <a:ext cx="3086904" cy="115416"/>
          </a:xfrm>
          <a:prstGeom prst="rect">
            <a:avLst/>
          </a:prstGeom>
          <a:noFill/>
        </p:spPr>
        <p:txBody>
          <a:bodyPr wrap="square" lIns="0" tIns="0" rIns="0" bIns="0" rtlCol="0">
            <a:spAutoFit/>
          </a:bodyPr>
          <a:lstStyle/>
          <a:p>
            <a:r>
              <a:rPr lang="en-US" sz="750" dirty="0">
                <a:solidFill>
                  <a:schemeClr val="bg1"/>
                </a:solidFill>
                <a:latin typeface="Arial" pitchFamily="34" charset="0"/>
                <a:cs typeface="Arial" pitchFamily="34" charset="0"/>
              </a:rPr>
              <a:t>2023 Lenovo Internal. All rights reserved.</a:t>
            </a:r>
          </a:p>
        </p:txBody>
      </p:sp>
    </p:spTree>
    <p:extLst>
      <p:ext uri="{BB962C8B-B14F-4D97-AF65-F5344CB8AC3E}">
        <p14:creationId xmlns:p14="http://schemas.microsoft.com/office/powerpoint/2010/main" val="702575105"/>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Section Header_White">
    <p:bg>
      <p:bgPr>
        <a:solidFill>
          <a:schemeClr val="bg1"/>
        </a:solidFill>
        <a:effectLst/>
      </p:bgPr>
    </p:bg>
    <p:spTree>
      <p:nvGrpSpPr>
        <p:cNvPr id="1" name=""/>
        <p:cNvGrpSpPr/>
        <p:nvPr/>
      </p:nvGrpSpPr>
      <p:grpSpPr>
        <a:xfrm>
          <a:off x="0" y="0"/>
          <a:ext cx="0" cy="0"/>
          <a:chOff x="0" y="0"/>
          <a:chExt cx="0" cy="0"/>
        </a:xfrm>
      </p:grpSpPr>
      <p:pic>
        <p:nvPicPr>
          <p:cNvPr id="25" name="Picture 24" descr="Background pattern&#10;&#10;Description automatically generated">
            <a:extLst>
              <a:ext uri="{FF2B5EF4-FFF2-40B4-BE49-F238E27FC236}">
                <a16:creationId xmlns:a16="http://schemas.microsoft.com/office/drawing/2014/main" id="{C08B439B-E84A-4380-B725-5C2E2A35786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72"/>
            <a:ext cx="9144000" cy="6857929"/>
          </a:xfrm>
          <a:prstGeom prst="rect">
            <a:avLst/>
          </a:prstGeom>
        </p:spPr>
      </p:pic>
      <p:pic>
        <p:nvPicPr>
          <p:cNvPr id="2" name="Picture 1">
            <a:extLst>
              <a:ext uri="{FF2B5EF4-FFF2-40B4-BE49-F238E27FC236}">
                <a16:creationId xmlns:a16="http://schemas.microsoft.com/office/drawing/2014/main" id="{F3AAEF88-CE9A-513F-15A9-9CFA52F7FF6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r="1515" b="1414"/>
          <a:stretch/>
        </p:blipFill>
        <p:spPr>
          <a:xfrm flipH="1">
            <a:off x="5714107" y="34"/>
            <a:ext cx="3429893" cy="6857966"/>
          </a:xfrm>
          <a:prstGeom prst="rect">
            <a:avLst/>
          </a:prstGeom>
        </p:spPr>
      </p:pic>
      <p:sp>
        <p:nvSpPr>
          <p:cNvPr id="16" name="TextBox 15">
            <a:extLst>
              <a:ext uri="{FF2B5EF4-FFF2-40B4-BE49-F238E27FC236}">
                <a16:creationId xmlns:a16="http://schemas.microsoft.com/office/drawing/2014/main" id="{89C3EB64-A851-71DD-8882-1FDB7C2E99CB}"/>
              </a:ext>
            </a:extLst>
          </p:cNvPr>
          <p:cNvSpPr txBox="1"/>
          <p:nvPr userDrawn="1"/>
        </p:nvSpPr>
        <p:spPr>
          <a:xfrm>
            <a:off x="1202829" y="6401580"/>
            <a:ext cx="3086904" cy="115416"/>
          </a:xfrm>
          <a:prstGeom prst="rect">
            <a:avLst/>
          </a:prstGeom>
          <a:noFill/>
        </p:spPr>
        <p:txBody>
          <a:bodyPr wrap="square" lIns="0" tIns="0" rIns="0" bIns="0" rtlCol="0">
            <a:spAutoFit/>
          </a:bodyPr>
          <a:lstStyle/>
          <a:p>
            <a:r>
              <a:rPr lang="en-US" sz="750" dirty="0">
                <a:solidFill>
                  <a:schemeClr val="tx1"/>
                </a:solidFill>
                <a:latin typeface="Arial" pitchFamily="34" charset="0"/>
                <a:cs typeface="Arial" pitchFamily="34" charset="0"/>
              </a:rPr>
              <a:t>2023 Lenovo Internal. All rights reserved.</a:t>
            </a:r>
          </a:p>
        </p:txBody>
      </p:sp>
      <p:grpSp>
        <p:nvGrpSpPr>
          <p:cNvPr id="17" name="Group 16">
            <a:extLst>
              <a:ext uri="{FF2B5EF4-FFF2-40B4-BE49-F238E27FC236}">
                <a16:creationId xmlns:a16="http://schemas.microsoft.com/office/drawing/2014/main" id="{76E4C2BE-620B-6B7D-1426-F9CB0B9DB688}"/>
              </a:ext>
            </a:extLst>
          </p:cNvPr>
          <p:cNvGrpSpPr>
            <a:grpSpLocks noChangeAspect="1"/>
          </p:cNvGrpSpPr>
          <p:nvPr userDrawn="1"/>
        </p:nvGrpSpPr>
        <p:grpSpPr>
          <a:xfrm>
            <a:off x="570458" y="6348283"/>
            <a:ext cx="583082" cy="259316"/>
            <a:chOff x="547688" y="952500"/>
            <a:chExt cx="12190413" cy="4067175"/>
          </a:xfrm>
        </p:grpSpPr>
        <p:sp>
          <p:nvSpPr>
            <p:cNvPr id="18" name="Rectangle 17">
              <a:extLst>
                <a:ext uri="{FF2B5EF4-FFF2-40B4-BE49-F238E27FC236}">
                  <a16:creationId xmlns:a16="http://schemas.microsoft.com/office/drawing/2014/main" id="{7C002FA1-87AB-10E7-DF14-BCD2904245D0}"/>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9" name="Freeform 7">
              <a:extLst>
                <a:ext uri="{FF2B5EF4-FFF2-40B4-BE49-F238E27FC236}">
                  <a16:creationId xmlns:a16="http://schemas.microsoft.com/office/drawing/2014/main" id="{AFC16D85-BEED-1820-DFF9-5D8B0AACAC23}"/>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0" name="Freeform 8">
              <a:extLst>
                <a:ext uri="{FF2B5EF4-FFF2-40B4-BE49-F238E27FC236}">
                  <a16:creationId xmlns:a16="http://schemas.microsoft.com/office/drawing/2014/main" id="{1F2566FE-64C0-16F6-945D-2961668799EB}"/>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1" name="Freeform 9">
              <a:extLst>
                <a:ext uri="{FF2B5EF4-FFF2-40B4-BE49-F238E27FC236}">
                  <a16:creationId xmlns:a16="http://schemas.microsoft.com/office/drawing/2014/main" id="{D3B60C47-FE53-B519-B5B0-91907EAADB5E}"/>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2" name="Freeform 10">
              <a:extLst>
                <a:ext uri="{FF2B5EF4-FFF2-40B4-BE49-F238E27FC236}">
                  <a16:creationId xmlns:a16="http://schemas.microsoft.com/office/drawing/2014/main" id="{51BD7309-4598-0B4D-F955-25A4778655B5}"/>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3" name="Freeform 10">
              <a:extLst>
                <a:ext uri="{FF2B5EF4-FFF2-40B4-BE49-F238E27FC236}">
                  <a16:creationId xmlns:a16="http://schemas.microsoft.com/office/drawing/2014/main" id="{3AB317A1-606F-084E-CD32-A64A53D259C5}"/>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4" name="Freeform 11">
              <a:extLst>
                <a:ext uri="{FF2B5EF4-FFF2-40B4-BE49-F238E27FC236}">
                  <a16:creationId xmlns:a16="http://schemas.microsoft.com/office/drawing/2014/main" id="{3ECEF077-D5E5-A906-C26A-748935BA5E8F}"/>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
        <p:nvSpPr>
          <p:cNvPr id="46" name="Title 16"/>
          <p:cNvSpPr>
            <a:spLocks noGrp="1"/>
          </p:cNvSpPr>
          <p:nvPr>
            <p:ph type="title" hasCustomPrompt="1"/>
          </p:nvPr>
        </p:nvSpPr>
        <p:spPr bwMode="gray">
          <a:xfrm>
            <a:off x="562896" y="1549492"/>
            <a:ext cx="4698954" cy="2405203"/>
          </a:xfrm>
          <a:prstGeom prst="rect">
            <a:avLst/>
          </a:prstGeom>
        </p:spPr>
        <p:txBody>
          <a:bodyPr lIns="0" tIns="0" rIns="0" bIns="0" anchor="b" anchorCtr="0"/>
          <a:lstStyle>
            <a:lvl1pPr marL="0" algn="l" defTabSz="914484" rtl="0" eaLnBrk="1" latinLnBrk="0" hangingPunct="1">
              <a:lnSpc>
                <a:spcPct val="75000"/>
              </a:lnSpc>
              <a:spcBef>
                <a:spcPct val="0"/>
              </a:spcBef>
              <a:buNone/>
              <a:defRPr lang="en-US" sz="4501" b="1" kern="1200" cap="none" spc="-113" baseline="0" dirty="0">
                <a:solidFill>
                  <a:schemeClr val="accent4"/>
                </a:solidFill>
                <a:latin typeface="Arial" pitchFamily="34" charset="0"/>
                <a:ea typeface="+mn-ea"/>
                <a:cs typeface="Arial" pitchFamily="34" charset="0"/>
              </a:defRPr>
            </a:lvl1pPr>
          </a:lstStyle>
          <a:p>
            <a:r>
              <a:rPr lang="en-US" dirty="0"/>
              <a:t>Section header</a:t>
            </a:r>
          </a:p>
        </p:txBody>
      </p:sp>
      <p:sp>
        <p:nvSpPr>
          <p:cNvPr id="11" name="Text Placeholder 2"/>
          <p:cNvSpPr>
            <a:spLocks noGrp="1"/>
          </p:cNvSpPr>
          <p:nvPr>
            <p:ph type="body" idx="1" hasCustomPrompt="1"/>
          </p:nvPr>
        </p:nvSpPr>
        <p:spPr bwMode="white">
          <a:xfrm>
            <a:off x="562896" y="4328650"/>
            <a:ext cx="4698954" cy="245388"/>
          </a:xfrm>
          <a:prstGeom prst="rect">
            <a:avLst/>
          </a:prstGeom>
        </p:spPr>
        <p:txBody>
          <a:bodyPr wrap="square" lIns="0" tIns="0" rIns="0" bIns="0" anchor="t" anchorCtr="0">
            <a:spAutoFit/>
          </a:bodyPr>
          <a:lstStyle>
            <a:lvl1pPr marL="0" indent="0">
              <a:lnSpc>
                <a:spcPct val="85000"/>
              </a:lnSpc>
              <a:spcBef>
                <a:spcPts val="0"/>
              </a:spcBef>
              <a:buNone/>
              <a:defRPr sz="1876" spc="0" baseline="0">
                <a:solidFill>
                  <a:schemeClr val="accent4"/>
                </a:solidFill>
              </a:defRPr>
            </a:lvl1pPr>
            <a:lvl2pPr marL="342991" indent="0">
              <a:buNone/>
              <a:defRPr sz="1500">
                <a:solidFill>
                  <a:schemeClr val="tx1">
                    <a:tint val="75000"/>
                  </a:schemeClr>
                </a:solidFill>
              </a:defRPr>
            </a:lvl2pPr>
            <a:lvl3pPr marL="685983" indent="0">
              <a:buNone/>
              <a:defRPr sz="1350">
                <a:solidFill>
                  <a:schemeClr val="tx1">
                    <a:tint val="75000"/>
                  </a:schemeClr>
                </a:solidFill>
              </a:defRPr>
            </a:lvl3pPr>
            <a:lvl4pPr marL="1028974" indent="0">
              <a:buNone/>
              <a:defRPr sz="1200">
                <a:solidFill>
                  <a:schemeClr val="tx1">
                    <a:tint val="75000"/>
                  </a:schemeClr>
                </a:solidFill>
              </a:defRPr>
            </a:lvl4pPr>
            <a:lvl5pPr marL="1371966" indent="0">
              <a:buNone/>
              <a:defRPr sz="1200">
                <a:solidFill>
                  <a:schemeClr val="tx1">
                    <a:tint val="75000"/>
                  </a:schemeClr>
                </a:solidFill>
              </a:defRPr>
            </a:lvl5pPr>
            <a:lvl6pPr marL="1714957" indent="0">
              <a:buNone/>
              <a:defRPr sz="1200">
                <a:solidFill>
                  <a:schemeClr val="tx1">
                    <a:tint val="75000"/>
                  </a:schemeClr>
                </a:solidFill>
              </a:defRPr>
            </a:lvl6pPr>
            <a:lvl7pPr marL="2057949" indent="0">
              <a:buNone/>
              <a:defRPr sz="1200">
                <a:solidFill>
                  <a:schemeClr val="tx1">
                    <a:tint val="75000"/>
                  </a:schemeClr>
                </a:solidFill>
              </a:defRPr>
            </a:lvl7pPr>
            <a:lvl8pPr marL="2400940" indent="0">
              <a:buNone/>
              <a:defRPr sz="1200">
                <a:solidFill>
                  <a:schemeClr val="tx1">
                    <a:tint val="75000"/>
                  </a:schemeClr>
                </a:solidFill>
              </a:defRPr>
            </a:lvl8pPr>
            <a:lvl9pPr marL="2743932" indent="0">
              <a:buNone/>
              <a:defRPr sz="1200">
                <a:solidFill>
                  <a:schemeClr val="tx1">
                    <a:tint val="75000"/>
                  </a:schemeClr>
                </a:solidFill>
              </a:defRPr>
            </a:lvl9pPr>
          </a:lstStyle>
          <a:p>
            <a:pPr lvl="0"/>
            <a:r>
              <a:rPr lang="en-US" dirty="0"/>
              <a:t>Subhead here</a:t>
            </a:r>
          </a:p>
        </p:txBody>
      </p:sp>
      <p:sp>
        <p:nvSpPr>
          <p:cNvPr id="5" name="Slide Number Placeholder 4">
            <a:extLst>
              <a:ext uri="{FF2B5EF4-FFF2-40B4-BE49-F238E27FC236}">
                <a16:creationId xmlns:a16="http://schemas.microsoft.com/office/drawing/2014/main" id="{E7C22F89-ADF9-0A52-8877-914CA372E2DE}"/>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147984067"/>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Section Header_White_Alt">
    <p:bg>
      <p:bgPr>
        <a:solidFill>
          <a:schemeClr val="bg1"/>
        </a:solidFill>
        <a:effectLst/>
      </p:bgPr>
    </p:bg>
    <p:spTree>
      <p:nvGrpSpPr>
        <p:cNvPr id="1" name=""/>
        <p:cNvGrpSpPr/>
        <p:nvPr/>
      </p:nvGrpSpPr>
      <p:grpSpPr>
        <a:xfrm>
          <a:off x="0" y="0"/>
          <a:ext cx="0" cy="0"/>
          <a:chOff x="0" y="0"/>
          <a:chExt cx="0" cy="0"/>
        </a:xfrm>
      </p:grpSpPr>
      <p:pic>
        <p:nvPicPr>
          <p:cNvPr id="25" name="Picture 24" descr="Background pattern&#10;&#10;Description automatically generated">
            <a:extLst>
              <a:ext uri="{FF2B5EF4-FFF2-40B4-BE49-F238E27FC236}">
                <a16:creationId xmlns:a16="http://schemas.microsoft.com/office/drawing/2014/main" id="{D5C4C27E-C20F-40CB-85CF-27223BC9C55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72"/>
            <a:ext cx="9144000" cy="6857929"/>
          </a:xfrm>
          <a:prstGeom prst="rect">
            <a:avLst/>
          </a:prstGeom>
        </p:spPr>
      </p:pic>
      <p:pic>
        <p:nvPicPr>
          <p:cNvPr id="4" name="Picture 3" descr="A person in a white dress&#10;&#10;Description automatically generated with low confidence">
            <a:extLst>
              <a:ext uri="{FF2B5EF4-FFF2-40B4-BE49-F238E27FC236}">
                <a16:creationId xmlns:a16="http://schemas.microsoft.com/office/drawing/2014/main" id="{1852C0BD-7572-C8B3-D29B-44B7409BB26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714107" y="0"/>
            <a:ext cx="3429893" cy="6858000"/>
          </a:xfrm>
          <a:prstGeom prst="rect">
            <a:avLst/>
          </a:prstGeom>
        </p:spPr>
      </p:pic>
      <p:sp>
        <p:nvSpPr>
          <p:cNvPr id="16" name="TextBox 15">
            <a:extLst>
              <a:ext uri="{FF2B5EF4-FFF2-40B4-BE49-F238E27FC236}">
                <a16:creationId xmlns:a16="http://schemas.microsoft.com/office/drawing/2014/main" id="{89C3EB64-A851-71DD-8882-1FDB7C2E99CB}"/>
              </a:ext>
            </a:extLst>
          </p:cNvPr>
          <p:cNvSpPr txBox="1"/>
          <p:nvPr userDrawn="1"/>
        </p:nvSpPr>
        <p:spPr>
          <a:xfrm>
            <a:off x="1202829" y="6401580"/>
            <a:ext cx="3086904" cy="115416"/>
          </a:xfrm>
          <a:prstGeom prst="rect">
            <a:avLst/>
          </a:prstGeom>
          <a:noFill/>
        </p:spPr>
        <p:txBody>
          <a:bodyPr wrap="square" lIns="0" tIns="0" rIns="0" bIns="0" rtlCol="0">
            <a:spAutoFit/>
          </a:bodyPr>
          <a:lstStyle/>
          <a:p>
            <a:r>
              <a:rPr lang="en-US" sz="750" dirty="0">
                <a:solidFill>
                  <a:schemeClr val="tx1"/>
                </a:solidFill>
                <a:latin typeface="Arial" pitchFamily="34" charset="0"/>
                <a:cs typeface="Arial" pitchFamily="34" charset="0"/>
              </a:rPr>
              <a:t>2023 Lenovo Internal. All rights reserved.</a:t>
            </a:r>
          </a:p>
        </p:txBody>
      </p:sp>
      <p:grpSp>
        <p:nvGrpSpPr>
          <p:cNvPr id="17" name="Group 16">
            <a:extLst>
              <a:ext uri="{FF2B5EF4-FFF2-40B4-BE49-F238E27FC236}">
                <a16:creationId xmlns:a16="http://schemas.microsoft.com/office/drawing/2014/main" id="{76E4C2BE-620B-6B7D-1426-F9CB0B9DB688}"/>
              </a:ext>
            </a:extLst>
          </p:cNvPr>
          <p:cNvGrpSpPr>
            <a:grpSpLocks noChangeAspect="1"/>
          </p:cNvGrpSpPr>
          <p:nvPr userDrawn="1"/>
        </p:nvGrpSpPr>
        <p:grpSpPr>
          <a:xfrm>
            <a:off x="570458" y="6348283"/>
            <a:ext cx="583082" cy="259316"/>
            <a:chOff x="547688" y="952500"/>
            <a:chExt cx="12190413" cy="4067175"/>
          </a:xfrm>
        </p:grpSpPr>
        <p:sp>
          <p:nvSpPr>
            <p:cNvPr id="18" name="Rectangle 17">
              <a:extLst>
                <a:ext uri="{FF2B5EF4-FFF2-40B4-BE49-F238E27FC236}">
                  <a16:creationId xmlns:a16="http://schemas.microsoft.com/office/drawing/2014/main" id="{7C002FA1-87AB-10E7-DF14-BCD2904245D0}"/>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9" name="Freeform 7">
              <a:extLst>
                <a:ext uri="{FF2B5EF4-FFF2-40B4-BE49-F238E27FC236}">
                  <a16:creationId xmlns:a16="http://schemas.microsoft.com/office/drawing/2014/main" id="{AFC16D85-BEED-1820-DFF9-5D8B0AACAC23}"/>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0" name="Freeform 8">
              <a:extLst>
                <a:ext uri="{FF2B5EF4-FFF2-40B4-BE49-F238E27FC236}">
                  <a16:creationId xmlns:a16="http://schemas.microsoft.com/office/drawing/2014/main" id="{1F2566FE-64C0-16F6-945D-2961668799EB}"/>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1" name="Freeform 9">
              <a:extLst>
                <a:ext uri="{FF2B5EF4-FFF2-40B4-BE49-F238E27FC236}">
                  <a16:creationId xmlns:a16="http://schemas.microsoft.com/office/drawing/2014/main" id="{D3B60C47-FE53-B519-B5B0-91907EAADB5E}"/>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2" name="Freeform 10">
              <a:extLst>
                <a:ext uri="{FF2B5EF4-FFF2-40B4-BE49-F238E27FC236}">
                  <a16:creationId xmlns:a16="http://schemas.microsoft.com/office/drawing/2014/main" id="{51BD7309-4598-0B4D-F955-25A4778655B5}"/>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3" name="Freeform 10">
              <a:extLst>
                <a:ext uri="{FF2B5EF4-FFF2-40B4-BE49-F238E27FC236}">
                  <a16:creationId xmlns:a16="http://schemas.microsoft.com/office/drawing/2014/main" id="{3AB317A1-606F-084E-CD32-A64A53D259C5}"/>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4" name="Freeform 11">
              <a:extLst>
                <a:ext uri="{FF2B5EF4-FFF2-40B4-BE49-F238E27FC236}">
                  <a16:creationId xmlns:a16="http://schemas.microsoft.com/office/drawing/2014/main" id="{3ECEF077-D5E5-A906-C26A-748935BA5E8F}"/>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
        <p:nvSpPr>
          <p:cNvPr id="46" name="Title 16"/>
          <p:cNvSpPr>
            <a:spLocks noGrp="1"/>
          </p:cNvSpPr>
          <p:nvPr>
            <p:ph type="title" hasCustomPrompt="1"/>
          </p:nvPr>
        </p:nvSpPr>
        <p:spPr bwMode="gray">
          <a:xfrm>
            <a:off x="562896" y="1549492"/>
            <a:ext cx="4698954" cy="2405203"/>
          </a:xfrm>
          <a:prstGeom prst="rect">
            <a:avLst/>
          </a:prstGeom>
        </p:spPr>
        <p:txBody>
          <a:bodyPr lIns="0" tIns="0" rIns="0" bIns="0" anchor="b" anchorCtr="0"/>
          <a:lstStyle>
            <a:lvl1pPr marL="0" algn="l" defTabSz="914484" rtl="0" eaLnBrk="1" latinLnBrk="0" hangingPunct="1">
              <a:lnSpc>
                <a:spcPct val="75000"/>
              </a:lnSpc>
              <a:spcBef>
                <a:spcPct val="0"/>
              </a:spcBef>
              <a:buNone/>
              <a:defRPr lang="en-US" sz="4501" b="1" kern="1200" cap="none" spc="-113" baseline="0" dirty="0">
                <a:solidFill>
                  <a:schemeClr val="accent4"/>
                </a:solidFill>
                <a:latin typeface="Arial" pitchFamily="34" charset="0"/>
                <a:ea typeface="+mn-ea"/>
                <a:cs typeface="Arial" pitchFamily="34" charset="0"/>
              </a:defRPr>
            </a:lvl1pPr>
          </a:lstStyle>
          <a:p>
            <a:r>
              <a:rPr lang="en-US" dirty="0"/>
              <a:t>Section header</a:t>
            </a:r>
          </a:p>
        </p:txBody>
      </p:sp>
      <p:sp>
        <p:nvSpPr>
          <p:cNvPr id="11" name="Text Placeholder 2"/>
          <p:cNvSpPr>
            <a:spLocks noGrp="1"/>
          </p:cNvSpPr>
          <p:nvPr>
            <p:ph type="body" idx="1" hasCustomPrompt="1"/>
          </p:nvPr>
        </p:nvSpPr>
        <p:spPr bwMode="white">
          <a:xfrm>
            <a:off x="562896" y="4328650"/>
            <a:ext cx="4698954" cy="245388"/>
          </a:xfrm>
          <a:prstGeom prst="rect">
            <a:avLst/>
          </a:prstGeom>
        </p:spPr>
        <p:txBody>
          <a:bodyPr wrap="square" lIns="0" tIns="0" rIns="0" bIns="0" anchor="t" anchorCtr="0">
            <a:spAutoFit/>
          </a:bodyPr>
          <a:lstStyle>
            <a:lvl1pPr marL="0" indent="0">
              <a:lnSpc>
                <a:spcPct val="85000"/>
              </a:lnSpc>
              <a:spcBef>
                <a:spcPts val="0"/>
              </a:spcBef>
              <a:buNone/>
              <a:defRPr sz="1876" spc="0" baseline="0">
                <a:solidFill>
                  <a:schemeClr val="accent4"/>
                </a:solidFill>
              </a:defRPr>
            </a:lvl1pPr>
            <a:lvl2pPr marL="342991" indent="0">
              <a:buNone/>
              <a:defRPr sz="1500">
                <a:solidFill>
                  <a:schemeClr val="tx1">
                    <a:tint val="75000"/>
                  </a:schemeClr>
                </a:solidFill>
              </a:defRPr>
            </a:lvl2pPr>
            <a:lvl3pPr marL="685983" indent="0">
              <a:buNone/>
              <a:defRPr sz="1350">
                <a:solidFill>
                  <a:schemeClr val="tx1">
                    <a:tint val="75000"/>
                  </a:schemeClr>
                </a:solidFill>
              </a:defRPr>
            </a:lvl3pPr>
            <a:lvl4pPr marL="1028974" indent="0">
              <a:buNone/>
              <a:defRPr sz="1200">
                <a:solidFill>
                  <a:schemeClr val="tx1">
                    <a:tint val="75000"/>
                  </a:schemeClr>
                </a:solidFill>
              </a:defRPr>
            </a:lvl4pPr>
            <a:lvl5pPr marL="1371966" indent="0">
              <a:buNone/>
              <a:defRPr sz="1200">
                <a:solidFill>
                  <a:schemeClr val="tx1">
                    <a:tint val="75000"/>
                  </a:schemeClr>
                </a:solidFill>
              </a:defRPr>
            </a:lvl5pPr>
            <a:lvl6pPr marL="1714957" indent="0">
              <a:buNone/>
              <a:defRPr sz="1200">
                <a:solidFill>
                  <a:schemeClr val="tx1">
                    <a:tint val="75000"/>
                  </a:schemeClr>
                </a:solidFill>
              </a:defRPr>
            </a:lvl6pPr>
            <a:lvl7pPr marL="2057949" indent="0">
              <a:buNone/>
              <a:defRPr sz="1200">
                <a:solidFill>
                  <a:schemeClr val="tx1">
                    <a:tint val="75000"/>
                  </a:schemeClr>
                </a:solidFill>
              </a:defRPr>
            </a:lvl7pPr>
            <a:lvl8pPr marL="2400940" indent="0">
              <a:buNone/>
              <a:defRPr sz="1200">
                <a:solidFill>
                  <a:schemeClr val="tx1">
                    <a:tint val="75000"/>
                  </a:schemeClr>
                </a:solidFill>
              </a:defRPr>
            </a:lvl8pPr>
            <a:lvl9pPr marL="2743932" indent="0">
              <a:buNone/>
              <a:defRPr sz="1200">
                <a:solidFill>
                  <a:schemeClr val="tx1">
                    <a:tint val="75000"/>
                  </a:schemeClr>
                </a:solidFill>
              </a:defRPr>
            </a:lvl9pPr>
          </a:lstStyle>
          <a:p>
            <a:pPr lvl="0"/>
            <a:r>
              <a:rPr lang="en-US" dirty="0"/>
              <a:t>Subhead here</a:t>
            </a:r>
          </a:p>
        </p:txBody>
      </p:sp>
      <p:sp>
        <p:nvSpPr>
          <p:cNvPr id="5" name="Slide Number Placeholder 4">
            <a:extLst>
              <a:ext uri="{FF2B5EF4-FFF2-40B4-BE49-F238E27FC236}">
                <a16:creationId xmlns:a16="http://schemas.microsoft.com/office/drawing/2014/main" id="{E7C22F89-ADF9-0A52-8877-914CA372E2DE}"/>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09407631"/>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Section Header_Black">
    <p:bg>
      <p:bgPr>
        <a:solidFill>
          <a:schemeClr val="tx1"/>
        </a:solidFill>
        <a:effectLst/>
      </p:bgPr>
    </p:bg>
    <p:spTree>
      <p:nvGrpSpPr>
        <p:cNvPr id="1" name=""/>
        <p:cNvGrpSpPr/>
        <p:nvPr/>
      </p:nvGrpSpPr>
      <p:grpSpPr>
        <a:xfrm>
          <a:off x="0" y="0"/>
          <a:ext cx="0" cy="0"/>
          <a:chOff x="0" y="0"/>
          <a:chExt cx="0" cy="0"/>
        </a:xfrm>
      </p:grpSpPr>
      <p:pic>
        <p:nvPicPr>
          <p:cNvPr id="25" name="Picture 24" descr="Background pattern&#10;&#10;Description automatically generated">
            <a:extLst>
              <a:ext uri="{FF2B5EF4-FFF2-40B4-BE49-F238E27FC236}">
                <a16:creationId xmlns:a16="http://schemas.microsoft.com/office/drawing/2014/main" id="{BCB70D7F-DA6D-4CCD-81E9-90248EF641E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72"/>
            <a:ext cx="9144000" cy="6857929"/>
          </a:xfrm>
          <a:prstGeom prst="rect">
            <a:avLst/>
          </a:prstGeom>
        </p:spPr>
      </p:pic>
      <p:pic>
        <p:nvPicPr>
          <p:cNvPr id="27" name="Picture 26">
            <a:extLst>
              <a:ext uri="{FF2B5EF4-FFF2-40B4-BE49-F238E27FC236}">
                <a16:creationId xmlns:a16="http://schemas.microsoft.com/office/drawing/2014/main" id="{4E412EDD-C562-F92D-41A2-18849B2F30C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714107" y="36"/>
            <a:ext cx="3429893" cy="6857929"/>
          </a:xfrm>
          <a:prstGeom prst="rect">
            <a:avLst/>
          </a:prstGeom>
        </p:spPr>
      </p:pic>
      <p:sp>
        <p:nvSpPr>
          <p:cNvPr id="16" name="TextBox 15">
            <a:extLst>
              <a:ext uri="{FF2B5EF4-FFF2-40B4-BE49-F238E27FC236}">
                <a16:creationId xmlns:a16="http://schemas.microsoft.com/office/drawing/2014/main" id="{C50D814F-EE5B-C084-7424-D39C0DE54FF7}"/>
              </a:ext>
            </a:extLst>
          </p:cNvPr>
          <p:cNvSpPr txBox="1"/>
          <p:nvPr userDrawn="1"/>
        </p:nvSpPr>
        <p:spPr>
          <a:xfrm>
            <a:off x="1202829" y="6401580"/>
            <a:ext cx="3086904" cy="115416"/>
          </a:xfrm>
          <a:prstGeom prst="rect">
            <a:avLst/>
          </a:prstGeom>
          <a:noFill/>
        </p:spPr>
        <p:txBody>
          <a:bodyPr wrap="square" lIns="0" tIns="0" rIns="0" bIns="0" rtlCol="0">
            <a:spAutoFit/>
          </a:bodyPr>
          <a:lstStyle/>
          <a:p>
            <a:r>
              <a:rPr lang="en-US" sz="750" dirty="0">
                <a:solidFill>
                  <a:schemeClr val="bg1"/>
                </a:solidFill>
                <a:latin typeface="Arial" pitchFamily="34" charset="0"/>
                <a:cs typeface="Arial" pitchFamily="34" charset="0"/>
              </a:rPr>
              <a:t>2023 Lenovo Internal. All rights reserved.</a:t>
            </a:r>
          </a:p>
        </p:txBody>
      </p:sp>
      <p:grpSp>
        <p:nvGrpSpPr>
          <p:cNvPr id="17" name="Group 16">
            <a:extLst>
              <a:ext uri="{FF2B5EF4-FFF2-40B4-BE49-F238E27FC236}">
                <a16:creationId xmlns:a16="http://schemas.microsoft.com/office/drawing/2014/main" id="{3C498D60-2F6C-6ADE-BB9A-D957660E0731}"/>
              </a:ext>
            </a:extLst>
          </p:cNvPr>
          <p:cNvGrpSpPr>
            <a:grpSpLocks noChangeAspect="1"/>
          </p:cNvGrpSpPr>
          <p:nvPr userDrawn="1"/>
        </p:nvGrpSpPr>
        <p:grpSpPr>
          <a:xfrm>
            <a:off x="570458" y="6348283"/>
            <a:ext cx="583082" cy="259316"/>
            <a:chOff x="547688" y="952500"/>
            <a:chExt cx="12190413" cy="4067175"/>
          </a:xfrm>
        </p:grpSpPr>
        <p:sp>
          <p:nvSpPr>
            <p:cNvPr id="18" name="Rectangle 17">
              <a:extLst>
                <a:ext uri="{FF2B5EF4-FFF2-40B4-BE49-F238E27FC236}">
                  <a16:creationId xmlns:a16="http://schemas.microsoft.com/office/drawing/2014/main" id="{C8414641-DA5A-BDF2-889C-1430A63E358C}"/>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9" name="Freeform 7">
              <a:extLst>
                <a:ext uri="{FF2B5EF4-FFF2-40B4-BE49-F238E27FC236}">
                  <a16:creationId xmlns:a16="http://schemas.microsoft.com/office/drawing/2014/main" id="{6CAA72E6-FAE3-6740-34C0-7A08091254BD}"/>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0" name="Freeform 8">
              <a:extLst>
                <a:ext uri="{FF2B5EF4-FFF2-40B4-BE49-F238E27FC236}">
                  <a16:creationId xmlns:a16="http://schemas.microsoft.com/office/drawing/2014/main" id="{0EE70422-5E10-8634-79CC-15428116CD0F}"/>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1" name="Freeform 9">
              <a:extLst>
                <a:ext uri="{FF2B5EF4-FFF2-40B4-BE49-F238E27FC236}">
                  <a16:creationId xmlns:a16="http://schemas.microsoft.com/office/drawing/2014/main" id="{F9B9866C-878A-3BAE-D601-6317EEEB78A9}"/>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2" name="Freeform 10">
              <a:extLst>
                <a:ext uri="{FF2B5EF4-FFF2-40B4-BE49-F238E27FC236}">
                  <a16:creationId xmlns:a16="http://schemas.microsoft.com/office/drawing/2014/main" id="{20DD7C9B-A88C-7ECB-27AE-CB4579CDB90D}"/>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3" name="Freeform 10">
              <a:extLst>
                <a:ext uri="{FF2B5EF4-FFF2-40B4-BE49-F238E27FC236}">
                  <a16:creationId xmlns:a16="http://schemas.microsoft.com/office/drawing/2014/main" id="{084B2859-A58F-9171-5328-94CFD162F589}"/>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4" name="Freeform 11">
              <a:extLst>
                <a:ext uri="{FF2B5EF4-FFF2-40B4-BE49-F238E27FC236}">
                  <a16:creationId xmlns:a16="http://schemas.microsoft.com/office/drawing/2014/main" id="{DC1829C2-6CD9-FE35-3F45-EEC10E2F169E}"/>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
        <p:nvSpPr>
          <p:cNvPr id="46" name="Title 16"/>
          <p:cNvSpPr>
            <a:spLocks noGrp="1"/>
          </p:cNvSpPr>
          <p:nvPr>
            <p:ph type="title" hasCustomPrompt="1"/>
          </p:nvPr>
        </p:nvSpPr>
        <p:spPr bwMode="gray">
          <a:xfrm>
            <a:off x="562897" y="1549492"/>
            <a:ext cx="4698954" cy="2405203"/>
          </a:xfrm>
          <a:prstGeom prst="rect">
            <a:avLst/>
          </a:prstGeom>
        </p:spPr>
        <p:txBody>
          <a:bodyPr lIns="0" tIns="0" rIns="0" bIns="0" anchor="b" anchorCtr="0"/>
          <a:lstStyle>
            <a:lvl1pPr marL="0" algn="l" defTabSz="914484" rtl="0" eaLnBrk="1" latinLnBrk="0" hangingPunct="1">
              <a:lnSpc>
                <a:spcPct val="85000"/>
              </a:lnSpc>
              <a:spcBef>
                <a:spcPct val="0"/>
              </a:spcBef>
              <a:buNone/>
              <a:defRPr lang="en-US" sz="4501" b="1" kern="1200" cap="none" spc="-113" baseline="0" dirty="0">
                <a:solidFill>
                  <a:schemeClr val="bg1"/>
                </a:solidFill>
                <a:latin typeface="Arial" pitchFamily="34" charset="0"/>
                <a:ea typeface="+mn-ea"/>
                <a:cs typeface="Arial" pitchFamily="34" charset="0"/>
              </a:defRPr>
            </a:lvl1pPr>
          </a:lstStyle>
          <a:p>
            <a:r>
              <a:rPr lang="en-US" dirty="0"/>
              <a:t>Section header</a:t>
            </a:r>
          </a:p>
        </p:txBody>
      </p:sp>
      <p:sp>
        <p:nvSpPr>
          <p:cNvPr id="11" name="Text Placeholder 2"/>
          <p:cNvSpPr>
            <a:spLocks noGrp="1"/>
          </p:cNvSpPr>
          <p:nvPr>
            <p:ph type="body" idx="1" hasCustomPrompt="1"/>
          </p:nvPr>
        </p:nvSpPr>
        <p:spPr bwMode="white">
          <a:xfrm>
            <a:off x="562897" y="4328650"/>
            <a:ext cx="4698954" cy="245388"/>
          </a:xfrm>
          <a:prstGeom prst="rect">
            <a:avLst/>
          </a:prstGeom>
        </p:spPr>
        <p:txBody>
          <a:bodyPr lIns="0" tIns="0" rIns="0" bIns="0" anchor="t" anchorCtr="0">
            <a:spAutoFit/>
          </a:bodyPr>
          <a:lstStyle>
            <a:lvl1pPr marL="0" indent="0">
              <a:lnSpc>
                <a:spcPct val="85000"/>
              </a:lnSpc>
              <a:spcBef>
                <a:spcPts val="0"/>
              </a:spcBef>
              <a:buNone/>
              <a:defRPr sz="1876" spc="0" baseline="0">
                <a:solidFill>
                  <a:schemeClr val="bg1"/>
                </a:solidFill>
              </a:defRPr>
            </a:lvl1pPr>
            <a:lvl2pPr marL="342991" indent="0">
              <a:buNone/>
              <a:defRPr sz="1500">
                <a:solidFill>
                  <a:schemeClr val="tx1">
                    <a:tint val="75000"/>
                  </a:schemeClr>
                </a:solidFill>
              </a:defRPr>
            </a:lvl2pPr>
            <a:lvl3pPr marL="685983" indent="0">
              <a:buNone/>
              <a:defRPr sz="1350">
                <a:solidFill>
                  <a:schemeClr val="tx1">
                    <a:tint val="75000"/>
                  </a:schemeClr>
                </a:solidFill>
              </a:defRPr>
            </a:lvl3pPr>
            <a:lvl4pPr marL="1028974" indent="0">
              <a:buNone/>
              <a:defRPr sz="1200">
                <a:solidFill>
                  <a:schemeClr val="tx1">
                    <a:tint val="75000"/>
                  </a:schemeClr>
                </a:solidFill>
              </a:defRPr>
            </a:lvl4pPr>
            <a:lvl5pPr marL="1371966" indent="0">
              <a:buNone/>
              <a:defRPr sz="1200">
                <a:solidFill>
                  <a:schemeClr val="tx1">
                    <a:tint val="75000"/>
                  </a:schemeClr>
                </a:solidFill>
              </a:defRPr>
            </a:lvl5pPr>
            <a:lvl6pPr marL="1714957" indent="0">
              <a:buNone/>
              <a:defRPr sz="1200">
                <a:solidFill>
                  <a:schemeClr val="tx1">
                    <a:tint val="75000"/>
                  </a:schemeClr>
                </a:solidFill>
              </a:defRPr>
            </a:lvl6pPr>
            <a:lvl7pPr marL="2057949" indent="0">
              <a:buNone/>
              <a:defRPr sz="1200">
                <a:solidFill>
                  <a:schemeClr val="tx1">
                    <a:tint val="75000"/>
                  </a:schemeClr>
                </a:solidFill>
              </a:defRPr>
            </a:lvl7pPr>
            <a:lvl8pPr marL="2400940" indent="0">
              <a:buNone/>
              <a:defRPr sz="1200">
                <a:solidFill>
                  <a:schemeClr val="tx1">
                    <a:tint val="75000"/>
                  </a:schemeClr>
                </a:solidFill>
              </a:defRPr>
            </a:lvl8pPr>
            <a:lvl9pPr marL="2743932" indent="0">
              <a:buNone/>
              <a:defRPr sz="1200">
                <a:solidFill>
                  <a:schemeClr val="tx1">
                    <a:tint val="75000"/>
                  </a:schemeClr>
                </a:solidFill>
              </a:defRPr>
            </a:lvl9pPr>
          </a:lstStyle>
          <a:p>
            <a:pPr lvl="0"/>
            <a:r>
              <a:rPr lang="en-US" dirty="0"/>
              <a:t>Subhead here</a:t>
            </a:r>
          </a:p>
        </p:txBody>
      </p:sp>
      <p:sp>
        <p:nvSpPr>
          <p:cNvPr id="2" name="Slide Number Placeholder 1">
            <a:extLst>
              <a:ext uri="{FF2B5EF4-FFF2-40B4-BE49-F238E27FC236}">
                <a16:creationId xmlns:a16="http://schemas.microsoft.com/office/drawing/2014/main" id="{E01CC465-FDF1-C0A2-5A83-FB03B2F0F4B6}"/>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824228789"/>
      </p:ext>
    </p:extLst>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Section Header_Black_Alt">
    <p:bg>
      <p:bgPr>
        <a:solidFill>
          <a:schemeClr val="tx1"/>
        </a:solidFill>
        <a:effectLst/>
      </p:bgPr>
    </p:bg>
    <p:spTree>
      <p:nvGrpSpPr>
        <p:cNvPr id="1" name=""/>
        <p:cNvGrpSpPr/>
        <p:nvPr/>
      </p:nvGrpSpPr>
      <p:grpSpPr>
        <a:xfrm>
          <a:off x="0" y="0"/>
          <a:ext cx="0" cy="0"/>
          <a:chOff x="0" y="0"/>
          <a:chExt cx="0" cy="0"/>
        </a:xfrm>
      </p:grpSpPr>
      <p:pic>
        <p:nvPicPr>
          <p:cNvPr id="25" name="Picture 24" descr="Background pattern&#10;&#10;Description automatically generated">
            <a:extLst>
              <a:ext uri="{FF2B5EF4-FFF2-40B4-BE49-F238E27FC236}">
                <a16:creationId xmlns:a16="http://schemas.microsoft.com/office/drawing/2014/main" id="{D2ED0643-8C31-4A20-AE73-693EFF66546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72"/>
            <a:ext cx="9144000" cy="6857929"/>
          </a:xfrm>
          <a:prstGeom prst="rect">
            <a:avLst/>
          </a:prstGeom>
        </p:spPr>
      </p:pic>
      <p:pic>
        <p:nvPicPr>
          <p:cNvPr id="28" name="Picture 27" descr="A picture containing tree, plant&#10;&#10;Description automatically generated">
            <a:extLst>
              <a:ext uri="{FF2B5EF4-FFF2-40B4-BE49-F238E27FC236}">
                <a16:creationId xmlns:a16="http://schemas.microsoft.com/office/drawing/2014/main" id="{9C99B980-13C4-5E34-911C-94CDEEA6063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714107" y="0"/>
            <a:ext cx="3429893" cy="6858000"/>
          </a:xfrm>
          <a:prstGeom prst="rect">
            <a:avLst/>
          </a:prstGeom>
        </p:spPr>
      </p:pic>
      <p:sp>
        <p:nvSpPr>
          <p:cNvPr id="16" name="TextBox 15">
            <a:extLst>
              <a:ext uri="{FF2B5EF4-FFF2-40B4-BE49-F238E27FC236}">
                <a16:creationId xmlns:a16="http://schemas.microsoft.com/office/drawing/2014/main" id="{C50D814F-EE5B-C084-7424-D39C0DE54FF7}"/>
              </a:ext>
            </a:extLst>
          </p:cNvPr>
          <p:cNvSpPr txBox="1"/>
          <p:nvPr userDrawn="1"/>
        </p:nvSpPr>
        <p:spPr>
          <a:xfrm>
            <a:off x="1202829" y="6401580"/>
            <a:ext cx="3086904" cy="115416"/>
          </a:xfrm>
          <a:prstGeom prst="rect">
            <a:avLst/>
          </a:prstGeom>
          <a:noFill/>
        </p:spPr>
        <p:txBody>
          <a:bodyPr wrap="square" lIns="0" tIns="0" rIns="0" bIns="0" rtlCol="0">
            <a:spAutoFit/>
          </a:bodyPr>
          <a:lstStyle/>
          <a:p>
            <a:r>
              <a:rPr lang="en-US" sz="750" dirty="0">
                <a:solidFill>
                  <a:schemeClr val="bg1"/>
                </a:solidFill>
                <a:latin typeface="Arial" pitchFamily="34" charset="0"/>
                <a:cs typeface="Arial" pitchFamily="34" charset="0"/>
              </a:rPr>
              <a:t>2023 Lenovo Internal. All rights reserved.</a:t>
            </a:r>
          </a:p>
        </p:txBody>
      </p:sp>
      <p:grpSp>
        <p:nvGrpSpPr>
          <p:cNvPr id="17" name="Group 16">
            <a:extLst>
              <a:ext uri="{FF2B5EF4-FFF2-40B4-BE49-F238E27FC236}">
                <a16:creationId xmlns:a16="http://schemas.microsoft.com/office/drawing/2014/main" id="{3C498D60-2F6C-6ADE-BB9A-D957660E0731}"/>
              </a:ext>
            </a:extLst>
          </p:cNvPr>
          <p:cNvGrpSpPr>
            <a:grpSpLocks noChangeAspect="1"/>
          </p:cNvGrpSpPr>
          <p:nvPr userDrawn="1"/>
        </p:nvGrpSpPr>
        <p:grpSpPr>
          <a:xfrm>
            <a:off x="570458" y="6348283"/>
            <a:ext cx="583082" cy="259316"/>
            <a:chOff x="547688" y="952500"/>
            <a:chExt cx="12190413" cy="4067175"/>
          </a:xfrm>
        </p:grpSpPr>
        <p:sp>
          <p:nvSpPr>
            <p:cNvPr id="18" name="Rectangle 17">
              <a:extLst>
                <a:ext uri="{FF2B5EF4-FFF2-40B4-BE49-F238E27FC236}">
                  <a16:creationId xmlns:a16="http://schemas.microsoft.com/office/drawing/2014/main" id="{C8414641-DA5A-BDF2-889C-1430A63E358C}"/>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9" name="Freeform 7">
              <a:extLst>
                <a:ext uri="{FF2B5EF4-FFF2-40B4-BE49-F238E27FC236}">
                  <a16:creationId xmlns:a16="http://schemas.microsoft.com/office/drawing/2014/main" id="{6CAA72E6-FAE3-6740-34C0-7A08091254BD}"/>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0" name="Freeform 8">
              <a:extLst>
                <a:ext uri="{FF2B5EF4-FFF2-40B4-BE49-F238E27FC236}">
                  <a16:creationId xmlns:a16="http://schemas.microsoft.com/office/drawing/2014/main" id="{0EE70422-5E10-8634-79CC-15428116CD0F}"/>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1" name="Freeform 9">
              <a:extLst>
                <a:ext uri="{FF2B5EF4-FFF2-40B4-BE49-F238E27FC236}">
                  <a16:creationId xmlns:a16="http://schemas.microsoft.com/office/drawing/2014/main" id="{F9B9866C-878A-3BAE-D601-6317EEEB78A9}"/>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2" name="Freeform 10">
              <a:extLst>
                <a:ext uri="{FF2B5EF4-FFF2-40B4-BE49-F238E27FC236}">
                  <a16:creationId xmlns:a16="http://schemas.microsoft.com/office/drawing/2014/main" id="{20DD7C9B-A88C-7ECB-27AE-CB4579CDB90D}"/>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3" name="Freeform 10">
              <a:extLst>
                <a:ext uri="{FF2B5EF4-FFF2-40B4-BE49-F238E27FC236}">
                  <a16:creationId xmlns:a16="http://schemas.microsoft.com/office/drawing/2014/main" id="{084B2859-A58F-9171-5328-94CFD162F589}"/>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4" name="Freeform 11">
              <a:extLst>
                <a:ext uri="{FF2B5EF4-FFF2-40B4-BE49-F238E27FC236}">
                  <a16:creationId xmlns:a16="http://schemas.microsoft.com/office/drawing/2014/main" id="{DC1829C2-6CD9-FE35-3F45-EEC10E2F169E}"/>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
        <p:nvSpPr>
          <p:cNvPr id="46" name="Title 16"/>
          <p:cNvSpPr>
            <a:spLocks noGrp="1"/>
          </p:cNvSpPr>
          <p:nvPr>
            <p:ph type="title" hasCustomPrompt="1"/>
          </p:nvPr>
        </p:nvSpPr>
        <p:spPr bwMode="gray">
          <a:xfrm>
            <a:off x="562897" y="1549492"/>
            <a:ext cx="4698954" cy="2405203"/>
          </a:xfrm>
          <a:prstGeom prst="rect">
            <a:avLst/>
          </a:prstGeom>
        </p:spPr>
        <p:txBody>
          <a:bodyPr lIns="0" tIns="0" rIns="0" bIns="0" anchor="b" anchorCtr="0"/>
          <a:lstStyle>
            <a:lvl1pPr marL="0" algn="l" defTabSz="914484" rtl="0" eaLnBrk="1" latinLnBrk="0" hangingPunct="1">
              <a:lnSpc>
                <a:spcPct val="85000"/>
              </a:lnSpc>
              <a:spcBef>
                <a:spcPct val="0"/>
              </a:spcBef>
              <a:buNone/>
              <a:defRPr lang="en-US" sz="4501" b="1" kern="1200" cap="none" spc="-113" baseline="0" dirty="0">
                <a:solidFill>
                  <a:schemeClr val="bg1"/>
                </a:solidFill>
                <a:latin typeface="Arial" pitchFamily="34" charset="0"/>
                <a:ea typeface="+mn-ea"/>
                <a:cs typeface="Arial" pitchFamily="34" charset="0"/>
              </a:defRPr>
            </a:lvl1pPr>
          </a:lstStyle>
          <a:p>
            <a:r>
              <a:rPr lang="en-US" dirty="0"/>
              <a:t>Section header</a:t>
            </a:r>
          </a:p>
        </p:txBody>
      </p:sp>
      <p:sp>
        <p:nvSpPr>
          <p:cNvPr id="11" name="Text Placeholder 2"/>
          <p:cNvSpPr>
            <a:spLocks noGrp="1"/>
          </p:cNvSpPr>
          <p:nvPr>
            <p:ph type="body" idx="1" hasCustomPrompt="1"/>
          </p:nvPr>
        </p:nvSpPr>
        <p:spPr bwMode="white">
          <a:xfrm>
            <a:off x="562897" y="4328650"/>
            <a:ext cx="4698954" cy="245388"/>
          </a:xfrm>
          <a:prstGeom prst="rect">
            <a:avLst/>
          </a:prstGeom>
        </p:spPr>
        <p:txBody>
          <a:bodyPr lIns="0" tIns="0" rIns="0" bIns="0" anchor="t" anchorCtr="0">
            <a:spAutoFit/>
          </a:bodyPr>
          <a:lstStyle>
            <a:lvl1pPr marL="0" indent="0">
              <a:lnSpc>
                <a:spcPct val="85000"/>
              </a:lnSpc>
              <a:spcBef>
                <a:spcPts val="0"/>
              </a:spcBef>
              <a:buNone/>
              <a:defRPr sz="1876" spc="0" baseline="0">
                <a:solidFill>
                  <a:schemeClr val="bg1"/>
                </a:solidFill>
              </a:defRPr>
            </a:lvl1pPr>
            <a:lvl2pPr marL="342991" indent="0">
              <a:buNone/>
              <a:defRPr sz="1500">
                <a:solidFill>
                  <a:schemeClr val="tx1">
                    <a:tint val="75000"/>
                  </a:schemeClr>
                </a:solidFill>
              </a:defRPr>
            </a:lvl2pPr>
            <a:lvl3pPr marL="685983" indent="0">
              <a:buNone/>
              <a:defRPr sz="1350">
                <a:solidFill>
                  <a:schemeClr val="tx1">
                    <a:tint val="75000"/>
                  </a:schemeClr>
                </a:solidFill>
              </a:defRPr>
            </a:lvl3pPr>
            <a:lvl4pPr marL="1028974" indent="0">
              <a:buNone/>
              <a:defRPr sz="1200">
                <a:solidFill>
                  <a:schemeClr val="tx1">
                    <a:tint val="75000"/>
                  </a:schemeClr>
                </a:solidFill>
              </a:defRPr>
            </a:lvl4pPr>
            <a:lvl5pPr marL="1371966" indent="0">
              <a:buNone/>
              <a:defRPr sz="1200">
                <a:solidFill>
                  <a:schemeClr val="tx1">
                    <a:tint val="75000"/>
                  </a:schemeClr>
                </a:solidFill>
              </a:defRPr>
            </a:lvl5pPr>
            <a:lvl6pPr marL="1714957" indent="0">
              <a:buNone/>
              <a:defRPr sz="1200">
                <a:solidFill>
                  <a:schemeClr val="tx1">
                    <a:tint val="75000"/>
                  </a:schemeClr>
                </a:solidFill>
              </a:defRPr>
            </a:lvl6pPr>
            <a:lvl7pPr marL="2057949" indent="0">
              <a:buNone/>
              <a:defRPr sz="1200">
                <a:solidFill>
                  <a:schemeClr val="tx1">
                    <a:tint val="75000"/>
                  </a:schemeClr>
                </a:solidFill>
              </a:defRPr>
            </a:lvl7pPr>
            <a:lvl8pPr marL="2400940" indent="0">
              <a:buNone/>
              <a:defRPr sz="1200">
                <a:solidFill>
                  <a:schemeClr val="tx1">
                    <a:tint val="75000"/>
                  </a:schemeClr>
                </a:solidFill>
              </a:defRPr>
            </a:lvl8pPr>
            <a:lvl9pPr marL="2743932" indent="0">
              <a:buNone/>
              <a:defRPr sz="1200">
                <a:solidFill>
                  <a:schemeClr val="tx1">
                    <a:tint val="75000"/>
                  </a:schemeClr>
                </a:solidFill>
              </a:defRPr>
            </a:lvl9pPr>
          </a:lstStyle>
          <a:p>
            <a:pPr lvl="0"/>
            <a:r>
              <a:rPr lang="en-US" dirty="0"/>
              <a:t>Subhead here</a:t>
            </a:r>
          </a:p>
        </p:txBody>
      </p:sp>
      <p:sp>
        <p:nvSpPr>
          <p:cNvPr id="2" name="Slide Number Placeholder 1">
            <a:extLst>
              <a:ext uri="{FF2B5EF4-FFF2-40B4-BE49-F238E27FC236}">
                <a16:creationId xmlns:a16="http://schemas.microsoft.com/office/drawing/2014/main" id="{E01CC465-FDF1-C0A2-5A83-FB03B2F0F4B6}"/>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983171364"/>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1" name="Title 28"/>
          <p:cNvSpPr>
            <a:spLocks noGrp="1"/>
          </p:cNvSpPr>
          <p:nvPr>
            <p:ph type="title" hasCustomPrompt="1"/>
          </p:nvPr>
        </p:nvSpPr>
        <p:spPr bwMode="gray">
          <a:xfrm>
            <a:off x="570458" y="442528"/>
            <a:ext cx="8003085" cy="418576"/>
          </a:xfrm>
          <a:prstGeom prst="rect">
            <a:avLst/>
          </a:prstGeom>
        </p:spPr>
        <p:txBody>
          <a:bodyPr wrap="square" lIns="0" tIns="0" rIns="0" bIns="0" anchor="t" anchorCtr="0">
            <a:noAutofit/>
          </a:bodyPr>
          <a:lstStyle>
            <a:lvl1pPr marL="0" algn="l" defTabSz="914484" rtl="0" eaLnBrk="1" latinLnBrk="0" hangingPunct="1">
              <a:lnSpc>
                <a:spcPct val="85000"/>
              </a:lnSpc>
              <a:spcBef>
                <a:spcPct val="0"/>
              </a:spcBef>
              <a:buNone/>
              <a:tabLst>
                <a:tab pos="914484" algn="l"/>
              </a:tabLst>
              <a:defRPr lang="en-US" sz="2401" b="1" kern="1200" cap="none" spc="-113"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2" name="Slide Number Placeholder 1">
            <a:extLst>
              <a:ext uri="{FF2B5EF4-FFF2-40B4-BE49-F238E27FC236}">
                <a16:creationId xmlns:a16="http://schemas.microsoft.com/office/drawing/2014/main" id="{99A0C0A2-1C95-CF60-15E7-57B445A89924}"/>
              </a:ext>
            </a:extLst>
          </p:cNvPr>
          <p:cNvSpPr>
            <a:spLocks noGrp="1"/>
          </p:cNvSpPr>
          <p:nvPr>
            <p:ph type="sldNum" sz="quarter" idx="10"/>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283200547"/>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Only_Black">
    <p:bg>
      <p:bgPr>
        <a:solidFill>
          <a:srgbClr val="1E0013"/>
        </a:solidFill>
        <a:effectLst/>
      </p:bgPr>
    </p:bg>
    <p:spTree>
      <p:nvGrpSpPr>
        <p:cNvPr id="1" name=""/>
        <p:cNvGrpSpPr/>
        <p:nvPr/>
      </p:nvGrpSpPr>
      <p:grpSpPr>
        <a:xfrm>
          <a:off x="0" y="0"/>
          <a:ext cx="0" cy="0"/>
          <a:chOff x="0" y="0"/>
          <a:chExt cx="0" cy="0"/>
        </a:xfrm>
      </p:grpSpPr>
      <p:sp>
        <p:nvSpPr>
          <p:cNvPr id="21" name="Title 28"/>
          <p:cNvSpPr>
            <a:spLocks noGrp="1"/>
          </p:cNvSpPr>
          <p:nvPr>
            <p:ph type="title" hasCustomPrompt="1"/>
          </p:nvPr>
        </p:nvSpPr>
        <p:spPr bwMode="gray">
          <a:xfrm>
            <a:off x="570458" y="442528"/>
            <a:ext cx="8003085" cy="418576"/>
          </a:xfrm>
          <a:prstGeom prst="rect">
            <a:avLst/>
          </a:prstGeom>
        </p:spPr>
        <p:txBody>
          <a:bodyPr wrap="square" lIns="0" tIns="0" rIns="0" bIns="0" anchor="t" anchorCtr="0">
            <a:noAutofit/>
          </a:bodyPr>
          <a:lstStyle>
            <a:lvl1pPr marL="0" algn="l" defTabSz="914484" rtl="0" eaLnBrk="1" latinLnBrk="0" hangingPunct="1">
              <a:lnSpc>
                <a:spcPct val="85000"/>
              </a:lnSpc>
              <a:spcBef>
                <a:spcPct val="0"/>
              </a:spcBef>
              <a:buNone/>
              <a:tabLst>
                <a:tab pos="914484" algn="l"/>
              </a:tabLst>
              <a:defRPr lang="en-US" sz="2401" b="1" kern="1200" cap="none" spc="-113"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2" name="Slide Number Placeholder 1">
            <a:extLst>
              <a:ext uri="{FF2B5EF4-FFF2-40B4-BE49-F238E27FC236}">
                <a16:creationId xmlns:a16="http://schemas.microsoft.com/office/drawing/2014/main" id="{A245D89D-54AB-A7D6-4141-95E6B3C3695D}"/>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011870259"/>
      </p:ext>
    </p:extLst>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with Subtitle Only">
    <p:bg>
      <p:bgPr>
        <a:solidFill>
          <a:schemeClr val="bg1"/>
        </a:solidFill>
        <a:effectLst/>
      </p:bgPr>
    </p:bg>
    <p:spTree>
      <p:nvGrpSpPr>
        <p:cNvPr id="1" name=""/>
        <p:cNvGrpSpPr/>
        <p:nvPr/>
      </p:nvGrpSpPr>
      <p:grpSpPr>
        <a:xfrm>
          <a:off x="0" y="0"/>
          <a:ext cx="0" cy="0"/>
          <a:chOff x="0" y="0"/>
          <a:chExt cx="0" cy="0"/>
        </a:xfrm>
      </p:grpSpPr>
      <p:sp>
        <p:nvSpPr>
          <p:cNvPr id="23" name="Text Placeholder 2"/>
          <p:cNvSpPr>
            <a:spLocks noGrp="1"/>
          </p:cNvSpPr>
          <p:nvPr>
            <p:ph type="body" idx="10" hasCustomPrompt="1"/>
          </p:nvPr>
        </p:nvSpPr>
        <p:spPr bwMode="gray">
          <a:xfrm>
            <a:off x="570457" y="931563"/>
            <a:ext cx="8005371" cy="261610"/>
          </a:xfrm>
          <a:prstGeom prst="rect">
            <a:avLst/>
          </a:prstGeom>
        </p:spPr>
        <p:txBody>
          <a:bodyPr lIns="0" tIns="0" rIns="0" bIns="0" anchor="t" anchorCtr="0">
            <a:noAutofit/>
          </a:bodyPr>
          <a:lstStyle>
            <a:lvl1pPr marL="0" indent="0">
              <a:lnSpc>
                <a:spcPct val="85000"/>
              </a:lnSpc>
              <a:spcBef>
                <a:spcPts val="0"/>
              </a:spcBef>
              <a:buNone/>
              <a:defRPr sz="1500" b="0">
                <a:solidFill>
                  <a:schemeClr val="tx1"/>
                </a:solidFill>
                <a:latin typeface="Arial" pitchFamily="34" charset="0"/>
                <a:cs typeface="Arial" pitchFamily="34" charset="0"/>
              </a:defRPr>
            </a:lvl1pPr>
            <a:lvl2pPr marL="457242" indent="0">
              <a:buNone/>
              <a:defRPr sz="2026" b="1"/>
            </a:lvl2pPr>
            <a:lvl3pPr marL="914484" indent="0">
              <a:buNone/>
              <a:defRPr sz="1800" b="1"/>
            </a:lvl3pPr>
            <a:lvl4pPr marL="1371726" indent="0">
              <a:buNone/>
              <a:defRPr sz="1575" b="1"/>
            </a:lvl4pPr>
            <a:lvl5pPr marL="1828967" indent="0">
              <a:buNone/>
              <a:defRPr sz="1575" b="1"/>
            </a:lvl5pPr>
            <a:lvl6pPr marL="2286210" indent="0">
              <a:buNone/>
              <a:defRPr sz="1575" b="1"/>
            </a:lvl6pPr>
            <a:lvl7pPr marL="2743451" indent="0">
              <a:buNone/>
              <a:defRPr sz="1575" b="1"/>
            </a:lvl7pPr>
            <a:lvl8pPr marL="3200693" indent="0">
              <a:buNone/>
              <a:defRPr sz="1575" b="1"/>
            </a:lvl8pPr>
            <a:lvl9pPr marL="3657935" indent="0">
              <a:buNone/>
              <a:defRPr sz="1575" b="1"/>
            </a:lvl9pPr>
          </a:lstStyle>
          <a:p>
            <a:pPr lvl="0"/>
            <a:r>
              <a:rPr lang="en-US" dirty="0"/>
              <a:t>Click to edit master text styles</a:t>
            </a:r>
          </a:p>
        </p:txBody>
      </p:sp>
      <p:sp>
        <p:nvSpPr>
          <p:cNvPr id="11" name="Title 28"/>
          <p:cNvSpPr>
            <a:spLocks noGrp="1"/>
          </p:cNvSpPr>
          <p:nvPr>
            <p:ph type="title" hasCustomPrompt="1"/>
          </p:nvPr>
        </p:nvSpPr>
        <p:spPr bwMode="gray">
          <a:xfrm>
            <a:off x="570458" y="442528"/>
            <a:ext cx="8003085" cy="418576"/>
          </a:xfrm>
          <a:prstGeom prst="rect">
            <a:avLst/>
          </a:prstGeom>
        </p:spPr>
        <p:txBody>
          <a:bodyPr wrap="square" lIns="0" tIns="0" rIns="0" bIns="0" anchor="t" anchorCtr="0">
            <a:noAutofit/>
          </a:bodyPr>
          <a:lstStyle>
            <a:lvl1pPr marL="0" algn="l" defTabSz="914484" rtl="0" eaLnBrk="1" latinLnBrk="0" hangingPunct="1">
              <a:lnSpc>
                <a:spcPct val="85000"/>
              </a:lnSpc>
              <a:spcBef>
                <a:spcPct val="0"/>
              </a:spcBef>
              <a:buNone/>
              <a:tabLst>
                <a:tab pos="914484" algn="l"/>
              </a:tabLst>
              <a:defRPr lang="en-US" sz="2401" b="1" kern="1200" cap="none" spc="-113"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2" name="Slide Number Placeholder 1">
            <a:extLst>
              <a:ext uri="{FF2B5EF4-FFF2-40B4-BE49-F238E27FC236}">
                <a16:creationId xmlns:a16="http://schemas.microsoft.com/office/drawing/2014/main" id="{C55B6443-4299-282C-565B-68E5F9702780}"/>
              </a:ext>
            </a:extLst>
          </p:cNvPr>
          <p:cNvSpPr>
            <a:spLocks noGrp="1"/>
          </p:cNvSpPr>
          <p:nvPr>
            <p:ph type="sldNum" sz="quarter" idx="11"/>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04586945"/>
      </p:ext>
    </p:extLst>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le with Subtitle Only_Black">
    <p:bg>
      <p:bgPr>
        <a:solidFill>
          <a:srgbClr val="1E0013"/>
        </a:solidFill>
        <a:effectLst/>
      </p:bgPr>
    </p:bg>
    <p:spTree>
      <p:nvGrpSpPr>
        <p:cNvPr id="1" name=""/>
        <p:cNvGrpSpPr/>
        <p:nvPr/>
      </p:nvGrpSpPr>
      <p:grpSpPr>
        <a:xfrm>
          <a:off x="0" y="0"/>
          <a:ext cx="0" cy="0"/>
          <a:chOff x="0" y="0"/>
          <a:chExt cx="0" cy="0"/>
        </a:xfrm>
      </p:grpSpPr>
      <p:sp>
        <p:nvSpPr>
          <p:cNvPr id="23" name="Text Placeholder 2"/>
          <p:cNvSpPr>
            <a:spLocks noGrp="1"/>
          </p:cNvSpPr>
          <p:nvPr>
            <p:ph type="body" idx="10" hasCustomPrompt="1"/>
          </p:nvPr>
        </p:nvSpPr>
        <p:spPr bwMode="gray">
          <a:xfrm>
            <a:off x="570457" y="931563"/>
            <a:ext cx="8005371" cy="261610"/>
          </a:xfrm>
          <a:prstGeom prst="rect">
            <a:avLst/>
          </a:prstGeom>
        </p:spPr>
        <p:txBody>
          <a:bodyPr lIns="0" tIns="0" rIns="0" bIns="0" anchor="t" anchorCtr="0">
            <a:noAutofit/>
          </a:bodyPr>
          <a:lstStyle>
            <a:lvl1pPr marL="0" indent="0">
              <a:lnSpc>
                <a:spcPct val="85000"/>
              </a:lnSpc>
              <a:spcBef>
                <a:spcPts val="0"/>
              </a:spcBef>
              <a:buNone/>
              <a:defRPr sz="1500" b="0">
                <a:solidFill>
                  <a:schemeClr val="bg1"/>
                </a:solidFill>
                <a:latin typeface="Arial" pitchFamily="34" charset="0"/>
                <a:cs typeface="Arial" pitchFamily="34" charset="0"/>
              </a:defRPr>
            </a:lvl1pPr>
            <a:lvl2pPr marL="457242" indent="0">
              <a:buNone/>
              <a:defRPr sz="2026" b="1"/>
            </a:lvl2pPr>
            <a:lvl3pPr marL="914484" indent="0">
              <a:buNone/>
              <a:defRPr sz="1800" b="1"/>
            </a:lvl3pPr>
            <a:lvl4pPr marL="1371726" indent="0">
              <a:buNone/>
              <a:defRPr sz="1575" b="1"/>
            </a:lvl4pPr>
            <a:lvl5pPr marL="1828967" indent="0">
              <a:buNone/>
              <a:defRPr sz="1575" b="1"/>
            </a:lvl5pPr>
            <a:lvl6pPr marL="2286210" indent="0">
              <a:buNone/>
              <a:defRPr sz="1575" b="1"/>
            </a:lvl6pPr>
            <a:lvl7pPr marL="2743451" indent="0">
              <a:buNone/>
              <a:defRPr sz="1575" b="1"/>
            </a:lvl7pPr>
            <a:lvl8pPr marL="3200693" indent="0">
              <a:buNone/>
              <a:defRPr sz="1575" b="1"/>
            </a:lvl8pPr>
            <a:lvl9pPr marL="3657935" indent="0">
              <a:buNone/>
              <a:defRPr sz="1575" b="1"/>
            </a:lvl9pPr>
          </a:lstStyle>
          <a:p>
            <a:pPr lvl="0"/>
            <a:r>
              <a:rPr lang="en-US" dirty="0"/>
              <a:t>Click to edit master text styles</a:t>
            </a:r>
          </a:p>
        </p:txBody>
      </p:sp>
      <p:sp>
        <p:nvSpPr>
          <p:cNvPr id="11" name="Title 28"/>
          <p:cNvSpPr>
            <a:spLocks noGrp="1"/>
          </p:cNvSpPr>
          <p:nvPr>
            <p:ph type="title" hasCustomPrompt="1"/>
          </p:nvPr>
        </p:nvSpPr>
        <p:spPr bwMode="gray">
          <a:xfrm>
            <a:off x="570457" y="442528"/>
            <a:ext cx="8005371" cy="418576"/>
          </a:xfrm>
          <a:prstGeom prst="rect">
            <a:avLst/>
          </a:prstGeom>
        </p:spPr>
        <p:txBody>
          <a:bodyPr wrap="square" lIns="0" tIns="0" rIns="0" bIns="0" anchor="t" anchorCtr="0">
            <a:noAutofit/>
          </a:bodyPr>
          <a:lstStyle>
            <a:lvl1pPr marL="0" algn="l" defTabSz="914484" rtl="0" eaLnBrk="1" latinLnBrk="0" hangingPunct="1">
              <a:lnSpc>
                <a:spcPct val="85000"/>
              </a:lnSpc>
              <a:spcBef>
                <a:spcPct val="0"/>
              </a:spcBef>
              <a:buNone/>
              <a:tabLst>
                <a:tab pos="914484" algn="l"/>
              </a:tabLst>
              <a:defRPr lang="en-US" sz="2401" b="1" kern="1200" cap="none" spc="-113"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2" name="Slide Number Placeholder 1">
            <a:extLst>
              <a:ext uri="{FF2B5EF4-FFF2-40B4-BE49-F238E27FC236}">
                <a16:creationId xmlns:a16="http://schemas.microsoft.com/office/drawing/2014/main" id="{BC296FD5-38BC-1E97-5513-17F333DF59B9}"/>
              </a:ext>
            </a:extLst>
          </p:cNvPr>
          <p:cNvSpPr>
            <a:spLocks noGrp="1"/>
          </p:cNvSpPr>
          <p:nvPr>
            <p:ph type="sldNum" sz="quarter" idx="11"/>
          </p:nvPr>
        </p:nvSpPr>
        <p:spPr/>
        <p:txBody>
          <a:bodyPr/>
          <a:lstStyle>
            <a:lvl1pPr>
              <a:defRPr>
                <a:solidFill>
                  <a:schemeClr val="bg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957769670"/>
      </p:ext>
    </p:extLst>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70457" y="442528"/>
            <a:ext cx="8005371" cy="418576"/>
          </a:xfrm>
          <a:prstGeom prst="rect">
            <a:avLst/>
          </a:prstGeom>
        </p:spPr>
        <p:txBody>
          <a:bodyPr wrap="square" lIns="0" tIns="0" rIns="0" bIns="0" anchor="t" anchorCtr="0">
            <a:noAutofit/>
          </a:bodyPr>
          <a:lstStyle>
            <a:lvl1pPr marL="0" algn="l" defTabSz="914484" rtl="0" eaLnBrk="1" latinLnBrk="0" hangingPunct="1">
              <a:lnSpc>
                <a:spcPct val="85000"/>
              </a:lnSpc>
              <a:spcBef>
                <a:spcPct val="0"/>
              </a:spcBef>
              <a:buNone/>
              <a:tabLst>
                <a:tab pos="914484" algn="l"/>
              </a:tabLst>
              <a:defRPr lang="en-US" sz="2401" b="1" kern="1200" cap="none" spc="-113"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22" name="Content Placeholder 2"/>
          <p:cNvSpPr>
            <a:spLocks noGrp="1"/>
          </p:cNvSpPr>
          <p:nvPr>
            <p:ph sz="half" idx="1"/>
          </p:nvPr>
        </p:nvSpPr>
        <p:spPr bwMode="gray">
          <a:xfrm>
            <a:off x="570458" y="1308880"/>
            <a:ext cx="8005371" cy="4787120"/>
          </a:xfrm>
          <a:prstGeom prst="rect">
            <a:avLst/>
          </a:prstGeom>
        </p:spPr>
        <p:txBody>
          <a:bodyPr lIns="0" tIns="0" rIns="0" bIns="0"/>
          <a:lstStyle>
            <a:lvl1pPr marL="128622" indent="-128622">
              <a:lnSpc>
                <a:spcPct val="90000"/>
              </a:lnSpc>
              <a:spcBef>
                <a:spcPts val="750"/>
              </a:spcBef>
              <a:buClrTx/>
              <a:buFont typeface="Arial" panose="020B0604020202020204" pitchFamily="34" charset="0"/>
              <a:buChar char="•"/>
              <a:defRPr sz="1500">
                <a:solidFill>
                  <a:schemeClr val="tx1"/>
                </a:solidFill>
                <a:latin typeface="Arial" pitchFamily="34" charset="0"/>
                <a:cs typeface="Arial" pitchFamily="34" charset="0"/>
              </a:defRPr>
            </a:lvl1pPr>
            <a:lvl2pPr marL="457242" indent="-171466">
              <a:lnSpc>
                <a:spcPct val="90000"/>
              </a:lnSpc>
              <a:spcBef>
                <a:spcPts val="375"/>
              </a:spcBef>
              <a:buClrTx/>
              <a:buFont typeface="Arial" pitchFamily="34" charset="0"/>
              <a:buChar char="–"/>
              <a:defRPr sz="1350">
                <a:solidFill>
                  <a:schemeClr val="tx1"/>
                </a:solidFill>
                <a:latin typeface="Arial" pitchFamily="34" charset="0"/>
                <a:cs typeface="Arial" pitchFamily="34" charset="0"/>
              </a:defRPr>
            </a:lvl2pPr>
            <a:lvl3pPr marL="627121" indent="-112724">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3pPr>
            <a:lvl4pPr marL="860504" indent="-117486">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4pPr>
            <a:lvl5pPr marL="1084362" indent="-112724">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0BC5559F-D4D6-DA53-A720-07C2A2D68FA6}"/>
              </a:ext>
            </a:extLst>
          </p:cNvPr>
          <p:cNvSpPr>
            <a:spLocks noGrp="1"/>
          </p:cNvSpPr>
          <p:nvPr>
            <p:ph type="sldNum" sz="quarter" idx="10"/>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583589896"/>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C5559F-D4D6-DA53-A720-07C2A2D68FA6}"/>
              </a:ext>
            </a:extLst>
          </p:cNvPr>
          <p:cNvSpPr>
            <a:spLocks noGrp="1"/>
          </p:cNvSpPr>
          <p:nvPr>
            <p:ph type="sldNum" sz="quarter" idx="10"/>
          </p:nvPr>
        </p:nvSpPr>
        <p:spPr/>
        <p:txBody>
          <a:bodyPr/>
          <a:lstStyle/>
          <a:p>
            <a:fld id="{6D22F896-40B5-4ADD-8801-0D06FADFA095}" type="slidenum">
              <a:rPr lang="en-US" smtClean="0"/>
              <a:pPr/>
              <a:t>‹#›</a:t>
            </a:fld>
            <a:endParaRPr lang="en-US" dirty="0"/>
          </a:p>
        </p:txBody>
      </p:sp>
      <p:sp>
        <p:nvSpPr>
          <p:cNvPr id="35" name="Title 28">
            <a:extLst>
              <a:ext uri="{FF2B5EF4-FFF2-40B4-BE49-F238E27FC236}">
                <a16:creationId xmlns:a16="http://schemas.microsoft.com/office/drawing/2014/main" id="{4D06AA26-F915-4482-943C-39E44C973F87}"/>
              </a:ext>
            </a:extLst>
          </p:cNvPr>
          <p:cNvSpPr>
            <a:spLocks noGrp="1"/>
          </p:cNvSpPr>
          <p:nvPr>
            <p:ph type="title" hasCustomPrompt="1"/>
          </p:nvPr>
        </p:nvSpPr>
        <p:spPr bwMode="gray">
          <a:xfrm>
            <a:off x="570457" y="442528"/>
            <a:ext cx="8005371" cy="418576"/>
          </a:xfrm>
          <a:prstGeom prst="rect">
            <a:avLst/>
          </a:prstGeom>
        </p:spPr>
        <p:txBody>
          <a:bodyPr wrap="square" lIns="0" tIns="0" rIns="0" bIns="0" anchor="t" anchorCtr="0">
            <a:noAutofit/>
          </a:bodyPr>
          <a:lstStyle>
            <a:lvl1pPr marL="0" algn="l" defTabSz="914484" rtl="0" eaLnBrk="1" latinLnBrk="0" hangingPunct="1">
              <a:lnSpc>
                <a:spcPct val="85000"/>
              </a:lnSpc>
              <a:spcBef>
                <a:spcPct val="0"/>
              </a:spcBef>
              <a:buNone/>
              <a:tabLst>
                <a:tab pos="914484" algn="l"/>
              </a:tabLst>
              <a:defRPr lang="en-US" sz="2401" b="1" kern="1200" cap="none" spc="-113"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4" name="Picture Placeholder 3">
            <a:extLst>
              <a:ext uri="{FF2B5EF4-FFF2-40B4-BE49-F238E27FC236}">
                <a16:creationId xmlns:a16="http://schemas.microsoft.com/office/drawing/2014/main" id="{15A67503-2ED6-44DE-98E0-2006F15675FF}"/>
              </a:ext>
            </a:extLst>
          </p:cNvPr>
          <p:cNvSpPr>
            <a:spLocks noGrp="1"/>
          </p:cNvSpPr>
          <p:nvPr>
            <p:ph type="pic" sz="quarter" idx="11"/>
          </p:nvPr>
        </p:nvSpPr>
        <p:spPr>
          <a:xfrm>
            <a:off x="574077" y="1144588"/>
            <a:ext cx="947984" cy="1511300"/>
          </a:xfrm>
          <a:prstGeom prst="rect">
            <a:avLst/>
          </a:prstGeom>
          <a:solidFill>
            <a:schemeClr val="bg1">
              <a:lumMod val="95000"/>
            </a:schemeClr>
          </a:solidFill>
        </p:spPr>
        <p:txBody>
          <a:bodyPr anchor="ctr" anchorCtr="0"/>
          <a:lstStyle>
            <a:lvl1pPr marL="0" indent="0" algn="ctr">
              <a:buNone/>
              <a:defRPr sz="1050"/>
            </a:lvl1pPr>
          </a:lstStyle>
          <a:p>
            <a:r>
              <a:rPr lang="en-US"/>
              <a:t>Click icon to add picture</a:t>
            </a:r>
            <a:endParaRPr lang="en-US" dirty="0"/>
          </a:p>
        </p:txBody>
      </p:sp>
      <p:sp>
        <p:nvSpPr>
          <p:cNvPr id="37" name="Picture Placeholder 3">
            <a:extLst>
              <a:ext uri="{FF2B5EF4-FFF2-40B4-BE49-F238E27FC236}">
                <a16:creationId xmlns:a16="http://schemas.microsoft.com/office/drawing/2014/main" id="{AA124289-2FC5-49CB-AA11-01D5543A680D}"/>
              </a:ext>
            </a:extLst>
          </p:cNvPr>
          <p:cNvSpPr>
            <a:spLocks noGrp="1"/>
          </p:cNvSpPr>
          <p:nvPr>
            <p:ph type="pic" sz="quarter" idx="12"/>
          </p:nvPr>
        </p:nvSpPr>
        <p:spPr>
          <a:xfrm>
            <a:off x="4676561" y="1144588"/>
            <a:ext cx="947984" cy="1511300"/>
          </a:xfrm>
          <a:prstGeom prst="rect">
            <a:avLst/>
          </a:prstGeom>
          <a:solidFill>
            <a:schemeClr val="bg1">
              <a:lumMod val="95000"/>
            </a:schemeClr>
          </a:solidFill>
        </p:spPr>
        <p:txBody>
          <a:bodyPr anchor="ctr" anchorCtr="0"/>
          <a:lstStyle>
            <a:lvl1pPr marL="0" indent="0" algn="ctr">
              <a:buNone/>
              <a:defRPr sz="1050"/>
            </a:lvl1pPr>
          </a:lstStyle>
          <a:p>
            <a:r>
              <a:rPr lang="en-US"/>
              <a:t>Click icon to add picture</a:t>
            </a:r>
            <a:endParaRPr lang="en-US" dirty="0"/>
          </a:p>
        </p:txBody>
      </p:sp>
    </p:spTree>
    <p:extLst>
      <p:ext uri="{BB962C8B-B14F-4D97-AF65-F5344CB8AC3E}">
        <p14:creationId xmlns:p14="http://schemas.microsoft.com/office/powerpoint/2010/main" val="174231895"/>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6" name="Slide Number Placeholder 7">
            <a:extLst>
              <a:ext uri="{FF2B5EF4-FFF2-40B4-BE49-F238E27FC236}">
                <a16:creationId xmlns:a16="http://schemas.microsoft.com/office/drawing/2014/main" id="{F91207CA-3BE9-4C17-8CC2-5FD0216FF7A6}"/>
              </a:ext>
            </a:extLst>
          </p:cNvPr>
          <p:cNvSpPr>
            <a:spLocks noGrp="1"/>
          </p:cNvSpPr>
          <p:nvPr>
            <p:ph type="sldNum" sz="quarter" idx="10"/>
          </p:nvPr>
        </p:nvSpPr>
        <p:spPr>
          <a:xfrm>
            <a:off x="8754426" y="6400800"/>
            <a:ext cx="329270" cy="155448"/>
          </a:xfrm>
        </p:spPr>
        <p:txBody>
          <a:bodyPr/>
          <a:lstStyle/>
          <a:p>
            <a:pPr defTabSz="914484">
              <a:defRPr/>
            </a:pPr>
            <a:fld id="{6D22F896-40B5-4ADD-8801-0D06FADFA095}" type="slidenum">
              <a:rPr lang="en-US" smtClean="0">
                <a:solidFill>
                  <a:srgbClr val="000000"/>
                </a:solidFill>
              </a:rPr>
              <a:pPr defTabSz="914484">
                <a:defRPr/>
              </a:pPr>
              <a:t>‹#›</a:t>
            </a:fld>
            <a:endParaRPr lang="en-US" dirty="0">
              <a:solidFill>
                <a:srgbClr val="000000"/>
              </a:solidFill>
            </a:endParaRPr>
          </a:p>
        </p:txBody>
      </p:sp>
      <p:sp>
        <p:nvSpPr>
          <p:cNvPr id="89" name="Picture Placeholder 3">
            <a:extLst>
              <a:ext uri="{FF2B5EF4-FFF2-40B4-BE49-F238E27FC236}">
                <a16:creationId xmlns:a16="http://schemas.microsoft.com/office/drawing/2014/main" id="{071DFB7E-59D3-44DE-8996-FAE5A47FF11D}"/>
              </a:ext>
            </a:extLst>
          </p:cNvPr>
          <p:cNvSpPr>
            <a:spLocks noGrp="1"/>
          </p:cNvSpPr>
          <p:nvPr userDrawn="1">
            <p:ph type="pic" sz="quarter" idx="11"/>
          </p:nvPr>
        </p:nvSpPr>
        <p:spPr>
          <a:xfrm>
            <a:off x="574077" y="1144457"/>
            <a:ext cx="947984" cy="1511300"/>
          </a:xfrm>
          <a:prstGeom prst="rect">
            <a:avLst/>
          </a:prstGeom>
          <a:solidFill>
            <a:schemeClr val="bg1">
              <a:lumMod val="95000"/>
            </a:schemeClr>
          </a:solidFill>
        </p:spPr>
        <p:txBody>
          <a:bodyPr anchor="ctr" anchorCtr="0"/>
          <a:lstStyle>
            <a:lvl1pPr marL="0" indent="0" algn="ctr">
              <a:buNone/>
              <a:defRPr sz="1050"/>
            </a:lvl1pPr>
          </a:lstStyle>
          <a:p>
            <a:r>
              <a:rPr lang="en-US"/>
              <a:t>Click icon to add picture</a:t>
            </a:r>
            <a:endParaRPr lang="en-US" dirty="0"/>
          </a:p>
        </p:txBody>
      </p:sp>
      <p:sp>
        <p:nvSpPr>
          <p:cNvPr id="90" name="Title 28">
            <a:extLst>
              <a:ext uri="{FF2B5EF4-FFF2-40B4-BE49-F238E27FC236}">
                <a16:creationId xmlns:a16="http://schemas.microsoft.com/office/drawing/2014/main" id="{BBA47EC1-ECF7-4028-8512-0085B63E6171}"/>
              </a:ext>
            </a:extLst>
          </p:cNvPr>
          <p:cNvSpPr>
            <a:spLocks noGrp="1"/>
          </p:cNvSpPr>
          <p:nvPr userDrawn="1">
            <p:ph type="title" hasCustomPrompt="1"/>
          </p:nvPr>
        </p:nvSpPr>
        <p:spPr bwMode="gray">
          <a:xfrm>
            <a:off x="570457" y="442528"/>
            <a:ext cx="8005371" cy="418576"/>
          </a:xfrm>
          <a:prstGeom prst="rect">
            <a:avLst/>
          </a:prstGeom>
        </p:spPr>
        <p:txBody>
          <a:bodyPr wrap="square" lIns="0" tIns="0" rIns="0" bIns="0" anchor="t" anchorCtr="0">
            <a:noAutofit/>
          </a:bodyPr>
          <a:lstStyle>
            <a:lvl1pPr marL="0" algn="l" defTabSz="914484" rtl="0" eaLnBrk="1" latinLnBrk="0" hangingPunct="1">
              <a:lnSpc>
                <a:spcPct val="85000"/>
              </a:lnSpc>
              <a:spcBef>
                <a:spcPct val="0"/>
              </a:spcBef>
              <a:buNone/>
              <a:tabLst>
                <a:tab pos="914484" algn="l"/>
              </a:tabLst>
              <a:defRPr lang="en-US" sz="2401" b="1" kern="1200" cap="none" spc="-113"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93" name="Picture Placeholder 3">
            <a:extLst>
              <a:ext uri="{FF2B5EF4-FFF2-40B4-BE49-F238E27FC236}">
                <a16:creationId xmlns:a16="http://schemas.microsoft.com/office/drawing/2014/main" id="{97942604-6A6D-4300-9F5E-F665021CDD91}"/>
              </a:ext>
            </a:extLst>
          </p:cNvPr>
          <p:cNvSpPr>
            <a:spLocks noGrp="1"/>
          </p:cNvSpPr>
          <p:nvPr userDrawn="1">
            <p:ph type="pic" sz="quarter" idx="12"/>
          </p:nvPr>
        </p:nvSpPr>
        <p:spPr>
          <a:xfrm>
            <a:off x="574077" y="2867087"/>
            <a:ext cx="947984" cy="1511300"/>
          </a:xfrm>
          <a:prstGeom prst="rect">
            <a:avLst/>
          </a:prstGeom>
          <a:solidFill>
            <a:schemeClr val="bg1">
              <a:lumMod val="95000"/>
            </a:schemeClr>
          </a:solidFill>
        </p:spPr>
        <p:txBody>
          <a:bodyPr anchor="ctr" anchorCtr="0"/>
          <a:lstStyle>
            <a:lvl1pPr marL="0" indent="0" algn="ctr">
              <a:buNone/>
              <a:defRPr sz="1050"/>
            </a:lvl1pPr>
          </a:lstStyle>
          <a:p>
            <a:r>
              <a:rPr lang="en-US"/>
              <a:t>Click icon to add picture</a:t>
            </a:r>
            <a:endParaRPr lang="en-US" dirty="0"/>
          </a:p>
        </p:txBody>
      </p:sp>
      <p:sp>
        <p:nvSpPr>
          <p:cNvPr id="94" name="Picture Placeholder 3">
            <a:extLst>
              <a:ext uri="{FF2B5EF4-FFF2-40B4-BE49-F238E27FC236}">
                <a16:creationId xmlns:a16="http://schemas.microsoft.com/office/drawing/2014/main" id="{AA2E7F24-9350-4567-945B-9474BC4996F5}"/>
              </a:ext>
            </a:extLst>
          </p:cNvPr>
          <p:cNvSpPr>
            <a:spLocks noGrp="1"/>
          </p:cNvSpPr>
          <p:nvPr userDrawn="1">
            <p:ph type="pic" sz="quarter" idx="13"/>
          </p:nvPr>
        </p:nvSpPr>
        <p:spPr>
          <a:xfrm>
            <a:off x="574077" y="4589717"/>
            <a:ext cx="947984" cy="1511300"/>
          </a:xfrm>
          <a:prstGeom prst="rect">
            <a:avLst/>
          </a:prstGeom>
          <a:solidFill>
            <a:schemeClr val="bg1">
              <a:lumMod val="95000"/>
            </a:schemeClr>
          </a:solidFill>
        </p:spPr>
        <p:txBody>
          <a:bodyPr anchor="ctr" anchorCtr="0"/>
          <a:lstStyle>
            <a:lvl1pPr marL="0" indent="0" algn="ctr">
              <a:buNone/>
              <a:defRPr sz="1050"/>
            </a:lvl1pPr>
          </a:lstStyle>
          <a:p>
            <a:r>
              <a:rPr lang="en-US"/>
              <a:t>Click icon to add picture</a:t>
            </a:r>
            <a:endParaRPr lang="en-US" dirty="0"/>
          </a:p>
        </p:txBody>
      </p:sp>
      <p:sp>
        <p:nvSpPr>
          <p:cNvPr id="98" name="Picture Placeholder 3">
            <a:extLst>
              <a:ext uri="{FF2B5EF4-FFF2-40B4-BE49-F238E27FC236}">
                <a16:creationId xmlns:a16="http://schemas.microsoft.com/office/drawing/2014/main" id="{A79280A8-55A4-44A0-B321-26E1046FFB5E}"/>
              </a:ext>
            </a:extLst>
          </p:cNvPr>
          <p:cNvSpPr>
            <a:spLocks noGrp="1"/>
          </p:cNvSpPr>
          <p:nvPr>
            <p:ph type="pic" sz="quarter" idx="14"/>
          </p:nvPr>
        </p:nvSpPr>
        <p:spPr>
          <a:xfrm>
            <a:off x="4667988" y="1144457"/>
            <a:ext cx="947984" cy="1511300"/>
          </a:xfrm>
          <a:prstGeom prst="rect">
            <a:avLst/>
          </a:prstGeom>
          <a:solidFill>
            <a:schemeClr val="bg1">
              <a:lumMod val="95000"/>
            </a:schemeClr>
          </a:solidFill>
        </p:spPr>
        <p:txBody>
          <a:bodyPr anchor="ctr" anchorCtr="0"/>
          <a:lstStyle>
            <a:lvl1pPr marL="0" indent="0" algn="ctr">
              <a:buNone/>
              <a:defRPr sz="1050"/>
            </a:lvl1pPr>
          </a:lstStyle>
          <a:p>
            <a:r>
              <a:rPr lang="en-US"/>
              <a:t>Click icon to add picture</a:t>
            </a:r>
            <a:endParaRPr lang="en-US" dirty="0"/>
          </a:p>
        </p:txBody>
      </p:sp>
      <p:sp>
        <p:nvSpPr>
          <p:cNvPr id="99" name="Picture Placeholder 3">
            <a:extLst>
              <a:ext uri="{FF2B5EF4-FFF2-40B4-BE49-F238E27FC236}">
                <a16:creationId xmlns:a16="http://schemas.microsoft.com/office/drawing/2014/main" id="{B7DDBE6E-17A6-42A7-9C9B-D064BB45CEE2}"/>
              </a:ext>
            </a:extLst>
          </p:cNvPr>
          <p:cNvSpPr>
            <a:spLocks noGrp="1"/>
          </p:cNvSpPr>
          <p:nvPr>
            <p:ph type="pic" sz="quarter" idx="15"/>
          </p:nvPr>
        </p:nvSpPr>
        <p:spPr>
          <a:xfrm>
            <a:off x="4667988" y="2867087"/>
            <a:ext cx="947984" cy="1511300"/>
          </a:xfrm>
          <a:prstGeom prst="rect">
            <a:avLst/>
          </a:prstGeom>
          <a:solidFill>
            <a:schemeClr val="bg1">
              <a:lumMod val="95000"/>
            </a:schemeClr>
          </a:solidFill>
        </p:spPr>
        <p:txBody>
          <a:bodyPr anchor="ctr" anchorCtr="0"/>
          <a:lstStyle>
            <a:lvl1pPr marL="0" indent="0" algn="ctr">
              <a:buNone/>
              <a:defRPr sz="1050"/>
            </a:lvl1pPr>
          </a:lstStyle>
          <a:p>
            <a:r>
              <a:rPr lang="en-US"/>
              <a:t>Click icon to add picture</a:t>
            </a:r>
            <a:endParaRPr lang="en-US" dirty="0"/>
          </a:p>
        </p:txBody>
      </p:sp>
      <p:sp>
        <p:nvSpPr>
          <p:cNvPr id="100" name="Picture Placeholder 3">
            <a:extLst>
              <a:ext uri="{FF2B5EF4-FFF2-40B4-BE49-F238E27FC236}">
                <a16:creationId xmlns:a16="http://schemas.microsoft.com/office/drawing/2014/main" id="{BA9A3BED-9269-49B7-B2AF-6027C5A39640}"/>
              </a:ext>
            </a:extLst>
          </p:cNvPr>
          <p:cNvSpPr>
            <a:spLocks noGrp="1"/>
          </p:cNvSpPr>
          <p:nvPr>
            <p:ph type="pic" sz="quarter" idx="16"/>
          </p:nvPr>
        </p:nvSpPr>
        <p:spPr>
          <a:xfrm>
            <a:off x="4667988" y="4589717"/>
            <a:ext cx="947984" cy="1511300"/>
          </a:xfrm>
          <a:prstGeom prst="rect">
            <a:avLst/>
          </a:prstGeom>
          <a:solidFill>
            <a:schemeClr val="bg1">
              <a:lumMod val="95000"/>
            </a:schemeClr>
          </a:solidFill>
        </p:spPr>
        <p:txBody>
          <a:bodyPr anchor="ctr" anchorCtr="0"/>
          <a:lstStyle>
            <a:lvl1pPr marL="0" indent="0" algn="ctr">
              <a:buNone/>
              <a:defRPr sz="1050"/>
            </a:lvl1pPr>
          </a:lstStyle>
          <a:p>
            <a:r>
              <a:rPr lang="en-US"/>
              <a:t>Click icon to add picture</a:t>
            </a:r>
            <a:endParaRPr lang="en-US" dirty="0"/>
          </a:p>
        </p:txBody>
      </p:sp>
    </p:spTree>
    <p:extLst>
      <p:ext uri="{BB962C8B-B14F-4D97-AF65-F5344CB8AC3E}">
        <p14:creationId xmlns:p14="http://schemas.microsoft.com/office/powerpoint/2010/main" val="4094945503"/>
      </p:ext>
    </p:extLst>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FE319A93-1EE8-4DF0-8C0F-BA2E40F23D79}"/>
              </a:ext>
            </a:extLst>
          </p:cNvPr>
          <p:cNvCxnSpPr>
            <a:cxnSpLocks/>
          </p:cNvCxnSpPr>
          <p:nvPr userDrawn="1"/>
        </p:nvCxnSpPr>
        <p:spPr>
          <a:xfrm>
            <a:off x="4260510" y="2343150"/>
            <a:ext cx="0" cy="591618"/>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3C8B807-1945-4D9E-B448-C1E97436D660}"/>
              </a:ext>
            </a:extLst>
          </p:cNvPr>
          <p:cNvCxnSpPr>
            <a:cxnSpLocks/>
          </p:cNvCxnSpPr>
          <p:nvPr userDrawn="1"/>
        </p:nvCxnSpPr>
        <p:spPr>
          <a:xfrm>
            <a:off x="864506" y="2704148"/>
            <a:ext cx="0" cy="23062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F2703DD-1A37-453B-892F-8C17D1969445}"/>
              </a:ext>
            </a:extLst>
          </p:cNvPr>
          <p:cNvCxnSpPr>
            <a:cxnSpLocks/>
          </p:cNvCxnSpPr>
          <p:nvPr userDrawn="1"/>
        </p:nvCxnSpPr>
        <p:spPr>
          <a:xfrm>
            <a:off x="2557994" y="2720182"/>
            <a:ext cx="0" cy="2145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A54B372-2AE9-4F06-AB8D-563121DAED07}"/>
              </a:ext>
            </a:extLst>
          </p:cNvPr>
          <p:cNvCxnSpPr>
            <a:cxnSpLocks/>
          </p:cNvCxnSpPr>
          <p:nvPr userDrawn="1"/>
        </p:nvCxnSpPr>
        <p:spPr>
          <a:xfrm>
            <a:off x="5951241" y="2720182"/>
            <a:ext cx="0" cy="2145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AB52C25-74F9-41DD-8CB1-FED7D59A9D4E}"/>
              </a:ext>
            </a:extLst>
          </p:cNvPr>
          <p:cNvCxnSpPr>
            <a:cxnSpLocks/>
          </p:cNvCxnSpPr>
          <p:nvPr userDrawn="1"/>
        </p:nvCxnSpPr>
        <p:spPr>
          <a:xfrm>
            <a:off x="7637978" y="2704148"/>
            <a:ext cx="0" cy="23062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F9FF1D9-795C-4CBA-B6AD-0D44C487DF2B}"/>
              </a:ext>
            </a:extLst>
          </p:cNvPr>
          <p:cNvCxnSpPr>
            <a:cxnSpLocks/>
          </p:cNvCxnSpPr>
          <p:nvPr userDrawn="1"/>
        </p:nvCxnSpPr>
        <p:spPr>
          <a:xfrm>
            <a:off x="864506" y="2711965"/>
            <a:ext cx="6773472"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1" name="Freeform: Shape 40">
            <a:extLst>
              <a:ext uri="{FF2B5EF4-FFF2-40B4-BE49-F238E27FC236}">
                <a16:creationId xmlns:a16="http://schemas.microsoft.com/office/drawing/2014/main" id="{0AA6CBBA-3F36-4849-8752-93C041F6423F}"/>
              </a:ext>
            </a:extLst>
          </p:cNvPr>
          <p:cNvSpPr/>
          <p:nvPr userDrawn="1"/>
        </p:nvSpPr>
        <p:spPr>
          <a:xfrm>
            <a:off x="3632569" y="2018909"/>
            <a:ext cx="1255881" cy="27007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algn="ctr" defTabSz="533542" rtl="0" eaLnBrk="1" fontAlgn="auto" latinLnBrk="0" hangingPunct="1">
              <a:lnSpc>
                <a:spcPct val="90000"/>
              </a:lnSpc>
              <a:spcBef>
                <a:spcPct val="0"/>
              </a:spcBef>
              <a:spcAft>
                <a:spcPct val="35000"/>
              </a:spcAft>
              <a:buClrTx/>
              <a:buSzTx/>
              <a:buFontTx/>
              <a:buNone/>
              <a:tabLst/>
              <a:defRPr/>
            </a:pPr>
            <a:r>
              <a:rPr lang="en-GB" sz="1050" b="1" dirty="0">
                <a:solidFill>
                  <a:srgbClr val="1E0113"/>
                </a:solidFill>
                <a:latin typeface="Arial"/>
              </a:rPr>
              <a:t>First Last</a:t>
            </a:r>
            <a:br>
              <a:rPr lang="en-US" sz="1050" dirty="0">
                <a:solidFill>
                  <a:srgbClr val="1E0113"/>
                </a:solidFill>
                <a:latin typeface="Arial"/>
              </a:rPr>
            </a:br>
            <a:r>
              <a:rPr lang="en-US" sz="900" dirty="0">
                <a:solidFill>
                  <a:srgbClr val="1E0113"/>
                </a:solidFill>
                <a:latin typeface="Arial"/>
              </a:rPr>
              <a:t>Title</a:t>
            </a:r>
            <a:endParaRPr lang="en-GB" sz="900" dirty="0">
              <a:solidFill>
                <a:srgbClr val="1E0113"/>
              </a:solidFill>
              <a:latin typeface="Arial"/>
            </a:endParaRPr>
          </a:p>
        </p:txBody>
      </p:sp>
      <p:sp>
        <p:nvSpPr>
          <p:cNvPr id="51" name="Freeform: Shape 50">
            <a:extLst>
              <a:ext uri="{FF2B5EF4-FFF2-40B4-BE49-F238E27FC236}">
                <a16:creationId xmlns:a16="http://schemas.microsoft.com/office/drawing/2014/main" id="{8D85AFB8-023B-4759-BD5F-6073003FD8E0}"/>
              </a:ext>
            </a:extLst>
          </p:cNvPr>
          <p:cNvSpPr/>
          <p:nvPr userDrawn="1"/>
        </p:nvSpPr>
        <p:spPr>
          <a:xfrm>
            <a:off x="227539" y="3764633"/>
            <a:ext cx="1255881" cy="27007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algn="ctr" defTabSz="533542" rtl="0" eaLnBrk="1" fontAlgn="auto" latinLnBrk="0" hangingPunct="1">
              <a:lnSpc>
                <a:spcPct val="90000"/>
              </a:lnSpc>
              <a:spcBef>
                <a:spcPct val="0"/>
              </a:spcBef>
              <a:spcAft>
                <a:spcPct val="35000"/>
              </a:spcAft>
              <a:buClrTx/>
              <a:buSzTx/>
              <a:buFontTx/>
              <a:buNone/>
              <a:tabLst/>
              <a:defRPr/>
            </a:pPr>
            <a:r>
              <a:rPr lang="en-GB" sz="1050" b="1" dirty="0">
                <a:solidFill>
                  <a:srgbClr val="1E0113"/>
                </a:solidFill>
                <a:latin typeface="Arial"/>
              </a:rPr>
              <a:t>First Last</a:t>
            </a:r>
            <a:br>
              <a:rPr lang="en-US" sz="1050" dirty="0">
                <a:solidFill>
                  <a:srgbClr val="1E0113"/>
                </a:solidFill>
                <a:latin typeface="Arial"/>
              </a:rPr>
            </a:br>
            <a:r>
              <a:rPr lang="en-US" sz="900" dirty="0">
                <a:solidFill>
                  <a:srgbClr val="1E0113"/>
                </a:solidFill>
                <a:latin typeface="Arial"/>
              </a:rPr>
              <a:t>Title</a:t>
            </a:r>
            <a:endParaRPr lang="en-GB" sz="900" dirty="0">
              <a:solidFill>
                <a:srgbClr val="1E0113"/>
              </a:solidFill>
              <a:latin typeface="Arial"/>
            </a:endParaRPr>
          </a:p>
        </p:txBody>
      </p:sp>
      <p:sp>
        <p:nvSpPr>
          <p:cNvPr id="57" name="Freeform: Shape 56">
            <a:extLst>
              <a:ext uri="{FF2B5EF4-FFF2-40B4-BE49-F238E27FC236}">
                <a16:creationId xmlns:a16="http://schemas.microsoft.com/office/drawing/2014/main" id="{5618C1B6-F9C7-4982-A888-0B0BB5F00D51}"/>
              </a:ext>
            </a:extLst>
          </p:cNvPr>
          <p:cNvSpPr/>
          <p:nvPr userDrawn="1"/>
        </p:nvSpPr>
        <p:spPr>
          <a:xfrm>
            <a:off x="1930054" y="3764633"/>
            <a:ext cx="1255881" cy="27007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algn="ctr" defTabSz="533542" rtl="0" eaLnBrk="1" fontAlgn="auto" latinLnBrk="0" hangingPunct="1">
              <a:lnSpc>
                <a:spcPct val="90000"/>
              </a:lnSpc>
              <a:spcBef>
                <a:spcPct val="0"/>
              </a:spcBef>
              <a:spcAft>
                <a:spcPct val="35000"/>
              </a:spcAft>
              <a:buClrTx/>
              <a:buSzTx/>
              <a:buFontTx/>
              <a:buNone/>
              <a:tabLst/>
              <a:defRPr/>
            </a:pPr>
            <a:r>
              <a:rPr lang="en-GB" sz="1050" b="1" dirty="0">
                <a:solidFill>
                  <a:srgbClr val="1E0113"/>
                </a:solidFill>
                <a:latin typeface="Arial"/>
              </a:rPr>
              <a:t>First Last</a:t>
            </a:r>
            <a:br>
              <a:rPr lang="en-US" sz="1050" dirty="0">
                <a:solidFill>
                  <a:srgbClr val="1E0113"/>
                </a:solidFill>
                <a:latin typeface="Arial"/>
              </a:rPr>
            </a:br>
            <a:r>
              <a:rPr lang="en-US" sz="900" dirty="0">
                <a:solidFill>
                  <a:srgbClr val="1E0113"/>
                </a:solidFill>
                <a:latin typeface="Arial"/>
              </a:rPr>
              <a:t>Title</a:t>
            </a:r>
            <a:endParaRPr lang="en-GB" sz="900" dirty="0">
              <a:solidFill>
                <a:srgbClr val="1E0113"/>
              </a:solidFill>
              <a:latin typeface="Arial"/>
            </a:endParaRPr>
          </a:p>
        </p:txBody>
      </p:sp>
      <p:sp>
        <p:nvSpPr>
          <p:cNvPr id="58" name="Freeform: Shape 57">
            <a:extLst>
              <a:ext uri="{FF2B5EF4-FFF2-40B4-BE49-F238E27FC236}">
                <a16:creationId xmlns:a16="http://schemas.microsoft.com/office/drawing/2014/main" id="{868CDBCA-61FA-4B54-A0E6-14E1BA521845}"/>
              </a:ext>
            </a:extLst>
          </p:cNvPr>
          <p:cNvSpPr/>
          <p:nvPr userDrawn="1"/>
        </p:nvSpPr>
        <p:spPr>
          <a:xfrm>
            <a:off x="3632569" y="3764633"/>
            <a:ext cx="1255881" cy="27007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algn="ctr" defTabSz="533542" rtl="0" eaLnBrk="1" fontAlgn="auto" latinLnBrk="0" hangingPunct="1">
              <a:lnSpc>
                <a:spcPct val="90000"/>
              </a:lnSpc>
              <a:spcBef>
                <a:spcPct val="0"/>
              </a:spcBef>
              <a:spcAft>
                <a:spcPct val="35000"/>
              </a:spcAft>
              <a:buClrTx/>
              <a:buSzTx/>
              <a:buFontTx/>
              <a:buNone/>
              <a:tabLst/>
              <a:defRPr/>
            </a:pPr>
            <a:r>
              <a:rPr lang="en-GB" sz="1050" b="1" dirty="0">
                <a:solidFill>
                  <a:srgbClr val="1E0113"/>
                </a:solidFill>
                <a:latin typeface="Arial"/>
              </a:rPr>
              <a:t>First Last</a:t>
            </a:r>
            <a:br>
              <a:rPr lang="en-US" sz="1050" dirty="0">
                <a:solidFill>
                  <a:srgbClr val="1E0113"/>
                </a:solidFill>
                <a:latin typeface="Arial"/>
              </a:rPr>
            </a:br>
            <a:r>
              <a:rPr lang="en-US" sz="900" dirty="0">
                <a:solidFill>
                  <a:srgbClr val="1E0113"/>
                </a:solidFill>
                <a:latin typeface="Arial"/>
              </a:rPr>
              <a:t>Title</a:t>
            </a:r>
            <a:endParaRPr lang="en-GB" sz="900" dirty="0">
              <a:solidFill>
                <a:srgbClr val="1E0113"/>
              </a:solidFill>
              <a:latin typeface="Arial"/>
            </a:endParaRPr>
          </a:p>
        </p:txBody>
      </p:sp>
      <p:sp>
        <p:nvSpPr>
          <p:cNvPr id="74" name="Freeform: Shape 73">
            <a:extLst>
              <a:ext uri="{FF2B5EF4-FFF2-40B4-BE49-F238E27FC236}">
                <a16:creationId xmlns:a16="http://schemas.microsoft.com/office/drawing/2014/main" id="{B29C83C2-A111-43E1-8F3B-989F7BF56538}"/>
              </a:ext>
            </a:extLst>
          </p:cNvPr>
          <p:cNvSpPr/>
          <p:nvPr userDrawn="1"/>
        </p:nvSpPr>
        <p:spPr>
          <a:xfrm>
            <a:off x="5319370" y="3764633"/>
            <a:ext cx="1255881" cy="27007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algn="ctr" defTabSz="533542" rtl="0" eaLnBrk="1" fontAlgn="auto" latinLnBrk="0" hangingPunct="1">
              <a:lnSpc>
                <a:spcPct val="90000"/>
              </a:lnSpc>
              <a:spcBef>
                <a:spcPct val="0"/>
              </a:spcBef>
              <a:spcAft>
                <a:spcPct val="35000"/>
              </a:spcAft>
              <a:buClrTx/>
              <a:buSzTx/>
              <a:buFontTx/>
              <a:buNone/>
              <a:tabLst/>
              <a:defRPr/>
            </a:pPr>
            <a:r>
              <a:rPr lang="en-GB" sz="1050" b="1" dirty="0">
                <a:solidFill>
                  <a:srgbClr val="1E0113"/>
                </a:solidFill>
                <a:latin typeface="Arial"/>
              </a:rPr>
              <a:t>First Last</a:t>
            </a:r>
            <a:br>
              <a:rPr lang="en-US" sz="1050" dirty="0">
                <a:solidFill>
                  <a:srgbClr val="1E0113"/>
                </a:solidFill>
                <a:latin typeface="Arial"/>
              </a:rPr>
            </a:br>
            <a:r>
              <a:rPr lang="en-US" sz="900" dirty="0">
                <a:solidFill>
                  <a:srgbClr val="1E0113"/>
                </a:solidFill>
                <a:latin typeface="Arial"/>
              </a:rPr>
              <a:t>Title</a:t>
            </a:r>
            <a:endParaRPr lang="en-GB" sz="900" dirty="0">
              <a:solidFill>
                <a:srgbClr val="1E0113"/>
              </a:solidFill>
              <a:latin typeface="Arial"/>
            </a:endParaRPr>
          </a:p>
        </p:txBody>
      </p:sp>
      <p:sp>
        <p:nvSpPr>
          <p:cNvPr id="75" name="Freeform: Shape 74">
            <a:extLst>
              <a:ext uri="{FF2B5EF4-FFF2-40B4-BE49-F238E27FC236}">
                <a16:creationId xmlns:a16="http://schemas.microsoft.com/office/drawing/2014/main" id="{932D43CA-F312-44A4-BF7E-B6F2CA37B861}"/>
              </a:ext>
            </a:extLst>
          </p:cNvPr>
          <p:cNvSpPr/>
          <p:nvPr userDrawn="1"/>
        </p:nvSpPr>
        <p:spPr>
          <a:xfrm>
            <a:off x="7006171" y="3764633"/>
            <a:ext cx="1255881" cy="27007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algn="ctr" defTabSz="533542" rtl="0" eaLnBrk="1" fontAlgn="auto" latinLnBrk="0" hangingPunct="1">
              <a:lnSpc>
                <a:spcPct val="90000"/>
              </a:lnSpc>
              <a:spcBef>
                <a:spcPct val="0"/>
              </a:spcBef>
              <a:spcAft>
                <a:spcPct val="35000"/>
              </a:spcAft>
              <a:buClrTx/>
              <a:buSzTx/>
              <a:buFontTx/>
              <a:buNone/>
              <a:tabLst/>
              <a:defRPr/>
            </a:pPr>
            <a:r>
              <a:rPr lang="en-GB" sz="1050" b="1" dirty="0">
                <a:solidFill>
                  <a:srgbClr val="1E0113"/>
                </a:solidFill>
                <a:latin typeface="Arial"/>
              </a:rPr>
              <a:t>First Last</a:t>
            </a:r>
            <a:br>
              <a:rPr lang="en-US" sz="1050" dirty="0">
                <a:solidFill>
                  <a:srgbClr val="1E0113"/>
                </a:solidFill>
                <a:latin typeface="Arial"/>
              </a:rPr>
            </a:br>
            <a:r>
              <a:rPr lang="en-US" sz="900" dirty="0">
                <a:solidFill>
                  <a:srgbClr val="1E0113"/>
                </a:solidFill>
                <a:latin typeface="Arial"/>
              </a:rPr>
              <a:t>Title</a:t>
            </a:r>
            <a:endParaRPr lang="en-GB" sz="900" dirty="0">
              <a:solidFill>
                <a:srgbClr val="1E0113"/>
              </a:solidFill>
              <a:latin typeface="Arial"/>
            </a:endParaRPr>
          </a:p>
        </p:txBody>
      </p:sp>
      <p:sp>
        <p:nvSpPr>
          <p:cNvPr id="76" name="Slide Number Placeholder 7">
            <a:extLst>
              <a:ext uri="{FF2B5EF4-FFF2-40B4-BE49-F238E27FC236}">
                <a16:creationId xmlns:a16="http://schemas.microsoft.com/office/drawing/2014/main" id="{F107877D-C19A-4401-ABC7-138FE32BF944}"/>
              </a:ext>
            </a:extLst>
          </p:cNvPr>
          <p:cNvSpPr>
            <a:spLocks noGrp="1"/>
          </p:cNvSpPr>
          <p:nvPr userDrawn="1">
            <p:ph type="sldNum" sz="quarter" idx="10"/>
          </p:nvPr>
        </p:nvSpPr>
        <p:spPr>
          <a:xfrm>
            <a:off x="8754426" y="6400800"/>
            <a:ext cx="329270" cy="155448"/>
          </a:xfrm>
        </p:spPr>
        <p:txBody>
          <a:bodyPr/>
          <a:lstStyle/>
          <a:p>
            <a:pPr defTabSz="914484">
              <a:defRPr/>
            </a:pPr>
            <a:fld id="{6D22F896-40B5-4ADD-8801-0D06FADFA095}" type="slidenum">
              <a:rPr lang="en-US" smtClean="0">
                <a:solidFill>
                  <a:srgbClr val="000000"/>
                </a:solidFill>
              </a:rPr>
              <a:pPr defTabSz="914484">
                <a:defRPr/>
              </a:pPr>
              <a:t>‹#›</a:t>
            </a:fld>
            <a:endParaRPr lang="en-US" dirty="0">
              <a:solidFill>
                <a:srgbClr val="000000"/>
              </a:solidFill>
            </a:endParaRPr>
          </a:p>
        </p:txBody>
      </p:sp>
      <p:cxnSp>
        <p:nvCxnSpPr>
          <p:cNvPr id="103" name="Straight Connector 102">
            <a:extLst>
              <a:ext uri="{FF2B5EF4-FFF2-40B4-BE49-F238E27FC236}">
                <a16:creationId xmlns:a16="http://schemas.microsoft.com/office/drawing/2014/main" id="{C235E94D-CADF-4E5F-B8F0-84363353F63B}"/>
              </a:ext>
            </a:extLst>
          </p:cNvPr>
          <p:cNvCxnSpPr>
            <a:cxnSpLocks/>
          </p:cNvCxnSpPr>
          <p:nvPr userDrawn="1"/>
        </p:nvCxnSpPr>
        <p:spPr>
          <a:xfrm>
            <a:off x="5951241" y="4102323"/>
            <a:ext cx="0" cy="174330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104" name="Freeform: Shape 103">
            <a:extLst>
              <a:ext uri="{FF2B5EF4-FFF2-40B4-BE49-F238E27FC236}">
                <a16:creationId xmlns:a16="http://schemas.microsoft.com/office/drawing/2014/main" id="{4E54939A-84E9-4F35-9FF6-945AACB3302A}"/>
              </a:ext>
            </a:extLst>
          </p:cNvPr>
          <p:cNvSpPr/>
          <p:nvPr userDrawn="1"/>
        </p:nvSpPr>
        <p:spPr>
          <a:xfrm>
            <a:off x="6197545" y="4365199"/>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rgbClr val="1E0113"/>
                </a:solidFill>
                <a:latin typeface="Arial"/>
              </a:rPr>
              <a:t>First Last</a:t>
            </a:r>
            <a:br>
              <a:rPr lang="en-US" sz="900" dirty="0">
                <a:solidFill>
                  <a:srgbClr val="1E0113"/>
                </a:solidFill>
                <a:latin typeface="Arial"/>
              </a:rPr>
            </a:br>
            <a:r>
              <a:rPr lang="en-US" sz="750" dirty="0">
                <a:solidFill>
                  <a:srgbClr val="1E0113"/>
                </a:solidFill>
                <a:latin typeface="Arial"/>
              </a:rPr>
              <a:t>Title</a:t>
            </a:r>
            <a:endParaRPr lang="en-GB" sz="750" dirty="0">
              <a:solidFill>
                <a:srgbClr val="1E0113"/>
              </a:solidFill>
              <a:latin typeface="Arial"/>
            </a:endParaRPr>
          </a:p>
        </p:txBody>
      </p:sp>
      <p:cxnSp>
        <p:nvCxnSpPr>
          <p:cNvPr id="105" name="Straight Connector 104">
            <a:extLst>
              <a:ext uri="{FF2B5EF4-FFF2-40B4-BE49-F238E27FC236}">
                <a16:creationId xmlns:a16="http://schemas.microsoft.com/office/drawing/2014/main" id="{7D7329E0-5381-4C80-AE9A-23F76C2D2451}"/>
              </a:ext>
            </a:extLst>
          </p:cNvPr>
          <p:cNvCxnSpPr>
            <a:cxnSpLocks/>
          </p:cNvCxnSpPr>
          <p:nvPr userDrawn="1"/>
        </p:nvCxnSpPr>
        <p:spPr>
          <a:xfrm>
            <a:off x="5951242" y="4398782"/>
            <a:ext cx="189835" cy="0"/>
          </a:xfrm>
          <a:prstGeom prst="line">
            <a:avLst/>
          </a:prstGeom>
          <a:ln w="12700">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7E1EB878-546E-4D96-B99A-6B1BD9CF7961}"/>
              </a:ext>
            </a:extLst>
          </p:cNvPr>
          <p:cNvCxnSpPr>
            <a:cxnSpLocks/>
          </p:cNvCxnSpPr>
          <p:nvPr userDrawn="1"/>
        </p:nvCxnSpPr>
        <p:spPr>
          <a:xfrm>
            <a:off x="5951242" y="4896330"/>
            <a:ext cx="189835" cy="0"/>
          </a:xfrm>
          <a:prstGeom prst="line">
            <a:avLst/>
          </a:prstGeom>
          <a:ln w="12700">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3379056A-852E-461F-A9C2-F37AE0D8CEB5}"/>
              </a:ext>
            </a:extLst>
          </p:cNvPr>
          <p:cNvCxnSpPr>
            <a:cxnSpLocks/>
          </p:cNvCxnSpPr>
          <p:nvPr userDrawn="1"/>
        </p:nvCxnSpPr>
        <p:spPr>
          <a:xfrm>
            <a:off x="5951242" y="5393878"/>
            <a:ext cx="189835" cy="0"/>
          </a:xfrm>
          <a:prstGeom prst="line">
            <a:avLst/>
          </a:prstGeom>
          <a:ln w="12700">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209D283C-6BDB-4C50-810F-D38B1FF3EB87}"/>
              </a:ext>
            </a:extLst>
          </p:cNvPr>
          <p:cNvCxnSpPr>
            <a:cxnSpLocks/>
          </p:cNvCxnSpPr>
          <p:nvPr userDrawn="1"/>
        </p:nvCxnSpPr>
        <p:spPr>
          <a:xfrm>
            <a:off x="5951242" y="5837085"/>
            <a:ext cx="189835" cy="0"/>
          </a:xfrm>
          <a:prstGeom prst="line">
            <a:avLst/>
          </a:prstGeom>
          <a:ln w="12700">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7CA3AF6A-064E-4CF7-8800-782A153C4091}"/>
              </a:ext>
            </a:extLst>
          </p:cNvPr>
          <p:cNvCxnSpPr>
            <a:cxnSpLocks/>
          </p:cNvCxnSpPr>
          <p:nvPr userDrawn="1"/>
        </p:nvCxnSpPr>
        <p:spPr>
          <a:xfrm>
            <a:off x="7629400" y="4102323"/>
            <a:ext cx="0" cy="174330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D171AD49-684D-4404-A099-CE9057C88BDA}"/>
              </a:ext>
            </a:extLst>
          </p:cNvPr>
          <p:cNvCxnSpPr>
            <a:cxnSpLocks/>
          </p:cNvCxnSpPr>
          <p:nvPr userDrawn="1"/>
        </p:nvCxnSpPr>
        <p:spPr>
          <a:xfrm>
            <a:off x="7629400" y="4398782"/>
            <a:ext cx="189835" cy="0"/>
          </a:xfrm>
          <a:prstGeom prst="line">
            <a:avLst/>
          </a:prstGeom>
          <a:ln w="12700">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177B6B83-CEBC-446E-8E83-75F5C9E54A66}"/>
              </a:ext>
            </a:extLst>
          </p:cNvPr>
          <p:cNvCxnSpPr>
            <a:cxnSpLocks/>
          </p:cNvCxnSpPr>
          <p:nvPr userDrawn="1"/>
        </p:nvCxnSpPr>
        <p:spPr>
          <a:xfrm>
            <a:off x="7629400" y="4896330"/>
            <a:ext cx="189835" cy="0"/>
          </a:xfrm>
          <a:prstGeom prst="line">
            <a:avLst/>
          </a:prstGeom>
          <a:ln w="12700">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682D054B-E82B-4044-8240-C7D57E9344E3}"/>
              </a:ext>
            </a:extLst>
          </p:cNvPr>
          <p:cNvCxnSpPr>
            <a:cxnSpLocks/>
          </p:cNvCxnSpPr>
          <p:nvPr userDrawn="1"/>
        </p:nvCxnSpPr>
        <p:spPr>
          <a:xfrm>
            <a:off x="7629400" y="5393878"/>
            <a:ext cx="189835" cy="0"/>
          </a:xfrm>
          <a:prstGeom prst="line">
            <a:avLst/>
          </a:prstGeom>
          <a:ln w="12700">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9659EEAF-FE97-4EDC-AFD1-7D7918C1EB14}"/>
              </a:ext>
            </a:extLst>
          </p:cNvPr>
          <p:cNvCxnSpPr>
            <a:cxnSpLocks/>
          </p:cNvCxnSpPr>
          <p:nvPr userDrawn="1"/>
        </p:nvCxnSpPr>
        <p:spPr>
          <a:xfrm>
            <a:off x="7629400" y="5837085"/>
            <a:ext cx="189835" cy="0"/>
          </a:xfrm>
          <a:prstGeom prst="line">
            <a:avLst/>
          </a:prstGeom>
          <a:ln w="12700">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114" name="Freeform: Shape 113">
            <a:extLst>
              <a:ext uri="{FF2B5EF4-FFF2-40B4-BE49-F238E27FC236}">
                <a16:creationId xmlns:a16="http://schemas.microsoft.com/office/drawing/2014/main" id="{3D2C173A-8552-4DAA-A229-AE750AB4A8C7}"/>
              </a:ext>
            </a:extLst>
          </p:cNvPr>
          <p:cNvSpPr/>
          <p:nvPr userDrawn="1"/>
        </p:nvSpPr>
        <p:spPr>
          <a:xfrm>
            <a:off x="6197545" y="4862747"/>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rgbClr val="1E0113"/>
                </a:solidFill>
                <a:latin typeface="Arial"/>
              </a:rPr>
              <a:t>First Last</a:t>
            </a:r>
            <a:br>
              <a:rPr lang="en-US" sz="900" dirty="0">
                <a:solidFill>
                  <a:srgbClr val="1E0113"/>
                </a:solidFill>
                <a:latin typeface="Arial"/>
              </a:rPr>
            </a:br>
            <a:r>
              <a:rPr lang="en-US" sz="750" dirty="0">
                <a:solidFill>
                  <a:srgbClr val="1E0113"/>
                </a:solidFill>
                <a:latin typeface="Arial"/>
              </a:rPr>
              <a:t>Title</a:t>
            </a:r>
            <a:endParaRPr lang="en-GB" sz="750" dirty="0">
              <a:solidFill>
                <a:srgbClr val="1E0113"/>
              </a:solidFill>
              <a:latin typeface="Arial"/>
            </a:endParaRPr>
          </a:p>
        </p:txBody>
      </p:sp>
      <p:sp>
        <p:nvSpPr>
          <p:cNvPr id="115" name="Freeform: Shape 114">
            <a:extLst>
              <a:ext uri="{FF2B5EF4-FFF2-40B4-BE49-F238E27FC236}">
                <a16:creationId xmlns:a16="http://schemas.microsoft.com/office/drawing/2014/main" id="{8FF8F61F-5A07-46CE-A2CD-1CA373021F6B}"/>
              </a:ext>
            </a:extLst>
          </p:cNvPr>
          <p:cNvSpPr/>
          <p:nvPr userDrawn="1"/>
        </p:nvSpPr>
        <p:spPr>
          <a:xfrm>
            <a:off x="6197545" y="5360295"/>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rgbClr val="1E0113"/>
                </a:solidFill>
                <a:latin typeface="Arial"/>
              </a:rPr>
              <a:t>First Last</a:t>
            </a:r>
            <a:br>
              <a:rPr lang="en-US" sz="900" dirty="0">
                <a:solidFill>
                  <a:srgbClr val="1E0113"/>
                </a:solidFill>
                <a:latin typeface="Arial"/>
              </a:rPr>
            </a:br>
            <a:r>
              <a:rPr lang="en-US" sz="750" dirty="0">
                <a:solidFill>
                  <a:srgbClr val="1E0113"/>
                </a:solidFill>
                <a:latin typeface="Arial"/>
              </a:rPr>
              <a:t>Title</a:t>
            </a:r>
            <a:endParaRPr lang="en-GB" sz="750" dirty="0">
              <a:solidFill>
                <a:srgbClr val="1E0113"/>
              </a:solidFill>
              <a:latin typeface="Arial"/>
            </a:endParaRPr>
          </a:p>
        </p:txBody>
      </p:sp>
      <p:sp>
        <p:nvSpPr>
          <p:cNvPr id="116" name="Freeform: Shape 115">
            <a:extLst>
              <a:ext uri="{FF2B5EF4-FFF2-40B4-BE49-F238E27FC236}">
                <a16:creationId xmlns:a16="http://schemas.microsoft.com/office/drawing/2014/main" id="{EDF20F4C-C6C0-4C6C-B41B-1C4A23D39EEC}"/>
              </a:ext>
            </a:extLst>
          </p:cNvPr>
          <p:cNvSpPr/>
          <p:nvPr userDrawn="1"/>
        </p:nvSpPr>
        <p:spPr>
          <a:xfrm>
            <a:off x="6197545" y="5795520"/>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rgbClr val="1E0113"/>
                </a:solidFill>
                <a:latin typeface="Arial"/>
              </a:rPr>
              <a:t>First Last</a:t>
            </a:r>
            <a:br>
              <a:rPr lang="en-US" sz="900" dirty="0">
                <a:solidFill>
                  <a:srgbClr val="1E0113"/>
                </a:solidFill>
                <a:latin typeface="Arial"/>
              </a:rPr>
            </a:br>
            <a:r>
              <a:rPr lang="en-US" sz="750" dirty="0">
                <a:solidFill>
                  <a:srgbClr val="1E0113"/>
                </a:solidFill>
                <a:latin typeface="Arial"/>
              </a:rPr>
              <a:t>Title</a:t>
            </a:r>
            <a:endParaRPr lang="en-GB" sz="750" dirty="0">
              <a:solidFill>
                <a:srgbClr val="1E0113"/>
              </a:solidFill>
              <a:latin typeface="Arial"/>
            </a:endParaRPr>
          </a:p>
        </p:txBody>
      </p:sp>
      <p:sp>
        <p:nvSpPr>
          <p:cNvPr id="117" name="Freeform: Shape 116">
            <a:extLst>
              <a:ext uri="{FF2B5EF4-FFF2-40B4-BE49-F238E27FC236}">
                <a16:creationId xmlns:a16="http://schemas.microsoft.com/office/drawing/2014/main" id="{D8FF5578-D6DA-416C-B327-EE7602BDA77A}"/>
              </a:ext>
            </a:extLst>
          </p:cNvPr>
          <p:cNvSpPr/>
          <p:nvPr userDrawn="1"/>
        </p:nvSpPr>
        <p:spPr>
          <a:xfrm>
            <a:off x="7875703" y="4365199"/>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rgbClr val="1E0113"/>
                </a:solidFill>
                <a:latin typeface="Arial"/>
              </a:rPr>
              <a:t>First Last</a:t>
            </a:r>
            <a:br>
              <a:rPr lang="en-US" sz="900" dirty="0">
                <a:solidFill>
                  <a:srgbClr val="1E0113"/>
                </a:solidFill>
                <a:latin typeface="Arial"/>
              </a:rPr>
            </a:br>
            <a:r>
              <a:rPr lang="en-US" sz="750" dirty="0">
                <a:solidFill>
                  <a:srgbClr val="1E0113"/>
                </a:solidFill>
                <a:latin typeface="Arial"/>
              </a:rPr>
              <a:t>Title</a:t>
            </a:r>
            <a:endParaRPr lang="en-GB" sz="750" dirty="0">
              <a:solidFill>
                <a:srgbClr val="1E0113"/>
              </a:solidFill>
              <a:latin typeface="Arial"/>
            </a:endParaRPr>
          </a:p>
        </p:txBody>
      </p:sp>
      <p:sp>
        <p:nvSpPr>
          <p:cNvPr id="118" name="Freeform: Shape 117">
            <a:extLst>
              <a:ext uri="{FF2B5EF4-FFF2-40B4-BE49-F238E27FC236}">
                <a16:creationId xmlns:a16="http://schemas.microsoft.com/office/drawing/2014/main" id="{3439945D-FF95-43C7-8BA3-BC3D4BC84D1B}"/>
              </a:ext>
            </a:extLst>
          </p:cNvPr>
          <p:cNvSpPr/>
          <p:nvPr userDrawn="1"/>
        </p:nvSpPr>
        <p:spPr>
          <a:xfrm>
            <a:off x="7875703" y="4862747"/>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rgbClr val="1E0113"/>
                </a:solidFill>
                <a:latin typeface="Arial"/>
              </a:rPr>
              <a:t>First Last</a:t>
            </a:r>
            <a:br>
              <a:rPr lang="en-US" sz="900" dirty="0">
                <a:solidFill>
                  <a:srgbClr val="1E0113"/>
                </a:solidFill>
                <a:latin typeface="Arial"/>
              </a:rPr>
            </a:br>
            <a:r>
              <a:rPr lang="en-US" sz="750" dirty="0">
                <a:solidFill>
                  <a:srgbClr val="1E0113"/>
                </a:solidFill>
                <a:latin typeface="Arial"/>
              </a:rPr>
              <a:t>Title</a:t>
            </a:r>
            <a:endParaRPr lang="en-GB" sz="750" dirty="0">
              <a:solidFill>
                <a:srgbClr val="1E0113"/>
              </a:solidFill>
              <a:latin typeface="Arial"/>
            </a:endParaRPr>
          </a:p>
        </p:txBody>
      </p:sp>
      <p:sp>
        <p:nvSpPr>
          <p:cNvPr id="119" name="Freeform: Shape 118">
            <a:extLst>
              <a:ext uri="{FF2B5EF4-FFF2-40B4-BE49-F238E27FC236}">
                <a16:creationId xmlns:a16="http://schemas.microsoft.com/office/drawing/2014/main" id="{21B8EF45-066D-4642-86E2-B7A9D45254C6}"/>
              </a:ext>
            </a:extLst>
          </p:cNvPr>
          <p:cNvSpPr/>
          <p:nvPr userDrawn="1"/>
        </p:nvSpPr>
        <p:spPr>
          <a:xfrm>
            <a:off x="7875703" y="5360295"/>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rgbClr val="1E0113"/>
                </a:solidFill>
                <a:latin typeface="Arial"/>
              </a:rPr>
              <a:t>First Last</a:t>
            </a:r>
            <a:br>
              <a:rPr lang="en-US" sz="900" dirty="0">
                <a:solidFill>
                  <a:srgbClr val="1E0113"/>
                </a:solidFill>
                <a:latin typeface="Arial"/>
              </a:rPr>
            </a:br>
            <a:r>
              <a:rPr lang="en-US" sz="750" dirty="0">
                <a:solidFill>
                  <a:srgbClr val="1E0113"/>
                </a:solidFill>
                <a:latin typeface="Arial"/>
              </a:rPr>
              <a:t>Title</a:t>
            </a:r>
            <a:endParaRPr lang="en-GB" sz="750" dirty="0">
              <a:solidFill>
                <a:srgbClr val="1E0113"/>
              </a:solidFill>
              <a:latin typeface="Arial"/>
            </a:endParaRPr>
          </a:p>
        </p:txBody>
      </p:sp>
      <p:sp>
        <p:nvSpPr>
          <p:cNvPr id="120" name="Freeform: Shape 119">
            <a:extLst>
              <a:ext uri="{FF2B5EF4-FFF2-40B4-BE49-F238E27FC236}">
                <a16:creationId xmlns:a16="http://schemas.microsoft.com/office/drawing/2014/main" id="{C9943FDD-4199-42F0-B408-8B80A0E3EF00}"/>
              </a:ext>
            </a:extLst>
          </p:cNvPr>
          <p:cNvSpPr/>
          <p:nvPr userDrawn="1"/>
        </p:nvSpPr>
        <p:spPr>
          <a:xfrm>
            <a:off x="7875703" y="5795520"/>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rgbClr val="1E0113"/>
                </a:solidFill>
                <a:latin typeface="Arial"/>
              </a:rPr>
              <a:t>First Last</a:t>
            </a:r>
            <a:br>
              <a:rPr lang="en-US" sz="900" dirty="0">
                <a:solidFill>
                  <a:srgbClr val="1E0113"/>
                </a:solidFill>
                <a:latin typeface="Arial"/>
              </a:rPr>
            </a:br>
            <a:r>
              <a:rPr lang="en-US" sz="750" dirty="0">
                <a:solidFill>
                  <a:srgbClr val="1E0113"/>
                </a:solidFill>
                <a:latin typeface="Arial"/>
              </a:rPr>
              <a:t>Title</a:t>
            </a:r>
            <a:endParaRPr lang="en-GB" sz="750" dirty="0">
              <a:solidFill>
                <a:srgbClr val="1E0113"/>
              </a:solidFill>
              <a:latin typeface="Arial"/>
            </a:endParaRPr>
          </a:p>
        </p:txBody>
      </p:sp>
      <p:cxnSp>
        <p:nvCxnSpPr>
          <p:cNvPr id="121" name="Straight Connector 120">
            <a:extLst>
              <a:ext uri="{FF2B5EF4-FFF2-40B4-BE49-F238E27FC236}">
                <a16:creationId xmlns:a16="http://schemas.microsoft.com/office/drawing/2014/main" id="{69DB669D-48B5-4377-8380-97FC300434B8}"/>
              </a:ext>
            </a:extLst>
          </p:cNvPr>
          <p:cNvCxnSpPr>
            <a:cxnSpLocks/>
          </p:cNvCxnSpPr>
          <p:nvPr userDrawn="1"/>
        </p:nvCxnSpPr>
        <p:spPr>
          <a:xfrm>
            <a:off x="4256575" y="4102323"/>
            <a:ext cx="0" cy="174330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122" name="Freeform: Shape 121">
            <a:extLst>
              <a:ext uri="{FF2B5EF4-FFF2-40B4-BE49-F238E27FC236}">
                <a16:creationId xmlns:a16="http://schemas.microsoft.com/office/drawing/2014/main" id="{271E7A89-C33E-4C14-B9CA-5E8D883DCB02}"/>
              </a:ext>
            </a:extLst>
          </p:cNvPr>
          <p:cNvSpPr/>
          <p:nvPr userDrawn="1"/>
        </p:nvSpPr>
        <p:spPr>
          <a:xfrm>
            <a:off x="4502879" y="4365199"/>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rgbClr val="1E0113"/>
                </a:solidFill>
                <a:latin typeface="Arial"/>
              </a:rPr>
              <a:t>First Last</a:t>
            </a:r>
            <a:br>
              <a:rPr lang="en-US" sz="900" dirty="0">
                <a:solidFill>
                  <a:srgbClr val="1E0113"/>
                </a:solidFill>
                <a:latin typeface="Arial"/>
              </a:rPr>
            </a:br>
            <a:r>
              <a:rPr lang="en-US" sz="750" dirty="0">
                <a:solidFill>
                  <a:srgbClr val="1E0113"/>
                </a:solidFill>
                <a:latin typeface="Arial"/>
              </a:rPr>
              <a:t>Title</a:t>
            </a:r>
            <a:endParaRPr lang="en-GB" sz="750" dirty="0">
              <a:solidFill>
                <a:srgbClr val="1E0113"/>
              </a:solidFill>
              <a:latin typeface="Arial"/>
            </a:endParaRPr>
          </a:p>
        </p:txBody>
      </p:sp>
      <p:cxnSp>
        <p:nvCxnSpPr>
          <p:cNvPr id="123" name="Straight Connector 122">
            <a:extLst>
              <a:ext uri="{FF2B5EF4-FFF2-40B4-BE49-F238E27FC236}">
                <a16:creationId xmlns:a16="http://schemas.microsoft.com/office/drawing/2014/main" id="{F2E0D984-07AE-448D-9C7E-50B02F8E444D}"/>
              </a:ext>
            </a:extLst>
          </p:cNvPr>
          <p:cNvCxnSpPr>
            <a:cxnSpLocks/>
          </p:cNvCxnSpPr>
          <p:nvPr userDrawn="1"/>
        </p:nvCxnSpPr>
        <p:spPr>
          <a:xfrm>
            <a:off x="4256576" y="4398782"/>
            <a:ext cx="189835" cy="0"/>
          </a:xfrm>
          <a:prstGeom prst="line">
            <a:avLst/>
          </a:prstGeom>
          <a:ln w="12700">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6606C868-A2D2-47ED-B76C-FE2B86DEE401}"/>
              </a:ext>
            </a:extLst>
          </p:cNvPr>
          <p:cNvCxnSpPr>
            <a:cxnSpLocks/>
          </p:cNvCxnSpPr>
          <p:nvPr userDrawn="1"/>
        </p:nvCxnSpPr>
        <p:spPr>
          <a:xfrm>
            <a:off x="4256576" y="4896330"/>
            <a:ext cx="189835" cy="0"/>
          </a:xfrm>
          <a:prstGeom prst="line">
            <a:avLst/>
          </a:prstGeom>
          <a:ln w="12700">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AB1CFCD3-6AA4-4835-8E33-10369F558C39}"/>
              </a:ext>
            </a:extLst>
          </p:cNvPr>
          <p:cNvCxnSpPr>
            <a:cxnSpLocks/>
          </p:cNvCxnSpPr>
          <p:nvPr userDrawn="1"/>
        </p:nvCxnSpPr>
        <p:spPr>
          <a:xfrm>
            <a:off x="4256576" y="5393878"/>
            <a:ext cx="189835" cy="0"/>
          </a:xfrm>
          <a:prstGeom prst="line">
            <a:avLst/>
          </a:prstGeom>
          <a:ln w="12700">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AB99BA7C-7499-4F69-8217-0E2BF8AC24B9}"/>
              </a:ext>
            </a:extLst>
          </p:cNvPr>
          <p:cNvCxnSpPr>
            <a:cxnSpLocks/>
          </p:cNvCxnSpPr>
          <p:nvPr userDrawn="1"/>
        </p:nvCxnSpPr>
        <p:spPr>
          <a:xfrm>
            <a:off x="4256576" y="5837085"/>
            <a:ext cx="189835" cy="0"/>
          </a:xfrm>
          <a:prstGeom prst="line">
            <a:avLst/>
          </a:prstGeom>
          <a:ln w="12700">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127" name="Freeform: Shape 126">
            <a:extLst>
              <a:ext uri="{FF2B5EF4-FFF2-40B4-BE49-F238E27FC236}">
                <a16:creationId xmlns:a16="http://schemas.microsoft.com/office/drawing/2014/main" id="{375A1060-ACC9-4B1B-8683-8E04F12B2625}"/>
              </a:ext>
            </a:extLst>
          </p:cNvPr>
          <p:cNvSpPr/>
          <p:nvPr userDrawn="1"/>
        </p:nvSpPr>
        <p:spPr>
          <a:xfrm>
            <a:off x="4502879" y="4862747"/>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rgbClr val="1E0113"/>
                </a:solidFill>
                <a:latin typeface="Arial"/>
              </a:rPr>
              <a:t>First Last</a:t>
            </a:r>
            <a:br>
              <a:rPr lang="en-US" sz="900" dirty="0">
                <a:solidFill>
                  <a:srgbClr val="1E0113"/>
                </a:solidFill>
                <a:latin typeface="Arial"/>
              </a:rPr>
            </a:br>
            <a:r>
              <a:rPr lang="en-US" sz="750" dirty="0">
                <a:solidFill>
                  <a:srgbClr val="1E0113"/>
                </a:solidFill>
                <a:latin typeface="Arial"/>
              </a:rPr>
              <a:t>Title</a:t>
            </a:r>
            <a:endParaRPr lang="en-GB" sz="750" dirty="0">
              <a:solidFill>
                <a:srgbClr val="1E0113"/>
              </a:solidFill>
              <a:latin typeface="Arial"/>
            </a:endParaRPr>
          </a:p>
        </p:txBody>
      </p:sp>
      <p:sp>
        <p:nvSpPr>
          <p:cNvPr id="128" name="Freeform: Shape 127">
            <a:extLst>
              <a:ext uri="{FF2B5EF4-FFF2-40B4-BE49-F238E27FC236}">
                <a16:creationId xmlns:a16="http://schemas.microsoft.com/office/drawing/2014/main" id="{60DF18DC-F5B6-454F-A388-1611F2BC55CD}"/>
              </a:ext>
            </a:extLst>
          </p:cNvPr>
          <p:cNvSpPr/>
          <p:nvPr userDrawn="1"/>
        </p:nvSpPr>
        <p:spPr>
          <a:xfrm>
            <a:off x="4502879" y="5360295"/>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rgbClr val="1E0113"/>
                </a:solidFill>
                <a:latin typeface="Arial"/>
              </a:rPr>
              <a:t>First Last</a:t>
            </a:r>
            <a:br>
              <a:rPr lang="en-US" sz="900" dirty="0">
                <a:solidFill>
                  <a:srgbClr val="1E0113"/>
                </a:solidFill>
                <a:latin typeface="Arial"/>
              </a:rPr>
            </a:br>
            <a:r>
              <a:rPr lang="en-US" sz="750" dirty="0">
                <a:solidFill>
                  <a:srgbClr val="1E0113"/>
                </a:solidFill>
                <a:latin typeface="Arial"/>
              </a:rPr>
              <a:t>Title</a:t>
            </a:r>
            <a:endParaRPr lang="en-GB" sz="750" dirty="0">
              <a:solidFill>
                <a:srgbClr val="1E0113"/>
              </a:solidFill>
              <a:latin typeface="Arial"/>
            </a:endParaRPr>
          </a:p>
        </p:txBody>
      </p:sp>
      <p:sp>
        <p:nvSpPr>
          <p:cNvPr id="129" name="Freeform: Shape 128">
            <a:extLst>
              <a:ext uri="{FF2B5EF4-FFF2-40B4-BE49-F238E27FC236}">
                <a16:creationId xmlns:a16="http://schemas.microsoft.com/office/drawing/2014/main" id="{3860DDE8-748E-4E50-83C8-2C503A20F0A3}"/>
              </a:ext>
            </a:extLst>
          </p:cNvPr>
          <p:cNvSpPr/>
          <p:nvPr userDrawn="1"/>
        </p:nvSpPr>
        <p:spPr>
          <a:xfrm>
            <a:off x="4502879" y="5795520"/>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rgbClr val="1E0113"/>
                </a:solidFill>
                <a:latin typeface="Arial"/>
              </a:rPr>
              <a:t>First Last</a:t>
            </a:r>
            <a:br>
              <a:rPr lang="en-US" sz="900" dirty="0">
                <a:solidFill>
                  <a:srgbClr val="1E0113"/>
                </a:solidFill>
                <a:latin typeface="Arial"/>
              </a:rPr>
            </a:br>
            <a:r>
              <a:rPr lang="en-US" sz="750" dirty="0">
                <a:solidFill>
                  <a:srgbClr val="1E0113"/>
                </a:solidFill>
                <a:latin typeface="Arial"/>
              </a:rPr>
              <a:t>Title</a:t>
            </a:r>
            <a:endParaRPr lang="en-GB" sz="750" dirty="0">
              <a:solidFill>
                <a:srgbClr val="1E0113"/>
              </a:solidFill>
              <a:latin typeface="Arial"/>
            </a:endParaRPr>
          </a:p>
        </p:txBody>
      </p:sp>
      <p:cxnSp>
        <p:nvCxnSpPr>
          <p:cNvPr id="130" name="Straight Connector 129">
            <a:extLst>
              <a:ext uri="{FF2B5EF4-FFF2-40B4-BE49-F238E27FC236}">
                <a16:creationId xmlns:a16="http://schemas.microsoft.com/office/drawing/2014/main" id="{AD3C215E-595B-4A6C-8498-393A7D361A98}"/>
              </a:ext>
            </a:extLst>
          </p:cNvPr>
          <p:cNvCxnSpPr>
            <a:cxnSpLocks/>
          </p:cNvCxnSpPr>
          <p:nvPr userDrawn="1"/>
        </p:nvCxnSpPr>
        <p:spPr>
          <a:xfrm>
            <a:off x="2559348" y="4102323"/>
            <a:ext cx="0" cy="174330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131" name="Freeform: Shape 130">
            <a:extLst>
              <a:ext uri="{FF2B5EF4-FFF2-40B4-BE49-F238E27FC236}">
                <a16:creationId xmlns:a16="http://schemas.microsoft.com/office/drawing/2014/main" id="{F4E58212-6224-478E-97B7-818E7C23EBF9}"/>
              </a:ext>
            </a:extLst>
          </p:cNvPr>
          <p:cNvSpPr/>
          <p:nvPr userDrawn="1"/>
        </p:nvSpPr>
        <p:spPr>
          <a:xfrm>
            <a:off x="2805652" y="4365199"/>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rgbClr val="1E0113"/>
                </a:solidFill>
                <a:latin typeface="Arial"/>
              </a:rPr>
              <a:t>First Last</a:t>
            </a:r>
            <a:br>
              <a:rPr lang="en-US" sz="900" dirty="0">
                <a:solidFill>
                  <a:srgbClr val="1E0113"/>
                </a:solidFill>
                <a:latin typeface="Arial"/>
              </a:rPr>
            </a:br>
            <a:r>
              <a:rPr lang="en-US" sz="750" dirty="0">
                <a:solidFill>
                  <a:srgbClr val="1E0113"/>
                </a:solidFill>
                <a:latin typeface="Arial"/>
              </a:rPr>
              <a:t>Title</a:t>
            </a:r>
            <a:endParaRPr lang="en-GB" sz="750" dirty="0">
              <a:solidFill>
                <a:srgbClr val="1E0113"/>
              </a:solidFill>
              <a:latin typeface="Arial"/>
            </a:endParaRPr>
          </a:p>
        </p:txBody>
      </p:sp>
      <p:cxnSp>
        <p:nvCxnSpPr>
          <p:cNvPr id="132" name="Straight Connector 131">
            <a:extLst>
              <a:ext uri="{FF2B5EF4-FFF2-40B4-BE49-F238E27FC236}">
                <a16:creationId xmlns:a16="http://schemas.microsoft.com/office/drawing/2014/main" id="{8BD77DC3-4CA6-49B9-B9B3-B5732A273B3D}"/>
              </a:ext>
            </a:extLst>
          </p:cNvPr>
          <p:cNvCxnSpPr>
            <a:cxnSpLocks/>
          </p:cNvCxnSpPr>
          <p:nvPr userDrawn="1"/>
        </p:nvCxnSpPr>
        <p:spPr>
          <a:xfrm>
            <a:off x="2559348" y="4398782"/>
            <a:ext cx="189835" cy="0"/>
          </a:xfrm>
          <a:prstGeom prst="line">
            <a:avLst/>
          </a:prstGeom>
          <a:ln w="12700">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2FEE2FD7-2D0B-40A3-B9DD-1C5D61F30E00}"/>
              </a:ext>
            </a:extLst>
          </p:cNvPr>
          <p:cNvCxnSpPr>
            <a:cxnSpLocks/>
          </p:cNvCxnSpPr>
          <p:nvPr userDrawn="1"/>
        </p:nvCxnSpPr>
        <p:spPr>
          <a:xfrm>
            <a:off x="2559348" y="4896330"/>
            <a:ext cx="189835" cy="0"/>
          </a:xfrm>
          <a:prstGeom prst="line">
            <a:avLst/>
          </a:prstGeom>
          <a:ln w="12700">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9D256505-D8BB-4851-8136-344B9E4AF664}"/>
              </a:ext>
            </a:extLst>
          </p:cNvPr>
          <p:cNvCxnSpPr>
            <a:cxnSpLocks/>
          </p:cNvCxnSpPr>
          <p:nvPr userDrawn="1"/>
        </p:nvCxnSpPr>
        <p:spPr>
          <a:xfrm>
            <a:off x="2559348" y="5393878"/>
            <a:ext cx="189835" cy="0"/>
          </a:xfrm>
          <a:prstGeom prst="line">
            <a:avLst/>
          </a:prstGeom>
          <a:ln w="12700">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1D9595AA-BF17-4EA3-BD5B-E20BF54BC048}"/>
              </a:ext>
            </a:extLst>
          </p:cNvPr>
          <p:cNvCxnSpPr>
            <a:cxnSpLocks/>
          </p:cNvCxnSpPr>
          <p:nvPr userDrawn="1"/>
        </p:nvCxnSpPr>
        <p:spPr>
          <a:xfrm>
            <a:off x="2559348" y="5837085"/>
            <a:ext cx="189835" cy="0"/>
          </a:xfrm>
          <a:prstGeom prst="line">
            <a:avLst/>
          </a:prstGeom>
          <a:ln w="12700">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136" name="Freeform: Shape 135">
            <a:extLst>
              <a:ext uri="{FF2B5EF4-FFF2-40B4-BE49-F238E27FC236}">
                <a16:creationId xmlns:a16="http://schemas.microsoft.com/office/drawing/2014/main" id="{E894039B-213C-495E-AD99-46FE6BD73D28}"/>
              </a:ext>
            </a:extLst>
          </p:cNvPr>
          <p:cNvSpPr/>
          <p:nvPr userDrawn="1"/>
        </p:nvSpPr>
        <p:spPr>
          <a:xfrm>
            <a:off x="2805652" y="4862747"/>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rgbClr val="1E0113"/>
                </a:solidFill>
                <a:latin typeface="Arial"/>
              </a:rPr>
              <a:t>First Last</a:t>
            </a:r>
            <a:br>
              <a:rPr lang="en-US" sz="900" dirty="0">
                <a:solidFill>
                  <a:srgbClr val="1E0113"/>
                </a:solidFill>
                <a:latin typeface="Arial"/>
              </a:rPr>
            </a:br>
            <a:r>
              <a:rPr lang="en-US" sz="750" dirty="0">
                <a:solidFill>
                  <a:srgbClr val="1E0113"/>
                </a:solidFill>
                <a:latin typeface="Arial"/>
              </a:rPr>
              <a:t>Title</a:t>
            </a:r>
            <a:endParaRPr lang="en-GB" sz="750" dirty="0">
              <a:solidFill>
                <a:srgbClr val="1E0113"/>
              </a:solidFill>
              <a:latin typeface="Arial"/>
            </a:endParaRPr>
          </a:p>
        </p:txBody>
      </p:sp>
      <p:sp>
        <p:nvSpPr>
          <p:cNvPr id="137" name="Freeform: Shape 136">
            <a:extLst>
              <a:ext uri="{FF2B5EF4-FFF2-40B4-BE49-F238E27FC236}">
                <a16:creationId xmlns:a16="http://schemas.microsoft.com/office/drawing/2014/main" id="{DCC0C65F-2351-4EFA-93E0-64F18648548D}"/>
              </a:ext>
            </a:extLst>
          </p:cNvPr>
          <p:cNvSpPr/>
          <p:nvPr userDrawn="1"/>
        </p:nvSpPr>
        <p:spPr>
          <a:xfrm>
            <a:off x="2805652" y="5360295"/>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rgbClr val="1E0113"/>
                </a:solidFill>
                <a:latin typeface="Arial"/>
              </a:rPr>
              <a:t>First Last</a:t>
            </a:r>
            <a:br>
              <a:rPr lang="en-US" sz="900" dirty="0">
                <a:solidFill>
                  <a:srgbClr val="1E0113"/>
                </a:solidFill>
                <a:latin typeface="Arial"/>
              </a:rPr>
            </a:br>
            <a:r>
              <a:rPr lang="en-US" sz="750" dirty="0">
                <a:solidFill>
                  <a:srgbClr val="1E0113"/>
                </a:solidFill>
                <a:latin typeface="Arial"/>
              </a:rPr>
              <a:t>Title</a:t>
            </a:r>
            <a:endParaRPr lang="en-GB" sz="750" dirty="0">
              <a:solidFill>
                <a:srgbClr val="1E0113"/>
              </a:solidFill>
              <a:latin typeface="Arial"/>
            </a:endParaRPr>
          </a:p>
        </p:txBody>
      </p:sp>
      <p:sp>
        <p:nvSpPr>
          <p:cNvPr id="138" name="Freeform: Shape 137">
            <a:extLst>
              <a:ext uri="{FF2B5EF4-FFF2-40B4-BE49-F238E27FC236}">
                <a16:creationId xmlns:a16="http://schemas.microsoft.com/office/drawing/2014/main" id="{0F96021F-C2DF-4E6B-8BAC-0C3FE4F86BA6}"/>
              </a:ext>
            </a:extLst>
          </p:cNvPr>
          <p:cNvSpPr/>
          <p:nvPr userDrawn="1"/>
        </p:nvSpPr>
        <p:spPr>
          <a:xfrm>
            <a:off x="2805652" y="5795520"/>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rgbClr val="1E0113"/>
                </a:solidFill>
                <a:latin typeface="Arial"/>
              </a:rPr>
              <a:t>First Last</a:t>
            </a:r>
            <a:br>
              <a:rPr lang="en-US" sz="900" dirty="0">
                <a:solidFill>
                  <a:srgbClr val="1E0113"/>
                </a:solidFill>
                <a:latin typeface="Arial"/>
              </a:rPr>
            </a:br>
            <a:r>
              <a:rPr lang="en-US" sz="750" dirty="0">
                <a:solidFill>
                  <a:srgbClr val="1E0113"/>
                </a:solidFill>
                <a:latin typeface="Arial"/>
              </a:rPr>
              <a:t>Title</a:t>
            </a:r>
            <a:endParaRPr lang="en-GB" sz="750" dirty="0">
              <a:solidFill>
                <a:srgbClr val="1E0113"/>
              </a:solidFill>
              <a:latin typeface="Arial"/>
            </a:endParaRPr>
          </a:p>
        </p:txBody>
      </p:sp>
      <p:cxnSp>
        <p:nvCxnSpPr>
          <p:cNvPr id="139" name="Straight Connector 138">
            <a:extLst>
              <a:ext uri="{FF2B5EF4-FFF2-40B4-BE49-F238E27FC236}">
                <a16:creationId xmlns:a16="http://schemas.microsoft.com/office/drawing/2014/main" id="{798B1C53-B143-442C-BAE6-824E98727672}"/>
              </a:ext>
            </a:extLst>
          </p:cNvPr>
          <p:cNvCxnSpPr>
            <a:cxnSpLocks/>
          </p:cNvCxnSpPr>
          <p:nvPr userDrawn="1"/>
        </p:nvCxnSpPr>
        <p:spPr>
          <a:xfrm>
            <a:off x="862121" y="4102323"/>
            <a:ext cx="0" cy="174330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140" name="Freeform: Shape 139">
            <a:extLst>
              <a:ext uri="{FF2B5EF4-FFF2-40B4-BE49-F238E27FC236}">
                <a16:creationId xmlns:a16="http://schemas.microsoft.com/office/drawing/2014/main" id="{DB06DB5F-E021-4586-A963-5DBAD49BE888}"/>
              </a:ext>
            </a:extLst>
          </p:cNvPr>
          <p:cNvSpPr/>
          <p:nvPr userDrawn="1"/>
        </p:nvSpPr>
        <p:spPr>
          <a:xfrm>
            <a:off x="1108425" y="4365199"/>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rgbClr val="1E0113"/>
                </a:solidFill>
                <a:latin typeface="Arial"/>
              </a:rPr>
              <a:t>First Last</a:t>
            </a:r>
            <a:br>
              <a:rPr lang="en-US" sz="900" dirty="0">
                <a:solidFill>
                  <a:srgbClr val="1E0113"/>
                </a:solidFill>
                <a:latin typeface="Arial"/>
              </a:rPr>
            </a:br>
            <a:r>
              <a:rPr lang="en-US" sz="750" dirty="0">
                <a:solidFill>
                  <a:srgbClr val="1E0113"/>
                </a:solidFill>
                <a:latin typeface="Arial"/>
              </a:rPr>
              <a:t>Title</a:t>
            </a:r>
            <a:endParaRPr lang="en-GB" sz="750" dirty="0">
              <a:solidFill>
                <a:srgbClr val="1E0113"/>
              </a:solidFill>
              <a:latin typeface="Arial"/>
            </a:endParaRPr>
          </a:p>
        </p:txBody>
      </p:sp>
      <p:cxnSp>
        <p:nvCxnSpPr>
          <p:cNvPr id="141" name="Straight Connector 140">
            <a:extLst>
              <a:ext uri="{FF2B5EF4-FFF2-40B4-BE49-F238E27FC236}">
                <a16:creationId xmlns:a16="http://schemas.microsoft.com/office/drawing/2014/main" id="{A1A5AC41-26B6-45AC-B5F9-1B13B4A30815}"/>
              </a:ext>
            </a:extLst>
          </p:cNvPr>
          <p:cNvCxnSpPr>
            <a:cxnSpLocks/>
          </p:cNvCxnSpPr>
          <p:nvPr userDrawn="1"/>
        </p:nvCxnSpPr>
        <p:spPr>
          <a:xfrm>
            <a:off x="862121" y="4398782"/>
            <a:ext cx="189835" cy="0"/>
          </a:xfrm>
          <a:prstGeom prst="line">
            <a:avLst/>
          </a:prstGeom>
          <a:ln w="12700">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509DA5A4-8AD5-4CEF-8C41-3BF7F07426E9}"/>
              </a:ext>
            </a:extLst>
          </p:cNvPr>
          <p:cNvCxnSpPr>
            <a:cxnSpLocks/>
          </p:cNvCxnSpPr>
          <p:nvPr userDrawn="1"/>
        </p:nvCxnSpPr>
        <p:spPr>
          <a:xfrm>
            <a:off x="862121" y="4896330"/>
            <a:ext cx="189835" cy="0"/>
          </a:xfrm>
          <a:prstGeom prst="line">
            <a:avLst/>
          </a:prstGeom>
          <a:ln w="12700">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593E56D6-2D45-4211-B3FA-A5DE2909AE51}"/>
              </a:ext>
            </a:extLst>
          </p:cNvPr>
          <p:cNvCxnSpPr>
            <a:cxnSpLocks/>
          </p:cNvCxnSpPr>
          <p:nvPr userDrawn="1"/>
        </p:nvCxnSpPr>
        <p:spPr>
          <a:xfrm>
            <a:off x="862121" y="5393878"/>
            <a:ext cx="189835" cy="0"/>
          </a:xfrm>
          <a:prstGeom prst="line">
            <a:avLst/>
          </a:prstGeom>
          <a:ln w="12700">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CB48DE18-4799-48C3-96EA-3329CB328ACA}"/>
              </a:ext>
            </a:extLst>
          </p:cNvPr>
          <p:cNvCxnSpPr>
            <a:cxnSpLocks/>
          </p:cNvCxnSpPr>
          <p:nvPr userDrawn="1"/>
        </p:nvCxnSpPr>
        <p:spPr>
          <a:xfrm>
            <a:off x="862121" y="5837085"/>
            <a:ext cx="189835" cy="0"/>
          </a:xfrm>
          <a:prstGeom prst="line">
            <a:avLst/>
          </a:prstGeom>
          <a:ln w="12700">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145" name="Freeform: Shape 144">
            <a:extLst>
              <a:ext uri="{FF2B5EF4-FFF2-40B4-BE49-F238E27FC236}">
                <a16:creationId xmlns:a16="http://schemas.microsoft.com/office/drawing/2014/main" id="{384DBA32-DCEF-4DDD-A1A2-038A8963C847}"/>
              </a:ext>
            </a:extLst>
          </p:cNvPr>
          <p:cNvSpPr/>
          <p:nvPr userDrawn="1"/>
        </p:nvSpPr>
        <p:spPr>
          <a:xfrm>
            <a:off x="1108425" y="4862747"/>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rgbClr val="1E0113"/>
                </a:solidFill>
                <a:latin typeface="Arial"/>
              </a:rPr>
              <a:t>First Last</a:t>
            </a:r>
            <a:br>
              <a:rPr lang="en-US" sz="900" dirty="0">
                <a:solidFill>
                  <a:srgbClr val="1E0113"/>
                </a:solidFill>
                <a:latin typeface="Arial"/>
              </a:rPr>
            </a:br>
            <a:r>
              <a:rPr lang="en-US" sz="750" dirty="0">
                <a:solidFill>
                  <a:srgbClr val="1E0113"/>
                </a:solidFill>
                <a:latin typeface="Arial"/>
              </a:rPr>
              <a:t>Title</a:t>
            </a:r>
            <a:endParaRPr lang="en-GB" sz="750" dirty="0">
              <a:solidFill>
                <a:srgbClr val="1E0113"/>
              </a:solidFill>
              <a:latin typeface="Arial"/>
            </a:endParaRPr>
          </a:p>
        </p:txBody>
      </p:sp>
      <p:sp>
        <p:nvSpPr>
          <p:cNvPr id="146" name="Freeform: Shape 145">
            <a:extLst>
              <a:ext uri="{FF2B5EF4-FFF2-40B4-BE49-F238E27FC236}">
                <a16:creationId xmlns:a16="http://schemas.microsoft.com/office/drawing/2014/main" id="{BECD8A20-D75E-47E1-B5EC-D30A397F10A6}"/>
              </a:ext>
            </a:extLst>
          </p:cNvPr>
          <p:cNvSpPr/>
          <p:nvPr userDrawn="1"/>
        </p:nvSpPr>
        <p:spPr>
          <a:xfrm>
            <a:off x="1108425" y="5360295"/>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rgbClr val="1E0113"/>
                </a:solidFill>
                <a:latin typeface="Arial"/>
              </a:rPr>
              <a:t>First Last</a:t>
            </a:r>
            <a:br>
              <a:rPr lang="en-US" sz="900" dirty="0">
                <a:solidFill>
                  <a:srgbClr val="1E0113"/>
                </a:solidFill>
                <a:latin typeface="Arial"/>
              </a:rPr>
            </a:br>
            <a:r>
              <a:rPr lang="en-US" sz="750" dirty="0">
                <a:solidFill>
                  <a:srgbClr val="1E0113"/>
                </a:solidFill>
                <a:latin typeface="Arial"/>
              </a:rPr>
              <a:t>Title</a:t>
            </a:r>
            <a:endParaRPr lang="en-GB" sz="750" dirty="0">
              <a:solidFill>
                <a:srgbClr val="1E0113"/>
              </a:solidFill>
              <a:latin typeface="Arial"/>
            </a:endParaRPr>
          </a:p>
        </p:txBody>
      </p:sp>
      <p:sp>
        <p:nvSpPr>
          <p:cNvPr id="147" name="Freeform: Shape 146">
            <a:extLst>
              <a:ext uri="{FF2B5EF4-FFF2-40B4-BE49-F238E27FC236}">
                <a16:creationId xmlns:a16="http://schemas.microsoft.com/office/drawing/2014/main" id="{CAB5F801-25FB-490D-8F63-44C3C3A92809}"/>
              </a:ext>
            </a:extLst>
          </p:cNvPr>
          <p:cNvSpPr/>
          <p:nvPr userDrawn="1"/>
        </p:nvSpPr>
        <p:spPr>
          <a:xfrm>
            <a:off x="1108425" y="5795520"/>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rgbClr val="1E0113"/>
                </a:solidFill>
                <a:latin typeface="Arial"/>
              </a:rPr>
              <a:t>First Last</a:t>
            </a:r>
            <a:br>
              <a:rPr lang="en-US" sz="900" dirty="0">
                <a:solidFill>
                  <a:srgbClr val="1E0113"/>
                </a:solidFill>
                <a:latin typeface="Arial"/>
              </a:rPr>
            </a:br>
            <a:r>
              <a:rPr lang="en-US" sz="750" dirty="0">
                <a:solidFill>
                  <a:srgbClr val="1E0113"/>
                </a:solidFill>
                <a:latin typeface="Arial"/>
              </a:rPr>
              <a:t>Title</a:t>
            </a:r>
            <a:endParaRPr lang="en-GB" sz="750" dirty="0">
              <a:solidFill>
                <a:srgbClr val="1E0113"/>
              </a:solidFill>
              <a:latin typeface="Arial"/>
            </a:endParaRPr>
          </a:p>
        </p:txBody>
      </p:sp>
      <p:sp>
        <p:nvSpPr>
          <p:cNvPr id="148" name="Title 28">
            <a:extLst>
              <a:ext uri="{FF2B5EF4-FFF2-40B4-BE49-F238E27FC236}">
                <a16:creationId xmlns:a16="http://schemas.microsoft.com/office/drawing/2014/main" id="{EBFEB7CB-FE77-4157-860F-CF3CE457116A}"/>
              </a:ext>
            </a:extLst>
          </p:cNvPr>
          <p:cNvSpPr>
            <a:spLocks noGrp="1"/>
          </p:cNvSpPr>
          <p:nvPr userDrawn="1">
            <p:ph type="title" hasCustomPrompt="1"/>
          </p:nvPr>
        </p:nvSpPr>
        <p:spPr bwMode="gray">
          <a:xfrm>
            <a:off x="570457" y="442528"/>
            <a:ext cx="8005371" cy="418576"/>
          </a:xfrm>
          <a:prstGeom prst="rect">
            <a:avLst/>
          </a:prstGeom>
        </p:spPr>
        <p:txBody>
          <a:bodyPr wrap="square" lIns="0" tIns="0" rIns="0" bIns="0" anchor="t" anchorCtr="0">
            <a:noAutofit/>
          </a:bodyPr>
          <a:lstStyle>
            <a:lvl1pPr marL="0" algn="l" defTabSz="914484" rtl="0" eaLnBrk="1" latinLnBrk="0" hangingPunct="1">
              <a:lnSpc>
                <a:spcPct val="85000"/>
              </a:lnSpc>
              <a:spcBef>
                <a:spcPct val="0"/>
              </a:spcBef>
              <a:buNone/>
              <a:tabLst>
                <a:tab pos="914484" algn="l"/>
              </a:tabLst>
              <a:defRPr lang="en-US" sz="2401" b="1" kern="1200" cap="none" spc="-113"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3" name="Picture Placeholder 2">
            <a:extLst>
              <a:ext uri="{FF2B5EF4-FFF2-40B4-BE49-F238E27FC236}">
                <a16:creationId xmlns:a16="http://schemas.microsoft.com/office/drawing/2014/main" id="{6BA6E515-B04B-4EF7-B957-CEB747F091D4}"/>
              </a:ext>
            </a:extLst>
          </p:cNvPr>
          <p:cNvSpPr>
            <a:spLocks noGrp="1"/>
          </p:cNvSpPr>
          <p:nvPr>
            <p:ph type="pic" sz="quarter" idx="11"/>
          </p:nvPr>
        </p:nvSpPr>
        <p:spPr>
          <a:xfrm>
            <a:off x="3974152" y="1179514"/>
            <a:ext cx="572839" cy="763587"/>
          </a:xfrm>
          <a:prstGeom prst="ellipse">
            <a:avLst/>
          </a:prstGeom>
          <a:solidFill>
            <a:schemeClr val="tx2">
              <a:lumMod val="20000"/>
              <a:lumOff val="80000"/>
            </a:schemeClr>
          </a:solidFill>
          <a:ln w="19050">
            <a:solidFill>
              <a:schemeClr val="tx2"/>
            </a:solidFill>
          </a:ln>
        </p:spPr>
        <p:txBody>
          <a:bodyPr lIns="0" rIns="0" anchor="ctr" anchorCtr="0"/>
          <a:lstStyle>
            <a:lvl1pPr marL="0" indent="0" algn="ctr">
              <a:buNone/>
              <a:defRPr sz="900"/>
            </a:lvl1pPr>
          </a:lstStyle>
          <a:p>
            <a:r>
              <a:rPr lang="en-US"/>
              <a:t>Click icon to add picture</a:t>
            </a:r>
            <a:endParaRPr lang="en-US" dirty="0"/>
          </a:p>
        </p:txBody>
      </p:sp>
      <p:sp>
        <p:nvSpPr>
          <p:cNvPr id="152" name="Picture Placeholder 2">
            <a:extLst>
              <a:ext uri="{FF2B5EF4-FFF2-40B4-BE49-F238E27FC236}">
                <a16:creationId xmlns:a16="http://schemas.microsoft.com/office/drawing/2014/main" id="{5CFAA97B-C003-4537-AA54-9DA07FB667A1}"/>
              </a:ext>
            </a:extLst>
          </p:cNvPr>
          <p:cNvSpPr>
            <a:spLocks noGrp="1"/>
          </p:cNvSpPr>
          <p:nvPr>
            <p:ph type="pic" sz="quarter" idx="14"/>
          </p:nvPr>
        </p:nvSpPr>
        <p:spPr>
          <a:xfrm>
            <a:off x="575701" y="2934769"/>
            <a:ext cx="572839" cy="763587"/>
          </a:xfrm>
          <a:prstGeom prst="ellipse">
            <a:avLst/>
          </a:prstGeom>
          <a:solidFill>
            <a:schemeClr val="accent3"/>
          </a:solidFill>
          <a:ln w="19050">
            <a:solidFill>
              <a:srgbClr val="7A126B"/>
            </a:solidFill>
          </a:ln>
        </p:spPr>
        <p:txBody>
          <a:bodyPr lIns="0" rIns="0" anchor="ctr" anchorCtr="0"/>
          <a:lstStyle>
            <a:lvl1pPr marL="0" indent="0" algn="ctr">
              <a:buNone/>
              <a:defRPr sz="900"/>
            </a:lvl1pPr>
          </a:lstStyle>
          <a:p>
            <a:r>
              <a:rPr lang="en-US"/>
              <a:t>Click icon to add picture</a:t>
            </a:r>
            <a:endParaRPr lang="en-US" dirty="0"/>
          </a:p>
        </p:txBody>
      </p:sp>
      <p:sp>
        <p:nvSpPr>
          <p:cNvPr id="153" name="Picture Placeholder 2">
            <a:extLst>
              <a:ext uri="{FF2B5EF4-FFF2-40B4-BE49-F238E27FC236}">
                <a16:creationId xmlns:a16="http://schemas.microsoft.com/office/drawing/2014/main" id="{208C4BD3-34B3-4995-AD61-5759A728B6A7}"/>
              </a:ext>
            </a:extLst>
          </p:cNvPr>
          <p:cNvSpPr>
            <a:spLocks noGrp="1"/>
          </p:cNvSpPr>
          <p:nvPr>
            <p:ph type="pic" sz="quarter" idx="15"/>
          </p:nvPr>
        </p:nvSpPr>
        <p:spPr>
          <a:xfrm>
            <a:off x="5660827" y="2934769"/>
            <a:ext cx="572839" cy="763587"/>
          </a:xfrm>
          <a:prstGeom prst="ellipse">
            <a:avLst/>
          </a:prstGeom>
          <a:solidFill>
            <a:schemeClr val="accent5"/>
          </a:solidFill>
          <a:ln w="19050">
            <a:solidFill>
              <a:srgbClr val="294E95"/>
            </a:solidFill>
          </a:ln>
        </p:spPr>
        <p:txBody>
          <a:bodyPr lIns="0" rIns="0" anchor="ctr" anchorCtr="0"/>
          <a:lstStyle>
            <a:lvl1pPr marL="0" indent="0" algn="ctr">
              <a:buNone/>
              <a:defRPr sz="900"/>
            </a:lvl1pPr>
          </a:lstStyle>
          <a:p>
            <a:r>
              <a:rPr lang="en-US"/>
              <a:t>Click icon to add picture</a:t>
            </a:r>
            <a:endParaRPr lang="en-US" dirty="0"/>
          </a:p>
        </p:txBody>
      </p:sp>
      <p:sp>
        <p:nvSpPr>
          <p:cNvPr id="170" name="Picture Placeholder 2">
            <a:extLst>
              <a:ext uri="{FF2B5EF4-FFF2-40B4-BE49-F238E27FC236}">
                <a16:creationId xmlns:a16="http://schemas.microsoft.com/office/drawing/2014/main" id="{48A41CF6-6D0E-47F5-8C99-3D04407CE681}"/>
              </a:ext>
            </a:extLst>
          </p:cNvPr>
          <p:cNvSpPr>
            <a:spLocks noGrp="1"/>
          </p:cNvSpPr>
          <p:nvPr>
            <p:ph type="pic" sz="quarter" idx="17"/>
          </p:nvPr>
        </p:nvSpPr>
        <p:spPr>
          <a:xfrm>
            <a:off x="2274926" y="2934769"/>
            <a:ext cx="572839" cy="763587"/>
          </a:xfrm>
          <a:prstGeom prst="ellipse">
            <a:avLst/>
          </a:prstGeom>
          <a:solidFill>
            <a:schemeClr val="accent3"/>
          </a:solidFill>
          <a:ln w="19050">
            <a:solidFill>
              <a:srgbClr val="7A126B"/>
            </a:solidFill>
          </a:ln>
        </p:spPr>
        <p:txBody>
          <a:bodyPr lIns="0" rIns="0" anchor="ctr" anchorCtr="0"/>
          <a:lstStyle>
            <a:lvl1pPr marL="0" indent="0" algn="ctr">
              <a:buNone/>
              <a:defRPr sz="900"/>
            </a:lvl1pPr>
          </a:lstStyle>
          <a:p>
            <a:r>
              <a:rPr lang="en-US"/>
              <a:t>Click icon to add picture</a:t>
            </a:r>
            <a:endParaRPr lang="en-US" dirty="0"/>
          </a:p>
        </p:txBody>
      </p:sp>
      <p:sp>
        <p:nvSpPr>
          <p:cNvPr id="171" name="Picture Placeholder 2">
            <a:extLst>
              <a:ext uri="{FF2B5EF4-FFF2-40B4-BE49-F238E27FC236}">
                <a16:creationId xmlns:a16="http://schemas.microsoft.com/office/drawing/2014/main" id="{FC259C05-A190-4462-AB1E-30AB08CBF294}"/>
              </a:ext>
            </a:extLst>
          </p:cNvPr>
          <p:cNvSpPr>
            <a:spLocks noGrp="1"/>
          </p:cNvSpPr>
          <p:nvPr>
            <p:ph type="pic" sz="quarter" idx="18"/>
          </p:nvPr>
        </p:nvSpPr>
        <p:spPr>
          <a:xfrm>
            <a:off x="7347693" y="2934769"/>
            <a:ext cx="572839" cy="763587"/>
          </a:xfrm>
          <a:prstGeom prst="ellipse">
            <a:avLst/>
          </a:prstGeom>
          <a:solidFill>
            <a:schemeClr val="accent5"/>
          </a:solidFill>
          <a:ln w="19050">
            <a:solidFill>
              <a:srgbClr val="294E95"/>
            </a:solidFill>
          </a:ln>
        </p:spPr>
        <p:txBody>
          <a:bodyPr lIns="0" rIns="0" anchor="ctr" anchorCtr="0"/>
          <a:lstStyle>
            <a:lvl1pPr marL="0" indent="0" algn="ctr">
              <a:buNone/>
              <a:defRPr sz="900"/>
            </a:lvl1pPr>
          </a:lstStyle>
          <a:p>
            <a:r>
              <a:rPr lang="en-US"/>
              <a:t>Click icon to add picture</a:t>
            </a:r>
            <a:endParaRPr lang="en-US" dirty="0"/>
          </a:p>
        </p:txBody>
      </p:sp>
      <p:sp>
        <p:nvSpPr>
          <p:cNvPr id="172" name="Picture Placeholder 2">
            <a:extLst>
              <a:ext uri="{FF2B5EF4-FFF2-40B4-BE49-F238E27FC236}">
                <a16:creationId xmlns:a16="http://schemas.microsoft.com/office/drawing/2014/main" id="{289D417C-AB60-4049-9091-4586A4907C6A}"/>
              </a:ext>
            </a:extLst>
          </p:cNvPr>
          <p:cNvSpPr>
            <a:spLocks noGrp="1"/>
          </p:cNvSpPr>
          <p:nvPr>
            <p:ph type="pic" sz="quarter" idx="19"/>
          </p:nvPr>
        </p:nvSpPr>
        <p:spPr>
          <a:xfrm>
            <a:off x="3974152" y="2934769"/>
            <a:ext cx="572839" cy="763587"/>
          </a:xfrm>
          <a:prstGeom prst="ellipse">
            <a:avLst/>
          </a:prstGeom>
          <a:solidFill>
            <a:schemeClr val="accent5"/>
          </a:solidFill>
          <a:ln w="19050">
            <a:solidFill>
              <a:srgbClr val="294E95"/>
            </a:solidFill>
          </a:ln>
        </p:spPr>
        <p:txBody>
          <a:bodyPr lIns="0" rIns="0" anchor="ctr" anchorCtr="0"/>
          <a:lstStyle>
            <a:lvl1pPr marL="0" indent="0" algn="ctr">
              <a:buNone/>
              <a:defRPr sz="900"/>
            </a:lvl1pPr>
          </a:lstStyle>
          <a:p>
            <a:r>
              <a:rPr lang="en-US"/>
              <a:t>Click icon to add picture</a:t>
            </a:r>
            <a:endParaRPr lang="en-US" dirty="0"/>
          </a:p>
        </p:txBody>
      </p:sp>
    </p:spTree>
    <p:extLst>
      <p:ext uri="{BB962C8B-B14F-4D97-AF65-F5344CB8AC3E}">
        <p14:creationId xmlns:p14="http://schemas.microsoft.com/office/powerpoint/2010/main" val="2141167161"/>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1_Title Only_Black">
    <p:bg>
      <p:bgPr>
        <a:solidFill>
          <a:srgbClr val="1E0013"/>
        </a:solidFill>
        <a:effectLst/>
      </p:bgPr>
    </p:bg>
    <p:spTree>
      <p:nvGrpSpPr>
        <p:cNvPr id="1" name=""/>
        <p:cNvGrpSpPr/>
        <p:nvPr/>
      </p:nvGrpSpPr>
      <p:grpSpPr>
        <a:xfrm>
          <a:off x="0" y="0"/>
          <a:ext cx="0" cy="0"/>
          <a:chOff x="0" y="0"/>
          <a:chExt cx="0" cy="0"/>
        </a:xfrm>
      </p:grpSpPr>
      <p:sp>
        <p:nvSpPr>
          <p:cNvPr id="21" name="Title 28"/>
          <p:cNvSpPr>
            <a:spLocks noGrp="1"/>
          </p:cNvSpPr>
          <p:nvPr>
            <p:ph type="title" hasCustomPrompt="1"/>
          </p:nvPr>
        </p:nvSpPr>
        <p:spPr bwMode="gray">
          <a:xfrm>
            <a:off x="570458" y="442528"/>
            <a:ext cx="8003085" cy="418576"/>
          </a:xfrm>
          <a:prstGeom prst="rect">
            <a:avLst/>
          </a:prstGeom>
        </p:spPr>
        <p:txBody>
          <a:bodyPr wrap="square" lIns="0" tIns="0" rIns="0" bIns="0" anchor="t" anchorCtr="0">
            <a:noAutofit/>
          </a:bodyPr>
          <a:lstStyle>
            <a:lvl1pPr marL="0" algn="l" defTabSz="914484" rtl="0" eaLnBrk="1" latinLnBrk="0" hangingPunct="1">
              <a:lnSpc>
                <a:spcPct val="85000"/>
              </a:lnSpc>
              <a:spcBef>
                <a:spcPct val="0"/>
              </a:spcBef>
              <a:buNone/>
              <a:tabLst>
                <a:tab pos="914484" algn="l"/>
              </a:tabLst>
              <a:defRPr lang="en-US" sz="2401" b="1" kern="1200" cap="none" spc="-113"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2" name="Slide Number Placeholder 1">
            <a:extLst>
              <a:ext uri="{FF2B5EF4-FFF2-40B4-BE49-F238E27FC236}">
                <a16:creationId xmlns:a16="http://schemas.microsoft.com/office/drawing/2014/main" id="{A245D89D-54AB-A7D6-4141-95E6B3C3695D}"/>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dirty="0"/>
          </a:p>
        </p:txBody>
      </p:sp>
      <p:cxnSp>
        <p:nvCxnSpPr>
          <p:cNvPr id="13" name="Straight Connector 12">
            <a:extLst>
              <a:ext uri="{FF2B5EF4-FFF2-40B4-BE49-F238E27FC236}">
                <a16:creationId xmlns:a16="http://schemas.microsoft.com/office/drawing/2014/main" id="{3186DA1A-820B-4321-911F-3EF035D58D91}"/>
              </a:ext>
            </a:extLst>
          </p:cNvPr>
          <p:cNvCxnSpPr>
            <a:cxnSpLocks/>
          </p:cNvCxnSpPr>
          <p:nvPr userDrawn="1"/>
        </p:nvCxnSpPr>
        <p:spPr>
          <a:xfrm>
            <a:off x="4260510" y="2343150"/>
            <a:ext cx="0" cy="591618"/>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9C180FB-49EE-4361-92E7-46356836DA25}"/>
              </a:ext>
            </a:extLst>
          </p:cNvPr>
          <p:cNvCxnSpPr>
            <a:cxnSpLocks/>
          </p:cNvCxnSpPr>
          <p:nvPr userDrawn="1"/>
        </p:nvCxnSpPr>
        <p:spPr>
          <a:xfrm>
            <a:off x="864506" y="2704148"/>
            <a:ext cx="0" cy="23062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447E45C-E26E-466D-A464-F0E3836415F6}"/>
              </a:ext>
            </a:extLst>
          </p:cNvPr>
          <p:cNvCxnSpPr>
            <a:cxnSpLocks/>
          </p:cNvCxnSpPr>
          <p:nvPr userDrawn="1"/>
        </p:nvCxnSpPr>
        <p:spPr>
          <a:xfrm>
            <a:off x="2557994" y="2711966"/>
            <a:ext cx="0" cy="222803"/>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EE61731-B29F-4CAB-9A25-291C2DC6C84B}"/>
              </a:ext>
            </a:extLst>
          </p:cNvPr>
          <p:cNvCxnSpPr>
            <a:cxnSpLocks/>
          </p:cNvCxnSpPr>
          <p:nvPr userDrawn="1"/>
        </p:nvCxnSpPr>
        <p:spPr>
          <a:xfrm>
            <a:off x="5951241" y="2720182"/>
            <a:ext cx="0" cy="214587"/>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99CA0B8-4AC2-4828-B0AF-ABA4BBB4386C}"/>
              </a:ext>
            </a:extLst>
          </p:cNvPr>
          <p:cNvCxnSpPr>
            <a:cxnSpLocks/>
          </p:cNvCxnSpPr>
          <p:nvPr userDrawn="1"/>
        </p:nvCxnSpPr>
        <p:spPr>
          <a:xfrm>
            <a:off x="7637978" y="2704148"/>
            <a:ext cx="0" cy="23062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BA30A1F-79CE-417C-849F-D83B11D27867}"/>
              </a:ext>
            </a:extLst>
          </p:cNvPr>
          <p:cNvCxnSpPr>
            <a:cxnSpLocks/>
          </p:cNvCxnSpPr>
          <p:nvPr userDrawn="1"/>
        </p:nvCxnSpPr>
        <p:spPr>
          <a:xfrm>
            <a:off x="864506" y="2711965"/>
            <a:ext cx="6773472"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Freeform: Shape 18">
            <a:extLst>
              <a:ext uri="{FF2B5EF4-FFF2-40B4-BE49-F238E27FC236}">
                <a16:creationId xmlns:a16="http://schemas.microsoft.com/office/drawing/2014/main" id="{E3B2D7A9-466E-438C-923D-ED8E32719F7F}"/>
              </a:ext>
            </a:extLst>
          </p:cNvPr>
          <p:cNvSpPr/>
          <p:nvPr userDrawn="1"/>
        </p:nvSpPr>
        <p:spPr>
          <a:xfrm>
            <a:off x="3632569" y="2018909"/>
            <a:ext cx="1255881" cy="27007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algn="ctr" defTabSz="533542" rtl="0" eaLnBrk="1" fontAlgn="auto" latinLnBrk="0" hangingPunct="1">
              <a:lnSpc>
                <a:spcPct val="90000"/>
              </a:lnSpc>
              <a:spcBef>
                <a:spcPct val="0"/>
              </a:spcBef>
              <a:spcAft>
                <a:spcPct val="35000"/>
              </a:spcAft>
              <a:buClrTx/>
              <a:buSzTx/>
              <a:buFontTx/>
              <a:buNone/>
              <a:tabLst/>
              <a:defRPr/>
            </a:pPr>
            <a:r>
              <a:rPr lang="en-GB" sz="1050" b="1" dirty="0">
                <a:solidFill>
                  <a:schemeClr val="bg1"/>
                </a:solidFill>
                <a:latin typeface="Arial"/>
              </a:rPr>
              <a:t>First Last</a:t>
            </a:r>
            <a:br>
              <a:rPr lang="en-US" sz="1050" dirty="0">
                <a:solidFill>
                  <a:schemeClr val="bg1"/>
                </a:solidFill>
                <a:latin typeface="Arial"/>
              </a:rPr>
            </a:br>
            <a:r>
              <a:rPr lang="en-US" sz="900" dirty="0">
                <a:solidFill>
                  <a:schemeClr val="bg1"/>
                </a:solidFill>
                <a:latin typeface="Arial"/>
              </a:rPr>
              <a:t>Title</a:t>
            </a:r>
            <a:endParaRPr lang="en-GB" sz="900" dirty="0">
              <a:solidFill>
                <a:schemeClr val="bg1"/>
              </a:solidFill>
              <a:latin typeface="Arial"/>
            </a:endParaRPr>
          </a:p>
        </p:txBody>
      </p:sp>
      <p:sp>
        <p:nvSpPr>
          <p:cNvPr id="20" name="Freeform: Shape 19">
            <a:extLst>
              <a:ext uri="{FF2B5EF4-FFF2-40B4-BE49-F238E27FC236}">
                <a16:creationId xmlns:a16="http://schemas.microsoft.com/office/drawing/2014/main" id="{EEDE4494-0046-4E7E-87CB-0FE6B5B58F0C}"/>
              </a:ext>
            </a:extLst>
          </p:cNvPr>
          <p:cNvSpPr/>
          <p:nvPr userDrawn="1"/>
        </p:nvSpPr>
        <p:spPr>
          <a:xfrm>
            <a:off x="227539" y="3764633"/>
            <a:ext cx="1255881" cy="27007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algn="ctr" defTabSz="533542" rtl="0" eaLnBrk="1" fontAlgn="auto" latinLnBrk="0" hangingPunct="1">
              <a:lnSpc>
                <a:spcPct val="90000"/>
              </a:lnSpc>
              <a:spcBef>
                <a:spcPct val="0"/>
              </a:spcBef>
              <a:spcAft>
                <a:spcPct val="35000"/>
              </a:spcAft>
              <a:buClrTx/>
              <a:buSzTx/>
              <a:buFontTx/>
              <a:buNone/>
              <a:tabLst/>
              <a:defRPr/>
            </a:pPr>
            <a:r>
              <a:rPr lang="en-GB" sz="1050" b="1" dirty="0">
                <a:solidFill>
                  <a:schemeClr val="bg1"/>
                </a:solidFill>
                <a:latin typeface="Arial"/>
              </a:rPr>
              <a:t>First Last</a:t>
            </a:r>
            <a:br>
              <a:rPr lang="en-US" sz="1050" dirty="0">
                <a:solidFill>
                  <a:schemeClr val="bg1"/>
                </a:solidFill>
                <a:latin typeface="Arial"/>
              </a:rPr>
            </a:br>
            <a:r>
              <a:rPr lang="en-US" sz="900" dirty="0">
                <a:solidFill>
                  <a:schemeClr val="bg1"/>
                </a:solidFill>
                <a:latin typeface="Arial"/>
              </a:rPr>
              <a:t>Title</a:t>
            </a:r>
            <a:endParaRPr lang="en-GB" sz="900" dirty="0">
              <a:solidFill>
                <a:schemeClr val="bg1"/>
              </a:solidFill>
              <a:latin typeface="Arial"/>
            </a:endParaRPr>
          </a:p>
        </p:txBody>
      </p:sp>
      <p:sp>
        <p:nvSpPr>
          <p:cNvPr id="22" name="Freeform: Shape 21">
            <a:extLst>
              <a:ext uri="{FF2B5EF4-FFF2-40B4-BE49-F238E27FC236}">
                <a16:creationId xmlns:a16="http://schemas.microsoft.com/office/drawing/2014/main" id="{478C4AD1-CFB5-4D8E-A3DF-3CBEC93AB6B0}"/>
              </a:ext>
            </a:extLst>
          </p:cNvPr>
          <p:cNvSpPr/>
          <p:nvPr userDrawn="1"/>
        </p:nvSpPr>
        <p:spPr>
          <a:xfrm>
            <a:off x="1930054" y="3764633"/>
            <a:ext cx="1255881" cy="27007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algn="ctr" defTabSz="533542" rtl="0" eaLnBrk="1" fontAlgn="auto" latinLnBrk="0" hangingPunct="1">
              <a:lnSpc>
                <a:spcPct val="90000"/>
              </a:lnSpc>
              <a:spcBef>
                <a:spcPct val="0"/>
              </a:spcBef>
              <a:spcAft>
                <a:spcPct val="35000"/>
              </a:spcAft>
              <a:buClrTx/>
              <a:buSzTx/>
              <a:buFontTx/>
              <a:buNone/>
              <a:tabLst/>
              <a:defRPr/>
            </a:pPr>
            <a:r>
              <a:rPr lang="en-GB" sz="1050" b="1" dirty="0">
                <a:solidFill>
                  <a:schemeClr val="bg1"/>
                </a:solidFill>
                <a:latin typeface="Arial"/>
              </a:rPr>
              <a:t>First Last</a:t>
            </a:r>
            <a:br>
              <a:rPr lang="en-US" sz="1050" dirty="0">
                <a:solidFill>
                  <a:schemeClr val="bg1"/>
                </a:solidFill>
                <a:latin typeface="Arial"/>
              </a:rPr>
            </a:br>
            <a:r>
              <a:rPr lang="en-US" sz="900" dirty="0">
                <a:solidFill>
                  <a:schemeClr val="bg1"/>
                </a:solidFill>
                <a:latin typeface="Arial"/>
              </a:rPr>
              <a:t>Title</a:t>
            </a:r>
            <a:endParaRPr lang="en-GB" sz="900" dirty="0">
              <a:solidFill>
                <a:schemeClr val="bg1"/>
              </a:solidFill>
              <a:latin typeface="Arial"/>
            </a:endParaRPr>
          </a:p>
        </p:txBody>
      </p:sp>
      <p:sp>
        <p:nvSpPr>
          <p:cNvPr id="23" name="Freeform: Shape 22">
            <a:extLst>
              <a:ext uri="{FF2B5EF4-FFF2-40B4-BE49-F238E27FC236}">
                <a16:creationId xmlns:a16="http://schemas.microsoft.com/office/drawing/2014/main" id="{F5EBF781-3BB9-43AC-AFB6-D68D6DC8CF7D}"/>
              </a:ext>
            </a:extLst>
          </p:cNvPr>
          <p:cNvSpPr/>
          <p:nvPr userDrawn="1"/>
        </p:nvSpPr>
        <p:spPr>
          <a:xfrm>
            <a:off x="3632569" y="3764633"/>
            <a:ext cx="1255881" cy="27007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algn="ctr" defTabSz="533542" rtl="0" eaLnBrk="1" fontAlgn="auto" latinLnBrk="0" hangingPunct="1">
              <a:lnSpc>
                <a:spcPct val="90000"/>
              </a:lnSpc>
              <a:spcBef>
                <a:spcPct val="0"/>
              </a:spcBef>
              <a:spcAft>
                <a:spcPct val="35000"/>
              </a:spcAft>
              <a:buClrTx/>
              <a:buSzTx/>
              <a:buFontTx/>
              <a:buNone/>
              <a:tabLst/>
              <a:defRPr/>
            </a:pPr>
            <a:r>
              <a:rPr lang="en-GB" sz="1050" b="1" dirty="0">
                <a:solidFill>
                  <a:schemeClr val="bg1"/>
                </a:solidFill>
                <a:latin typeface="Arial"/>
              </a:rPr>
              <a:t>First Last</a:t>
            </a:r>
            <a:br>
              <a:rPr lang="en-US" sz="1050" dirty="0">
                <a:solidFill>
                  <a:schemeClr val="bg1"/>
                </a:solidFill>
                <a:latin typeface="Arial"/>
              </a:rPr>
            </a:br>
            <a:r>
              <a:rPr lang="en-US" sz="900" dirty="0">
                <a:solidFill>
                  <a:schemeClr val="bg1"/>
                </a:solidFill>
                <a:latin typeface="Arial"/>
              </a:rPr>
              <a:t>Title</a:t>
            </a:r>
            <a:endParaRPr lang="en-GB" sz="900" dirty="0">
              <a:solidFill>
                <a:schemeClr val="bg1"/>
              </a:solidFill>
              <a:latin typeface="Arial"/>
            </a:endParaRPr>
          </a:p>
        </p:txBody>
      </p:sp>
      <p:sp>
        <p:nvSpPr>
          <p:cNvPr id="24" name="Freeform: Shape 23">
            <a:extLst>
              <a:ext uri="{FF2B5EF4-FFF2-40B4-BE49-F238E27FC236}">
                <a16:creationId xmlns:a16="http://schemas.microsoft.com/office/drawing/2014/main" id="{C1B29670-C82F-440A-B4AB-3FA32F581B7A}"/>
              </a:ext>
            </a:extLst>
          </p:cNvPr>
          <p:cNvSpPr/>
          <p:nvPr userDrawn="1"/>
        </p:nvSpPr>
        <p:spPr>
          <a:xfrm>
            <a:off x="5319370" y="3764633"/>
            <a:ext cx="1255881" cy="27007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algn="ctr" defTabSz="533542" rtl="0" eaLnBrk="1" fontAlgn="auto" latinLnBrk="0" hangingPunct="1">
              <a:lnSpc>
                <a:spcPct val="90000"/>
              </a:lnSpc>
              <a:spcBef>
                <a:spcPct val="0"/>
              </a:spcBef>
              <a:spcAft>
                <a:spcPct val="35000"/>
              </a:spcAft>
              <a:buClrTx/>
              <a:buSzTx/>
              <a:buFontTx/>
              <a:buNone/>
              <a:tabLst/>
              <a:defRPr/>
            </a:pPr>
            <a:r>
              <a:rPr lang="en-GB" sz="1050" b="1" dirty="0">
                <a:solidFill>
                  <a:schemeClr val="bg1"/>
                </a:solidFill>
                <a:latin typeface="Arial"/>
              </a:rPr>
              <a:t>First Last</a:t>
            </a:r>
            <a:br>
              <a:rPr lang="en-US" sz="1050" dirty="0">
                <a:solidFill>
                  <a:schemeClr val="bg1"/>
                </a:solidFill>
                <a:latin typeface="Arial"/>
              </a:rPr>
            </a:br>
            <a:r>
              <a:rPr lang="en-US" sz="900" dirty="0">
                <a:solidFill>
                  <a:schemeClr val="bg1"/>
                </a:solidFill>
                <a:latin typeface="Arial"/>
              </a:rPr>
              <a:t>Title</a:t>
            </a:r>
            <a:endParaRPr lang="en-GB" sz="900" dirty="0">
              <a:solidFill>
                <a:schemeClr val="bg1"/>
              </a:solidFill>
              <a:latin typeface="Arial"/>
            </a:endParaRPr>
          </a:p>
        </p:txBody>
      </p:sp>
      <p:sp>
        <p:nvSpPr>
          <p:cNvPr id="34" name="Freeform: Shape 33">
            <a:extLst>
              <a:ext uri="{FF2B5EF4-FFF2-40B4-BE49-F238E27FC236}">
                <a16:creationId xmlns:a16="http://schemas.microsoft.com/office/drawing/2014/main" id="{5E16CDB5-DA7B-45AA-BD6D-12A4F2048F16}"/>
              </a:ext>
            </a:extLst>
          </p:cNvPr>
          <p:cNvSpPr/>
          <p:nvPr userDrawn="1"/>
        </p:nvSpPr>
        <p:spPr>
          <a:xfrm>
            <a:off x="7006171" y="3764633"/>
            <a:ext cx="1255881" cy="27007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algn="ctr" defTabSz="533542" rtl="0" eaLnBrk="1" fontAlgn="auto" latinLnBrk="0" hangingPunct="1">
              <a:lnSpc>
                <a:spcPct val="90000"/>
              </a:lnSpc>
              <a:spcBef>
                <a:spcPct val="0"/>
              </a:spcBef>
              <a:spcAft>
                <a:spcPct val="35000"/>
              </a:spcAft>
              <a:buClrTx/>
              <a:buSzTx/>
              <a:buFontTx/>
              <a:buNone/>
              <a:tabLst/>
              <a:defRPr/>
            </a:pPr>
            <a:r>
              <a:rPr lang="en-GB" sz="1050" b="1" dirty="0">
                <a:solidFill>
                  <a:schemeClr val="bg1"/>
                </a:solidFill>
                <a:latin typeface="Arial"/>
              </a:rPr>
              <a:t>First Last</a:t>
            </a:r>
            <a:br>
              <a:rPr lang="en-US" sz="1050" dirty="0">
                <a:solidFill>
                  <a:schemeClr val="bg1"/>
                </a:solidFill>
                <a:latin typeface="Arial"/>
              </a:rPr>
            </a:br>
            <a:r>
              <a:rPr lang="en-US" sz="900" dirty="0">
                <a:solidFill>
                  <a:schemeClr val="bg1"/>
                </a:solidFill>
                <a:latin typeface="Arial"/>
              </a:rPr>
              <a:t>Title</a:t>
            </a:r>
            <a:endParaRPr lang="en-GB" sz="900" dirty="0">
              <a:solidFill>
                <a:schemeClr val="bg1"/>
              </a:solidFill>
              <a:latin typeface="Arial"/>
            </a:endParaRPr>
          </a:p>
        </p:txBody>
      </p:sp>
      <p:cxnSp>
        <p:nvCxnSpPr>
          <p:cNvPr id="35" name="Straight Connector 34">
            <a:extLst>
              <a:ext uri="{FF2B5EF4-FFF2-40B4-BE49-F238E27FC236}">
                <a16:creationId xmlns:a16="http://schemas.microsoft.com/office/drawing/2014/main" id="{2C78034F-25CD-4E12-89CB-86E80EAD310D}"/>
              </a:ext>
            </a:extLst>
          </p:cNvPr>
          <p:cNvCxnSpPr>
            <a:cxnSpLocks/>
          </p:cNvCxnSpPr>
          <p:nvPr userDrawn="1"/>
        </p:nvCxnSpPr>
        <p:spPr>
          <a:xfrm>
            <a:off x="5951241" y="4102323"/>
            <a:ext cx="0" cy="1743307"/>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6" name="Freeform: Shape 35">
            <a:extLst>
              <a:ext uri="{FF2B5EF4-FFF2-40B4-BE49-F238E27FC236}">
                <a16:creationId xmlns:a16="http://schemas.microsoft.com/office/drawing/2014/main" id="{3DDA23D8-4972-4E8C-B895-2AC7168C1E2F}"/>
              </a:ext>
            </a:extLst>
          </p:cNvPr>
          <p:cNvSpPr/>
          <p:nvPr userDrawn="1"/>
        </p:nvSpPr>
        <p:spPr>
          <a:xfrm>
            <a:off x="6197545" y="4365199"/>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chemeClr val="bg1"/>
                </a:solidFill>
                <a:latin typeface="Arial"/>
              </a:rPr>
              <a:t>First Last</a:t>
            </a:r>
            <a:br>
              <a:rPr lang="en-US" sz="900" dirty="0">
                <a:solidFill>
                  <a:schemeClr val="bg1"/>
                </a:solidFill>
                <a:latin typeface="Arial"/>
              </a:rPr>
            </a:br>
            <a:r>
              <a:rPr lang="en-US" sz="750" dirty="0">
                <a:solidFill>
                  <a:schemeClr val="bg1"/>
                </a:solidFill>
                <a:latin typeface="Arial"/>
              </a:rPr>
              <a:t>Title</a:t>
            </a:r>
            <a:endParaRPr lang="en-GB" sz="750" dirty="0">
              <a:solidFill>
                <a:schemeClr val="bg1"/>
              </a:solidFill>
              <a:latin typeface="Arial"/>
            </a:endParaRPr>
          </a:p>
        </p:txBody>
      </p:sp>
      <p:cxnSp>
        <p:nvCxnSpPr>
          <p:cNvPr id="37" name="Straight Connector 36">
            <a:extLst>
              <a:ext uri="{FF2B5EF4-FFF2-40B4-BE49-F238E27FC236}">
                <a16:creationId xmlns:a16="http://schemas.microsoft.com/office/drawing/2014/main" id="{7EF72E63-DA5E-4A04-9E9F-9A7B8D9FE168}"/>
              </a:ext>
            </a:extLst>
          </p:cNvPr>
          <p:cNvCxnSpPr>
            <a:cxnSpLocks/>
          </p:cNvCxnSpPr>
          <p:nvPr userDrawn="1"/>
        </p:nvCxnSpPr>
        <p:spPr>
          <a:xfrm>
            <a:off x="5951242" y="4398782"/>
            <a:ext cx="189835" cy="0"/>
          </a:xfrm>
          <a:prstGeom prst="line">
            <a:avLst/>
          </a:prstGeom>
          <a:ln w="9525">
            <a:solidFill>
              <a:schemeClr val="bg1"/>
            </a:solidFill>
            <a:miter lim="800000"/>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FEB4CEB-05E4-4103-9F28-F1B3E6491C5A}"/>
              </a:ext>
            </a:extLst>
          </p:cNvPr>
          <p:cNvCxnSpPr>
            <a:cxnSpLocks/>
          </p:cNvCxnSpPr>
          <p:nvPr userDrawn="1"/>
        </p:nvCxnSpPr>
        <p:spPr>
          <a:xfrm>
            <a:off x="5951242" y="4896330"/>
            <a:ext cx="189835" cy="0"/>
          </a:xfrm>
          <a:prstGeom prst="line">
            <a:avLst/>
          </a:prstGeom>
          <a:ln w="9525">
            <a:solidFill>
              <a:schemeClr val="bg1"/>
            </a:solidFill>
            <a:miter lim="800000"/>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F1CDD3E-0271-4B1C-99A0-97FAD5A306E8}"/>
              </a:ext>
            </a:extLst>
          </p:cNvPr>
          <p:cNvCxnSpPr>
            <a:cxnSpLocks/>
          </p:cNvCxnSpPr>
          <p:nvPr userDrawn="1"/>
        </p:nvCxnSpPr>
        <p:spPr>
          <a:xfrm>
            <a:off x="5951242" y="5393878"/>
            <a:ext cx="189835" cy="0"/>
          </a:xfrm>
          <a:prstGeom prst="line">
            <a:avLst/>
          </a:prstGeom>
          <a:ln w="9525">
            <a:solidFill>
              <a:schemeClr val="bg1"/>
            </a:solidFill>
            <a:miter lim="800000"/>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5BF293D-6A5B-4B75-BA13-F8E9F19C356F}"/>
              </a:ext>
            </a:extLst>
          </p:cNvPr>
          <p:cNvCxnSpPr>
            <a:cxnSpLocks/>
          </p:cNvCxnSpPr>
          <p:nvPr userDrawn="1"/>
        </p:nvCxnSpPr>
        <p:spPr>
          <a:xfrm>
            <a:off x="5951242" y="5837085"/>
            <a:ext cx="189835" cy="0"/>
          </a:xfrm>
          <a:prstGeom prst="line">
            <a:avLst/>
          </a:prstGeom>
          <a:ln w="9525">
            <a:solidFill>
              <a:schemeClr val="bg1"/>
            </a:solidFill>
            <a:miter lim="800000"/>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BEC553E-D930-4BD7-BF92-AF0A2E27C797}"/>
              </a:ext>
            </a:extLst>
          </p:cNvPr>
          <p:cNvCxnSpPr>
            <a:cxnSpLocks/>
          </p:cNvCxnSpPr>
          <p:nvPr userDrawn="1"/>
        </p:nvCxnSpPr>
        <p:spPr>
          <a:xfrm>
            <a:off x="7629400" y="4102323"/>
            <a:ext cx="0" cy="1743307"/>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9786C00-B884-4652-A665-FD71406E3AF7}"/>
              </a:ext>
            </a:extLst>
          </p:cNvPr>
          <p:cNvCxnSpPr>
            <a:cxnSpLocks/>
          </p:cNvCxnSpPr>
          <p:nvPr userDrawn="1"/>
        </p:nvCxnSpPr>
        <p:spPr>
          <a:xfrm>
            <a:off x="7629400" y="4398782"/>
            <a:ext cx="189835" cy="0"/>
          </a:xfrm>
          <a:prstGeom prst="line">
            <a:avLst/>
          </a:prstGeom>
          <a:ln w="9525">
            <a:solidFill>
              <a:schemeClr val="bg1"/>
            </a:solidFill>
            <a:miter lim="800000"/>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94838565-3184-4D62-9FDC-6E29F4BB2441}"/>
              </a:ext>
            </a:extLst>
          </p:cNvPr>
          <p:cNvCxnSpPr>
            <a:cxnSpLocks/>
          </p:cNvCxnSpPr>
          <p:nvPr userDrawn="1"/>
        </p:nvCxnSpPr>
        <p:spPr>
          <a:xfrm>
            <a:off x="7629400" y="4896330"/>
            <a:ext cx="189835" cy="0"/>
          </a:xfrm>
          <a:prstGeom prst="line">
            <a:avLst/>
          </a:prstGeom>
          <a:ln w="9525">
            <a:solidFill>
              <a:schemeClr val="bg1"/>
            </a:solidFill>
            <a:miter lim="800000"/>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3E256E9-4D05-4AA8-9991-8CBC48EBD2B4}"/>
              </a:ext>
            </a:extLst>
          </p:cNvPr>
          <p:cNvCxnSpPr>
            <a:cxnSpLocks/>
          </p:cNvCxnSpPr>
          <p:nvPr userDrawn="1"/>
        </p:nvCxnSpPr>
        <p:spPr>
          <a:xfrm>
            <a:off x="7629400" y="5393878"/>
            <a:ext cx="189835" cy="0"/>
          </a:xfrm>
          <a:prstGeom prst="line">
            <a:avLst/>
          </a:prstGeom>
          <a:ln w="9525">
            <a:solidFill>
              <a:schemeClr val="bg1"/>
            </a:solidFill>
            <a:miter lim="800000"/>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191B776-337C-4D18-8738-9453378D1FCA}"/>
              </a:ext>
            </a:extLst>
          </p:cNvPr>
          <p:cNvCxnSpPr>
            <a:cxnSpLocks/>
          </p:cNvCxnSpPr>
          <p:nvPr userDrawn="1"/>
        </p:nvCxnSpPr>
        <p:spPr>
          <a:xfrm>
            <a:off x="7629400" y="5837085"/>
            <a:ext cx="189835" cy="0"/>
          </a:xfrm>
          <a:prstGeom prst="line">
            <a:avLst/>
          </a:prstGeom>
          <a:ln w="9525">
            <a:solidFill>
              <a:schemeClr val="bg1"/>
            </a:solidFill>
            <a:miter lim="800000"/>
          </a:ln>
        </p:spPr>
        <p:style>
          <a:lnRef idx="1">
            <a:schemeClr val="accent1"/>
          </a:lnRef>
          <a:fillRef idx="0">
            <a:schemeClr val="accent1"/>
          </a:fillRef>
          <a:effectRef idx="0">
            <a:schemeClr val="accent1"/>
          </a:effectRef>
          <a:fontRef idx="minor">
            <a:schemeClr val="tx1"/>
          </a:fontRef>
        </p:style>
      </p:cxnSp>
      <p:sp>
        <p:nvSpPr>
          <p:cNvPr id="46" name="Freeform: Shape 45">
            <a:extLst>
              <a:ext uri="{FF2B5EF4-FFF2-40B4-BE49-F238E27FC236}">
                <a16:creationId xmlns:a16="http://schemas.microsoft.com/office/drawing/2014/main" id="{C347E975-CE58-4036-B617-1D1802F5127E}"/>
              </a:ext>
            </a:extLst>
          </p:cNvPr>
          <p:cNvSpPr/>
          <p:nvPr userDrawn="1"/>
        </p:nvSpPr>
        <p:spPr>
          <a:xfrm>
            <a:off x="6197545" y="4862747"/>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chemeClr val="bg1"/>
                </a:solidFill>
                <a:latin typeface="Arial"/>
              </a:rPr>
              <a:t>First Last</a:t>
            </a:r>
            <a:br>
              <a:rPr lang="en-US" sz="900" dirty="0">
                <a:solidFill>
                  <a:schemeClr val="bg1"/>
                </a:solidFill>
                <a:latin typeface="Arial"/>
              </a:rPr>
            </a:br>
            <a:r>
              <a:rPr lang="en-US" sz="750" dirty="0">
                <a:solidFill>
                  <a:schemeClr val="bg1"/>
                </a:solidFill>
                <a:latin typeface="Arial"/>
              </a:rPr>
              <a:t>Title</a:t>
            </a:r>
            <a:endParaRPr lang="en-GB" sz="750" dirty="0">
              <a:solidFill>
                <a:schemeClr val="bg1"/>
              </a:solidFill>
              <a:latin typeface="Arial"/>
            </a:endParaRPr>
          </a:p>
        </p:txBody>
      </p:sp>
      <p:sp>
        <p:nvSpPr>
          <p:cNvPr id="47" name="Freeform: Shape 46">
            <a:extLst>
              <a:ext uri="{FF2B5EF4-FFF2-40B4-BE49-F238E27FC236}">
                <a16:creationId xmlns:a16="http://schemas.microsoft.com/office/drawing/2014/main" id="{41E44D1F-5002-454F-87F9-5D59E71A514A}"/>
              </a:ext>
            </a:extLst>
          </p:cNvPr>
          <p:cNvSpPr/>
          <p:nvPr userDrawn="1"/>
        </p:nvSpPr>
        <p:spPr>
          <a:xfrm>
            <a:off x="6197545" y="5360295"/>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chemeClr val="bg1"/>
                </a:solidFill>
                <a:latin typeface="Arial"/>
              </a:rPr>
              <a:t>First Last</a:t>
            </a:r>
            <a:br>
              <a:rPr lang="en-US" sz="900" dirty="0">
                <a:solidFill>
                  <a:schemeClr val="bg1"/>
                </a:solidFill>
                <a:latin typeface="Arial"/>
              </a:rPr>
            </a:br>
            <a:r>
              <a:rPr lang="en-US" sz="750" dirty="0">
                <a:solidFill>
                  <a:schemeClr val="bg1"/>
                </a:solidFill>
                <a:latin typeface="Arial"/>
              </a:rPr>
              <a:t>Title</a:t>
            </a:r>
            <a:endParaRPr lang="en-GB" sz="750" dirty="0">
              <a:solidFill>
                <a:schemeClr val="bg1"/>
              </a:solidFill>
              <a:latin typeface="Arial"/>
            </a:endParaRPr>
          </a:p>
        </p:txBody>
      </p:sp>
      <p:sp>
        <p:nvSpPr>
          <p:cNvPr id="48" name="Freeform: Shape 47">
            <a:extLst>
              <a:ext uri="{FF2B5EF4-FFF2-40B4-BE49-F238E27FC236}">
                <a16:creationId xmlns:a16="http://schemas.microsoft.com/office/drawing/2014/main" id="{C67A19E5-187A-46FE-B1C1-ECB68A048B63}"/>
              </a:ext>
            </a:extLst>
          </p:cNvPr>
          <p:cNvSpPr/>
          <p:nvPr userDrawn="1"/>
        </p:nvSpPr>
        <p:spPr>
          <a:xfrm>
            <a:off x="6197545" y="5795520"/>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chemeClr val="bg1"/>
                </a:solidFill>
                <a:latin typeface="Arial"/>
              </a:rPr>
              <a:t>First Last</a:t>
            </a:r>
            <a:br>
              <a:rPr lang="en-US" sz="900" dirty="0">
                <a:solidFill>
                  <a:schemeClr val="bg1"/>
                </a:solidFill>
                <a:latin typeface="Arial"/>
              </a:rPr>
            </a:br>
            <a:r>
              <a:rPr lang="en-US" sz="750" dirty="0">
                <a:solidFill>
                  <a:schemeClr val="bg1"/>
                </a:solidFill>
                <a:latin typeface="Arial"/>
              </a:rPr>
              <a:t>Title</a:t>
            </a:r>
            <a:endParaRPr lang="en-GB" sz="750" dirty="0">
              <a:solidFill>
                <a:schemeClr val="bg1"/>
              </a:solidFill>
              <a:latin typeface="Arial"/>
            </a:endParaRPr>
          </a:p>
        </p:txBody>
      </p:sp>
      <p:sp>
        <p:nvSpPr>
          <p:cNvPr id="49" name="Freeform: Shape 48">
            <a:extLst>
              <a:ext uri="{FF2B5EF4-FFF2-40B4-BE49-F238E27FC236}">
                <a16:creationId xmlns:a16="http://schemas.microsoft.com/office/drawing/2014/main" id="{3EE2EC86-ED01-47B2-A33C-6D7ABE425F9A}"/>
              </a:ext>
            </a:extLst>
          </p:cNvPr>
          <p:cNvSpPr/>
          <p:nvPr userDrawn="1"/>
        </p:nvSpPr>
        <p:spPr>
          <a:xfrm>
            <a:off x="7875703" y="4365199"/>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chemeClr val="bg1"/>
                </a:solidFill>
                <a:latin typeface="Arial"/>
              </a:rPr>
              <a:t>First Last</a:t>
            </a:r>
            <a:br>
              <a:rPr lang="en-US" sz="900" dirty="0">
                <a:solidFill>
                  <a:schemeClr val="bg1"/>
                </a:solidFill>
                <a:latin typeface="Arial"/>
              </a:rPr>
            </a:br>
            <a:r>
              <a:rPr lang="en-US" sz="750" dirty="0">
                <a:solidFill>
                  <a:schemeClr val="bg1"/>
                </a:solidFill>
                <a:latin typeface="Arial"/>
              </a:rPr>
              <a:t>Title</a:t>
            </a:r>
            <a:endParaRPr lang="en-GB" sz="750" dirty="0">
              <a:solidFill>
                <a:schemeClr val="bg1"/>
              </a:solidFill>
              <a:latin typeface="Arial"/>
            </a:endParaRPr>
          </a:p>
        </p:txBody>
      </p:sp>
      <p:sp>
        <p:nvSpPr>
          <p:cNvPr id="50" name="Freeform: Shape 49">
            <a:extLst>
              <a:ext uri="{FF2B5EF4-FFF2-40B4-BE49-F238E27FC236}">
                <a16:creationId xmlns:a16="http://schemas.microsoft.com/office/drawing/2014/main" id="{69F1EDBD-C510-478C-A232-F2EB6ADCEA3D}"/>
              </a:ext>
            </a:extLst>
          </p:cNvPr>
          <p:cNvSpPr/>
          <p:nvPr userDrawn="1"/>
        </p:nvSpPr>
        <p:spPr>
          <a:xfrm>
            <a:off x="7875703" y="4862747"/>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chemeClr val="bg1"/>
                </a:solidFill>
                <a:latin typeface="Arial"/>
              </a:rPr>
              <a:t>First Last</a:t>
            </a:r>
            <a:br>
              <a:rPr lang="en-US" sz="900" dirty="0">
                <a:solidFill>
                  <a:schemeClr val="bg1"/>
                </a:solidFill>
                <a:latin typeface="Arial"/>
              </a:rPr>
            </a:br>
            <a:r>
              <a:rPr lang="en-US" sz="750" dirty="0">
                <a:solidFill>
                  <a:schemeClr val="bg1"/>
                </a:solidFill>
                <a:latin typeface="Arial"/>
              </a:rPr>
              <a:t>Title</a:t>
            </a:r>
            <a:endParaRPr lang="en-GB" sz="750" dirty="0">
              <a:solidFill>
                <a:schemeClr val="bg1"/>
              </a:solidFill>
              <a:latin typeface="Arial"/>
            </a:endParaRPr>
          </a:p>
        </p:txBody>
      </p:sp>
      <p:sp>
        <p:nvSpPr>
          <p:cNvPr id="51" name="Freeform: Shape 50">
            <a:extLst>
              <a:ext uri="{FF2B5EF4-FFF2-40B4-BE49-F238E27FC236}">
                <a16:creationId xmlns:a16="http://schemas.microsoft.com/office/drawing/2014/main" id="{D1635A4D-837D-4063-A3F1-890C812DC4F8}"/>
              </a:ext>
            </a:extLst>
          </p:cNvPr>
          <p:cNvSpPr/>
          <p:nvPr userDrawn="1"/>
        </p:nvSpPr>
        <p:spPr>
          <a:xfrm>
            <a:off x="7875703" y="5360295"/>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chemeClr val="bg1"/>
                </a:solidFill>
                <a:latin typeface="Arial"/>
              </a:rPr>
              <a:t>First Last</a:t>
            </a:r>
            <a:br>
              <a:rPr lang="en-US" sz="900" dirty="0">
                <a:solidFill>
                  <a:schemeClr val="bg1"/>
                </a:solidFill>
                <a:latin typeface="Arial"/>
              </a:rPr>
            </a:br>
            <a:r>
              <a:rPr lang="en-US" sz="750" dirty="0">
                <a:solidFill>
                  <a:schemeClr val="bg1"/>
                </a:solidFill>
                <a:latin typeface="Arial"/>
              </a:rPr>
              <a:t>Title</a:t>
            </a:r>
            <a:endParaRPr lang="en-GB" sz="750" dirty="0">
              <a:solidFill>
                <a:schemeClr val="bg1"/>
              </a:solidFill>
              <a:latin typeface="Arial"/>
            </a:endParaRPr>
          </a:p>
        </p:txBody>
      </p:sp>
      <p:sp>
        <p:nvSpPr>
          <p:cNvPr id="52" name="Freeform: Shape 51">
            <a:extLst>
              <a:ext uri="{FF2B5EF4-FFF2-40B4-BE49-F238E27FC236}">
                <a16:creationId xmlns:a16="http://schemas.microsoft.com/office/drawing/2014/main" id="{44954049-A12D-4D35-8C96-8D7B8C0ABE5A}"/>
              </a:ext>
            </a:extLst>
          </p:cNvPr>
          <p:cNvSpPr/>
          <p:nvPr userDrawn="1"/>
        </p:nvSpPr>
        <p:spPr>
          <a:xfrm>
            <a:off x="7875703" y="5795520"/>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chemeClr val="bg1"/>
                </a:solidFill>
                <a:latin typeface="Arial"/>
              </a:rPr>
              <a:t>First Last</a:t>
            </a:r>
            <a:br>
              <a:rPr lang="en-US" sz="900" dirty="0">
                <a:solidFill>
                  <a:schemeClr val="bg1"/>
                </a:solidFill>
                <a:latin typeface="Arial"/>
              </a:rPr>
            </a:br>
            <a:r>
              <a:rPr lang="en-US" sz="750" dirty="0">
                <a:solidFill>
                  <a:schemeClr val="bg1"/>
                </a:solidFill>
                <a:latin typeface="Arial"/>
              </a:rPr>
              <a:t>Title</a:t>
            </a:r>
            <a:endParaRPr lang="en-GB" sz="750" dirty="0">
              <a:solidFill>
                <a:schemeClr val="bg1"/>
              </a:solidFill>
              <a:latin typeface="Arial"/>
            </a:endParaRPr>
          </a:p>
        </p:txBody>
      </p:sp>
      <p:cxnSp>
        <p:nvCxnSpPr>
          <p:cNvPr id="53" name="Straight Connector 52">
            <a:extLst>
              <a:ext uri="{FF2B5EF4-FFF2-40B4-BE49-F238E27FC236}">
                <a16:creationId xmlns:a16="http://schemas.microsoft.com/office/drawing/2014/main" id="{A73B7820-CA08-4B35-A26D-DEAA5CA87DAB}"/>
              </a:ext>
            </a:extLst>
          </p:cNvPr>
          <p:cNvCxnSpPr>
            <a:cxnSpLocks/>
          </p:cNvCxnSpPr>
          <p:nvPr userDrawn="1"/>
        </p:nvCxnSpPr>
        <p:spPr>
          <a:xfrm>
            <a:off x="4256575" y="4102323"/>
            <a:ext cx="0" cy="1743307"/>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54" name="Freeform: Shape 53">
            <a:extLst>
              <a:ext uri="{FF2B5EF4-FFF2-40B4-BE49-F238E27FC236}">
                <a16:creationId xmlns:a16="http://schemas.microsoft.com/office/drawing/2014/main" id="{0CADC954-C93D-43EB-AD47-332367C66EE8}"/>
              </a:ext>
            </a:extLst>
          </p:cNvPr>
          <p:cNvSpPr/>
          <p:nvPr userDrawn="1"/>
        </p:nvSpPr>
        <p:spPr>
          <a:xfrm>
            <a:off x="4502879" y="4365199"/>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chemeClr val="bg1"/>
                </a:solidFill>
                <a:latin typeface="Arial"/>
              </a:rPr>
              <a:t>First Last</a:t>
            </a:r>
            <a:br>
              <a:rPr lang="en-US" sz="900" dirty="0">
                <a:solidFill>
                  <a:schemeClr val="bg1"/>
                </a:solidFill>
                <a:latin typeface="Arial"/>
              </a:rPr>
            </a:br>
            <a:r>
              <a:rPr lang="en-US" sz="750" dirty="0">
                <a:solidFill>
                  <a:schemeClr val="bg1"/>
                </a:solidFill>
                <a:latin typeface="Arial"/>
              </a:rPr>
              <a:t>Title</a:t>
            </a:r>
            <a:endParaRPr lang="en-GB" sz="750" dirty="0">
              <a:solidFill>
                <a:schemeClr val="bg1"/>
              </a:solidFill>
              <a:latin typeface="Arial"/>
            </a:endParaRPr>
          </a:p>
        </p:txBody>
      </p:sp>
      <p:cxnSp>
        <p:nvCxnSpPr>
          <p:cNvPr id="55" name="Straight Connector 54">
            <a:extLst>
              <a:ext uri="{FF2B5EF4-FFF2-40B4-BE49-F238E27FC236}">
                <a16:creationId xmlns:a16="http://schemas.microsoft.com/office/drawing/2014/main" id="{59ABDEDA-97AC-4C92-B997-D77D8EA04A77}"/>
              </a:ext>
            </a:extLst>
          </p:cNvPr>
          <p:cNvCxnSpPr>
            <a:cxnSpLocks/>
          </p:cNvCxnSpPr>
          <p:nvPr userDrawn="1"/>
        </p:nvCxnSpPr>
        <p:spPr>
          <a:xfrm>
            <a:off x="4256576" y="4398782"/>
            <a:ext cx="189835" cy="0"/>
          </a:xfrm>
          <a:prstGeom prst="line">
            <a:avLst/>
          </a:prstGeom>
          <a:ln w="9525">
            <a:solidFill>
              <a:schemeClr val="bg1"/>
            </a:solidFill>
            <a:miter lim="800000"/>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28963C6A-0152-4186-821B-C08E25FC162B}"/>
              </a:ext>
            </a:extLst>
          </p:cNvPr>
          <p:cNvCxnSpPr>
            <a:cxnSpLocks/>
          </p:cNvCxnSpPr>
          <p:nvPr userDrawn="1"/>
        </p:nvCxnSpPr>
        <p:spPr>
          <a:xfrm>
            <a:off x="4256576" y="4896330"/>
            <a:ext cx="189835" cy="0"/>
          </a:xfrm>
          <a:prstGeom prst="line">
            <a:avLst/>
          </a:prstGeom>
          <a:ln w="9525">
            <a:solidFill>
              <a:schemeClr val="bg1"/>
            </a:solidFill>
            <a:miter lim="800000"/>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6AE87A4E-98A4-4F2C-A2D8-3DA8774C63F2}"/>
              </a:ext>
            </a:extLst>
          </p:cNvPr>
          <p:cNvCxnSpPr>
            <a:cxnSpLocks/>
          </p:cNvCxnSpPr>
          <p:nvPr userDrawn="1"/>
        </p:nvCxnSpPr>
        <p:spPr>
          <a:xfrm>
            <a:off x="4256576" y="5393878"/>
            <a:ext cx="189835" cy="0"/>
          </a:xfrm>
          <a:prstGeom prst="line">
            <a:avLst/>
          </a:prstGeom>
          <a:ln w="9525">
            <a:solidFill>
              <a:schemeClr val="bg1"/>
            </a:solidFill>
            <a:miter lim="800000"/>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3040623-76B0-4BD6-B8BA-05A20AD49B5F}"/>
              </a:ext>
            </a:extLst>
          </p:cNvPr>
          <p:cNvCxnSpPr>
            <a:cxnSpLocks/>
          </p:cNvCxnSpPr>
          <p:nvPr userDrawn="1"/>
        </p:nvCxnSpPr>
        <p:spPr>
          <a:xfrm>
            <a:off x="4256576" y="5837085"/>
            <a:ext cx="189835" cy="0"/>
          </a:xfrm>
          <a:prstGeom prst="line">
            <a:avLst/>
          </a:prstGeom>
          <a:ln w="9525">
            <a:solidFill>
              <a:schemeClr val="bg1"/>
            </a:solidFill>
            <a:miter lim="800000"/>
          </a:ln>
        </p:spPr>
        <p:style>
          <a:lnRef idx="1">
            <a:schemeClr val="accent1"/>
          </a:lnRef>
          <a:fillRef idx="0">
            <a:schemeClr val="accent1"/>
          </a:fillRef>
          <a:effectRef idx="0">
            <a:schemeClr val="accent1"/>
          </a:effectRef>
          <a:fontRef idx="minor">
            <a:schemeClr val="tx1"/>
          </a:fontRef>
        </p:style>
      </p:cxnSp>
      <p:sp>
        <p:nvSpPr>
          <p:cNvPr id="59" name="Freeform: Shape 58">
            <a:extLst>
              <a:ext uri="{FF2B5EF4-FFF2-40B4-BE49-F238E27FC236}">
                <a16:creationId xmlns:a16="http://schemas.microsoft.com/office/drawing/2014/main" id="{691306D0-0FFC-40BD-9B80-0A4B79819F80}"/>
              </a:ext>
            </a:extLst>
          </p:cNvPr>
          <p:cNvSpPr/>
          <p:nvPr userDrawn="1"/>
        </p:nvSpPr>
        <p:spPr>
          <a:xfrm>
            <a:off x="4502879" y="4862747"/>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chemeClr val="bg1"/>
                </a:solidFill>
                <a:latin typeface="Arial"/>
              </a:rPr>
              <a:t>First Last</a:t>
            </a:r>
            <a:br>
              <a:rPr lang="en-US" sz="900" dirty="0">
                <a:solidFill>
                  <a:schemeClr val="bg1"/>
                </a:solidFill>
                <a:latin typeface="Arial"/>
              </a:rPr>
            </a:br>
            <a:r>
              <a:rPr lang="en-US" sz="750" dirty="0">
                <a:solidFill>
                  <a:schemeClr val="bg1"/>
                </a:solidFill>
                <a:latin typeface="Arial"/>
              </a:rPr>
              <a:t>Title</a:t>
            </a:r>
            <a:endParaRPr lang="en-GB" sz="750" dirty="0">
              <a:solidFill>
                <a:schemeClr val="bg1"/>
              </a:solidFill>
              <a:latin typeface="Arial"/>
            </a:endParaRPr>
          </a:p>
        </p:txBody>
      </p:sp>
      <p:sp>
        <p:nvSpPr>
          <p:cNvPr id="60" name="Freeform: Shape 59">
            <a:extLst>
              <a:ext uri="{FF2B5EF4-FFF2-40B4-BE49-F238E27FC236}">
                <a16:creationId xmlns:a16="http://schemas.microsoft.com/office/drawing/2014/main" id="{63D4C9C5-BF0F-4995-B2E3-A1016008D8E5}"/>
              </a:ext>
            </a:extLst>
          </p:cNvPr>
          <p:cNvSpPr/>
          <p:nvPr userDrawn="1"/>
        </p:nvSpPr>
        <p:spPr>
          <a:xfrm>
            <a:off x="4502879" y="5360295"/>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chemeClr val="bg1"/>
                </a:solidFill>
                <a:latin typeface="Arial"/>
              </a:rPr>
              <a:t>First Last</a:t>
            </a:r>
            <a:br>
              <a:rPr lang="en-US" sz="900" dirty="0">
                <a:solidFill>
                  <a:schemeClr val="bg1"/>
                </a:solidFill>
                <a:latin typeface="Arial"/>
              </a:rPr>
            </a:br>
            <a:r>
              <a:rPr lang="en-US" sz="750" dirty="0">
                <a:solidFill>
                  <a:schemeClr val="bg1"/>
                </a:solidFill>
                <a:latin typeface="Arial"/>
              </a:rPr>
              <a:t>Title</a:t>
            </a:r>
            <a:endParaRPr lang="en-GB" sz="750" dirty="0">
              <a:solidFill>
                <a:schemeClr val="bg1"/>
              </a:solidFill>
              <a:latin typeface="Arial"/>
            </a:endParaRPr>
          </a:p>
        </p:txBody>
      </p:sp>
      <p:sp>
        <p:nvSpPr>
          <p:cNvPr id="61" name="Freeform: Shape 60">
            <a:extLst>
              <a:ext uri="{FF2B5EF4-FFF2-40B4-BE49-F238E27FC236}">
                <a16:creationId xmlns:a16="http://schemas.microsoft.com/office/drawing/2014/main" id="{E3774E6E-776D-46E1-82ED-16F163A1A464}"/>
              </a:ext>
            </a:extLst>
          </p:cNvPr>
          <p:cNvSpPr/>
          <p:nvPr userDrawn="1"/>
        </p:nvSpPr>
        <p:spPr>
          <a:xfrm>
            <a:off x="4502879" y="5795520"/>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chemeClr val="bg1"/>
                </a:solidFill>
                <a:latin typeface="Arial"/>
              </a:rPr>
              <a:t>First Last</a:t>
            </a:r>
            <a:br>
              <a:rPr lang="en-US" sz="900" dirty="0">
                <a:solidFill>
                  <a:schemeClr val="bg1"/>
                </a:solidFill>
                <a:latin typeface="Arial"/>
              </a:rPr>
            </a:br>
            <a:r>
              <a:rPr lang="en-US" sz="750" dirty="0">
                <a:solidFill>
                  <a:schemeClr val="bg1"/>
                </a:solidFill>
                <a:latin typeface="Arial"/>
              </a:rPr>
              <a:t>Title</a:t>
            </a:r>
            <a:endParaRPr lang="en-GB" sz="750" dirty="0">
              <a:solidFill>
                <a:schemeClr val="bg1"/>
              </a:solidFill>
              <a:latin typeface="Arial"/>
            </a:endParaRPr>
          </a:p>
        </p:txBody>
      </p:sp>
      <p:cxnSp>
        <p:nvCxnSpPr>
          <p:cNvPr id="62" name="Straight Connector 61">
            <a:extLst>
              <a:ext uri="{FF2B5EF4-FFF2-40B4-BE49-F238E27FC236}">
                <a16:creationId xmlns:a16="http://schemas.microsoft.com/office/drawing/2014/main" id="{26F51B64-2C7B-46A5-B0F1-955CAC756AE7}"/>
              </a:ext>
            </a:extLst>
          </p:cNvPr>
          <p:cNvCxnSpPr>
            <a:cxnSpLocks/>
          </p:cNvCxnSpPr>
          <p:nvPr userDrawn="1"/>
        </p:nvCxnSpPr>
        <p:spPr>
          <a:xfrm>
            <a:off x="2559348" y="4102323"/>
            <a:ext cx="0" cy="1743307"/>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3" name="Freeform: Shape 62">
            <a:extLst>
              <a:ext uri="{FF2B5EF4-FFF2-40B4-BE49-F238E27FC236}">
                <a16:creationId xmlns:a16="http://schemas.microsoft.com/office/drawing/2014/main" id="{C0B107DE-03AF-472B-84E6-6C040C4121F5}"/>
              </a:ext>
            </a:extLst>
          </p:cNvPr>
          <p:cNvSpPr/>
          <p:nvPr userDrawn="1"/>
        </p:nvSpPr>
        <p:spPr>
          <a:xfrm>
            <a:off x="2805652" y="4365199"/>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chemeClr val="bg1"/>
                </a:solidFill>
                <a:latin typeface="Arial"/>
              </a:rPr>
              <a:t>First Last</a:t>
            </a:r>
            <a:br>
              <a:rPr lang="en-US" sz="900" dirty="0">
                <a:solidFill>
                  <a:schemeClr val="bg1"/>
                </a:solidFill>
                <a:latin typeface="Arial"/>
              </a:rPr>
            </a:br>
            <a:r>
              <a:rPr lang="en-US" sz="750" dirty="0">
                <a:solidFill>
                  <a:schemeClr val="bg1"/>
                </a:solidFill>
                <a:latin typeface="Arial"/>
              </a:rPr>
              <a:t>Title</a:t>
            </a:r>
            <a:endParaRPr lang="en-GB" sz="750" dirty="0">
              <a:solidFill>
                <a:schemeClr val="bg1"/>
              </a:solidFill>
              <a:latin typeface="Arial"/>
            </a:endParaRPr>
          </a:p>
        </p:txBody>
      </p:sp>
      <p:cxnSp>
        <p:nvCxnSpPr>
          <p:cNvPr id="64" name="Straight Connector 63">
            <a:extLst>
              <a:ext uri="{FF2B5EF4-FFF2-40B4-BE49-F238E27FC236}">
                <a16:creationId xmlns:a16="http://schemas.microsoft.com/office/drawing/2014/main" id="{9C2931D7-AC66-44C7-821B-16F4F5CDD365}"/>
              </a:ext>
            </a:extLst>
          </p:cNvPr>
          <p:cNvCxnSpPr>
            <a:cxnSpLocks/>
          </p:cNvCxnSpPr>
          <p:nvPr userDrawn="1"/>
        </p:nvCxnSpPr>
        <p:spPr>
          <a:xfrm>
            <a:off x="2559348" y="4398782"/>
            <a:ext cx="189835" cy="0"/>
          </a:xfrm>
          <a:prstGeom prst="line">
            <a:avLst/>
          </a:prstGeom>
          <a:ln w="9525">
            <a:solidFill>
              <a:schemeClr val="bg1"/>
            </a:solidFill>
            <a:miter lim="800000"/>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692B62D-6BE5-4497-92BB-CB05E70EE6D4}"/>
              </a:ext>
            </a:extLst>
          </p:cNvPr>
          <p:cNvCxnSpPr>
            <a:cxnSpLocks/>
          </p:cNvCxnSpPr>
          <p:nvPr userDrawn="1"/>
        </p:nvCxnSpPr>
        <p:spPr>
          <a:xfrm>
            <a:off x="2559348" y="4896330"/>
            <a:ext cx="189835" cy="0"/>
          </a:xfrm>
          <a:prstGeom prst="line">
            <a:avLst/>
          </a:prstGeom>
          <a:ln w="9525">
            <a:solidFill>
              <a:schemeClr val="bg1"/>
            </a:solidFill>
            <a:miter lim="800000"/>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1B1FE42-5230-4F0E-8AAE-C25C93B3DF2E}"/>
              </a:ext>
            </a:extLst>
          </p:cNvPr>
          <p:cNvCxnSpPr>
            <a:cxnSpLocks/>
          </p:cNvCxnSpPr>
          <p:nvPr userDrawn="1"/>
        </p:nvCxnSpPr>
        <p:spPr>
          <a:xfrm>
            <a:off x="2559348" y="5393878"/>
            <a:ext cx="189835" cy="0"/>
          </a:xfrm>
          <a:prstGeom prst="line">
            <a:avLst/>
          </a:prstGeom>
          <a:ln w="9525">
            <a:solidFill>
              <a:schemeClr val="bg1"/>
            </a:solidFill>
            <a:miter lim="800000"/>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A97A1C6-FCD2-47A5-B2E4-A75192B610CD}"/>
              </a:ext>
            </a:extLst>
          </p:cNvPr>
          <p:cNvCxnSpPr>
            <a:cxnSpLocks/>
          </p:cNvCxnSpPr>
          <p:nvPr userDrawn="1"/>
        </p:nvCxnSpPr>
        <p:spPr>
          <a:xfrm>
            <a:off x="2559348" y="5837085"/>
            <a:ext cx="189835" cy="0"/>
          </a:xfrm>
          <a:prstGeom prst="line">
            <a:avLst/>
          </a:prstGeom>
          <a:ln w="9525">
            <a:solidFill>
              <a:schemeClr val="bg1"/>
            </a:solidFill>
            <a:miter lim="800000"/>
          </a:ln>
        </p:spPr>
        <p:style>
          <a:lnRef idx="1">
            <a:schemeClr val="accent1"/>
          </a:lnRef>
          <a:fillRef idx="0">
            <a:schemeClr val="accent1"/>
          </a:fillRef>
          <a:effectRef idx="0">
            <a:schemeClr val="accent1"/>
          </a:effectRef>
          <a:fontRef idx="minor">
            <a:schemeClr val="tx1"/>
          </a:fontRef>
        </p:style>
      </p:cxnSp>
      <p:sp>
        <p:nvSpPr>
          <p:cNvPr id="68" name="Freeform: Shape 67">
            <a:extLst>
              <a:ext uri="{FF2B5EF4-FFF2-40B4-BE49-F238E27FC236}">
                <a16:creationId xmlns:a16="http://schemas.microsoft.com/office/drawing/2014/main" id="{FE4486E5-B0F3-47DC-A4B2-C846DF050710}"/>
              </a:ext>
            </a:extLst>
          </p:cNvPr>
          <p:cNvSpPr/>
          <p:nvPr userDrawn="1"/>
        </p:nvSpPr>
        <p:spPr>
          <a:xfrm>
            <a:off x="2805652" y="4862747"/>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chemeClr val="bg1"/>
                </a:solidFill>
                <a:latin typeface="Arial"/>
              </a:rPr>
              <a:t>First Last</a:t>
            </a:r>
            <a:br>
              <a:rPr lang="en-US" sz="900" dirty="0">
                <a:solidFill>
                  <a:schemeClr val="bg1"/>
                </a:solidFill>
                <a:latin typeface="Arial"/>
              </a:rPr>
            </a:br>
            <a:r>
              <a:rPr lang="en-US" sz="750" dirty="0">
                <a:solidFill>
                  <a:schemeClr val="bg1"/>
                </a:solidFill>
                <a:latin typeface="Arial"/>
              </a:rPr>
              <a:t>Title</a:t>
            </a:r>
            <a:endParaRPr lang="en-GB" sz="750" dirty="0">
              <a:solidFill>
                <a:schemeClr val="bg1"/>
              </a:solidFill>
              <a:latin typeface="Arial"/>
            </a:endParaRPr>
          </a:p>
        </p:txBody>
      </p:sp>
      <p:sp>
        <p:nvSpPr>
          <p:cNvPr id="69" name="Freeform: Shape 68">
            <a:extLst>
              <a:ext uri="{FF2B5EF4-FFF2-40B4-BE49-F238E27FC236}">
                <a16:creationId xmlns:a16="http://schemas.microsoft.com/office/drawing/2014/main" id="{8117A59D-4669-482C-AD41-CAE347C5B85A}"/>
              </a:ext>
            </a:extLst>
          </p:cNvPr>
          <p:cNvSpPr/>
          <p:nvPr userDrawn="1"/>
        </p:nvSpPr>
        <p:spPr>
          <a:xfrm>
            <a:off x="2805652" y="5360295"/>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chemeClr val="bg1"/>
                </a:solidFill>
                <a:latin typeface="Arial"/>
              </a:rPr>
              <a:t>First Last</a:t>
            </a:r>
            <a:br>
              <a:rPr lang="en-US" sz="900" dirty="0">
                <a:solidFill>
                  <a:schemeClr val="bg1"/>
                </a:solidFill>
                <a:latin typeface="Arial"/>
              </a:rPr>
            </a:br>
            <a:r>
              <a:rPr lang="en-US" sz="750" dirty="0">
                <a:solidFill>
                  <a:schemeClr val="bg1"/>
                </a:solidFill>
                <a:latin typeface="Arial"/>
              </a:rPr>
              <a:t>Title</a:t>
            </a:r>
            <a:endParaRPr lang="en-GB" sz="750" dirty="0">
              <a:solidFill>
                <a:schemeClr val="bg1"/>
              </a:solidFill>
              <a:latin typeface="Arial"/>
            </a:endParaRPr>
          </a:p>
        </p:txBody>
      </p:sp>
      <p:sp>
        <p:nvSpPr>
          <p:cNvPr id="70" name="Freeform: Shape 69">
            <a:extLst>
              <a:ext uri="{FF2B5EF4-FFF2-40B4-BE49-F238E27FC236}">
                <a16:creationId xmlns:a16="http://schemas.microsoft.com/office/drawing/2014/main" id="{B36BEBB0-EDF1-4570-8AAC-3BCAA87267EC}"/>
              </a:ext>
            </a:extLst>
          </p:cNvPr>
          <p:cNvSpPr/>
          <p:nvPr userDrawn="1"/>
        </p:nvSpPr>
        <p:spPr>
          <a:xfrm>
            <a:off x="2805652" y="5795520"/>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chemeClr val="bg1"/>
                </a:solidFill>
                <a:latin typeface="Arial"/>
              </a:rPr>
              <a:t>First Last</a:t>
            </a:r>
            <a:br>
              <a:rPr lang="en-US" sz="900" dirty="0">
                <a:solidFill>
                  <a:schemeClr val="bg1"/>
                </a:solidFill>
                <a:latin typeface="Arial"/>
              </a:rPr>
            </a:br>
            <a:r>
              <a:rPr lang="en-US" sz="750" dirty="0">
                <a:solidFill>
                  <a:schemeClr val="bg1"/>
                </a:solidFill>
                <a:latin typeface="Arial"/>
              </a:rPr>
              <a:t>Title</a:t>
            </a:r>
            <a:endParaRPr lang="en-GB" sz="750" dirty="0">
              <a:solidFill>
                <a:schemeClr val="bg1"/>
              </a:solidFill>
              <a:latin typeface="Arial"/>
            </a:endParaRPr>
          </a:p>
        </p:txBody>
      </p:sp>
      <p:cxnSp>
        <p:nvCxnSpPr>
          <p:cNvPr id="71" name="Straight Connector 70">
            <a:extLst>
              <a:ext uri="{FF2B5EF4-FFF2-40B4-BE49-F238E27FC236}">
                <a16:creationId xmlns:a16="http://schemas.microsoft.com/office/drawing/2014/main" id="{E9EEA704-120E-4D3B-8D0D-F1AAA6E3AF07}"/>
              </a:ext>
            </a:extLst>
          </p:cNvPr>
          <p:cNvCxnSpPr>
            <a:cxnSpLocks/>
          </p:cNvCxnSpPr>
          <p:nvPr userDrawn="1"/>
        </p:nvCxnSpPr>
        <p:spPr>
          <a:xfrm>
            <a:off x="862121" y="4102323"/>
            <a:ext cx="0" cy="1743307"/>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72" name="Freeform: Shape 71">
            <a:extLst>
              <a:ext uri="{FF2B5EF4-FFF2-40B4-BE49-F238E27FC236}">
                <a16:creationId xmlns:a16="http://schemas.microsoft.com/office/drawing/2014/main" id="{4502411F-A061-4731-B307-57CEF537F432}"/>
              </a:ext>
            </a:extLst>
          </p:cNvPr>
          <p:cNvSpPr/>
          <p:nvPr userDrawn="1"/>
        </p:nvSpPr>
        <p:spPr>
          <a:xfrm>
            <a:off x="1108425" y="4365199"/>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chemeClr val="bg1"/>
                </a:solidFill>
                <a:latin typeface="Arial"/>
              </a:rPr>
              <a:t>First Last</a:t>
            </a:r>
            <a:br>
              <a:rPr lang="en-US" sz="900" dirty="0">
                <a:solidFill>
                  <a:schemeClr val="bg1"/>
                </a:solidFill>
                <a:latin typeface="Arial"/>
              </a:rPr>
            </a:br>
            <a:r>
              <a:rPr lang="en-US" sz="750" dirty="0">
                <a:solidFill>
                  <a:schemeClr val="bg1"/>
                </a:solidFill>
                <a:latin typeface="Arial"/>
              </a:rPr>
              <a:t>Title</a:t>
            </a:r>
            <a:endParaRPr lang="en-GB" sz="750" dirty="0">
              <a:solidFill>
                <a:schemeClr val="bg1"/>
              </a:solidFill>
              <a:latin typeface="Arial"/>
            </a:endParaRPr>
          </a:p>
        </p:txBody>
      </p:sp>
      <p:cxnSp>
        <p:nvCxnSpPr>
          <p:cNvPr id="73" name="Straight Connector 72">
            <a:extLst>
              <a:ext uri="{FF2B5EF4-FFF2-40B4-BE49-F238E27FC236}">
                <a16:creationId xmlns:a16="http://schemas.microsoft.com/office/drawing/2014/main" id="{A02290D0-4C24-479D-84A7-DB19FA5D4723}"/>
              </a:ext>
            </a:extLst>
          </p:cNvPr>
          <p:cNvCxnSpPr>
            <a:cxnSpLocks/>
          </p:cNvCxnSpPr>
          <p:nvPr userDrawn="1"/>
        </p:nvCxnSpPr>
        <p:spPr>
          <a:xfrm>
            <a:off x="862121" y="4398782"/>
            <a:ext cx="189835" cy="0"/>
          </a:xfrm>
          <a:prstGeom prst="line">
            <a:avLst/>
          </a:prstGeom>
          <a:ln w="9525">
            <a:solidFill>
              <a:schemeClr val="bg1"/>
            </a:solidFill>
            <a:miter lim="800000"/>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613721C2-1DC4-4D2B-A638-F2BEE2B541EB}"/>
              </a:ext>
            </a:extLst>
          </p:cNvPr>
          <p:cNvCxnSpPr>
            <a:cxnSpLocks/>
          </p:cNvCxnSpPr>
          <p:nvPr userDrawn="1"/>
        </p:nvCxnSpPr>
        <p:spPr>
          <a:xfrm>
            <a:off x="862121" y="4896330"/>
            <a:ext cx="189835" cy="0"/>
          </a:xfrm>
          <a:prstGeom prst="line">
            <a:avLst/>
          </a:prstGeom>
          <a:ln w="9525">
            <a:solidFill>
              <a:schemeClr val="bg1"/>
            </a:solidFill>
            <a:miter lim="800000"/>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669BDF3-BF72-4B9C-837B-095188AFF787}"/>
              </a:ext>
            </a:extLst>
          </p:cNvPr>
          <p:cNvCxnSpPr>
            <a:cxnSpLocks/>
          </p:cNvCxnSpPr>
          <p:nvPr userDrawn="1"/>
        </p:nvCxnSpPr>
        <p:spPr>
          <a:xfrm>
            <a:off x="862121" y="5393878"/>
            <a:ext cx="189835" cy="0"/>
          </a:xfrm>
          <a:prstGeom prst="line">
            <a:avLst/>
          </a:prstGeom>
          <a:ln w="9525">
            <a:solidFill>
              <a:schemeClr val="bg1"/>
            </a:solidFill>
            <a:miter lim="800000"/>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2DCC4B3-2103-46F5-A160-56B0D6F061BC}"/>
              </a:ext>
            </a:extLst>
          </p:cNvPr>
          <p:cNvCxnSpPr>
            <a:cxnSpLocks/>
          </p:cNvCxnSpPr>
          <p:nvPr userDrawn="1"/>
        </p:nvCxnSpPr>
        <p:spPr>
          <a:xfrm>
            <a:off x="862121" y="5837085"/>
            <a:ext cx="189835" cy="0"/>
          </a:xfrm>
          <a:prstGeom prst="line">
            <a:avLst/>
          </a:prstGeom>
          <a:ln w="9525">
            <a:solidFill>
              <a:schemeClr val="bg1"/>
            </a:solidFill>
            <a:miter lim="800000"/>
          </a:ln>
        </p:spPr>
        <p:style>
          <a:lnRef idx="1">
            <a:schemeClr val="accent1"/>
          </a:lnRef>
          <a:fillRef idx="0">
            <a:schemeClr val="accent1"/>
          </a:fillRef>
          <a:effectRef idx="0">
            <a:schemeClr val="accent1"/>
          </a:effectRef>
          <a:fontRef idx="minor">
            <a:schemeClr val="tx1"/>
          </a:fontRef>
        </p:style>
      </p:cxnSp>
      <p:sp>
        <p:nvSpPr>
          <p:cNvPr id="77" name="Freeform: Shape 76">
            <a:extLst>
              <a:ext uri="{FF2B5EF4-FFF2-40B4-BE49-F238E27FC236}">
                <a16:creationId xmlns:a16="http://schemas.microsoft.com/office/drawing/2014/main" id="{92665E73-28DF-4EB2-9056-65ABABA4A8A4}"/>
              </a:ext>
            </a:extLst>
          </p:cNvPr>
          <p:cNvSpPr/>
          <p:nvPr userDrawn="1"/>
        </p:nvSpPr>
        <p:spPr>
          <a:xfrm>
            <a:off x="1108425" y="4862747"/>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chemeClr val="bg1"/>
                </a:solidFill>
                <a:latin typeface="Arial"/>
              </a:rPr>
              <a:t>First Last</a:t>
            </a:r>
            <a:br>
              <a:rPr lang="en-US" sz="900" dirty="0">
                <a:solidFill>
                  <a:schemeClr val="bg1"/>
                </a:solidFill>
                <a:latin typeface="Arial"/>
              </a:rPr>
            </a:br>
            <a:r>
              <a:rPr lang="en-US" sz="750" dirty="0">
                <a:solidFill>
                  <a:schemeClr val="bg1"/>
                </a:solidFill>
                <a:latin typeface="Arial"/>
              </a:rPr>
              <a:t>Title</a:t>
            </a:r>
            <a:endParaRPr lang="en-GB" sz="750" dirty="0">
              <a:solidFill>
                <a:schemeClr val="bg1"/>
              </a:solidFill>
              <a:latin typeface="Arial"/>
            </a:endParaRPr>
          </a:p>
        </p:txBody>
      </p:sp>
      <p:sp>
        <p:nvSpPr>
          <p:cNvPr id="78" name="Freeform: Shape 77">
            <a:extLst>
              <a:ext uri="{FF2B5EF4-FFF2-40B4-BE49-F238E27FC236}">
                <a16:creationId xmlns:a16="http://schemas.microsoft.com/office/drawing/2014/main" id="{FC35D98E-A60D-495D-8A57-522B84CCBB1F}"/>
              </a:ext>
            </a:extLst>
          </p:cNvPr>
          <p:cNvSpPr/>
          <p:nvPr userDrawn="1"/>
        </p:nvSpPr>
        <p:spPr>
          <a:xfrm>
            <a:off x="1108425" y="5360295"/>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chemeClr val="bg1"/>
                </a:solidFill>
                <a:latin typeface="Arial"/>
              </a:rPr>
              <a:t>First Last</a:t>
            </a:r>
            <a:br>
              <a:rPr lang="en-US" sz="900" dirty="0">
                <a:solidFill>
                  <a:schemeClr val="bg1"/>
                </a:solidFill>
                <a:latin typeface="Arial"/>
              </a:rPr>
            </a:br>
            <a:r>
              <a:rPr lang="en-US" sz="750" dirty="0">
                <a:solidFill>
                  <a:schemeClr val="bg1"/>
                </a:solidFill>
                <a:latin typeface="Arial"/>
              </a:rPr>
              <a:t>Title</a:t>
            </a:r>
            <a:endParaRPr lang="en-GB" sz="750" dirty="0">
              <a:solidFill>
                <a:schemeClr val="bg1"/>
              </a:solidFill>
              <a:latin typeface="Arial"/>
            </a:endParaRPr>
          </a:p>
        </p:txBody>
      </p:sp>
      <p:sp>
        <p:nvSpPr>
          <p:cNvPr id="79" name="Freeform: Shape 78">
            <a:extLst>
              <a:ext uri="{FF2B5EF4-FFF2-40B4-BE49-F238E27FC236}">
                <a16:creationId xmlns:a16="http://schemas.microsoft.com/office/drawing/2014/main" id="{4BC74844-44FB-4F3F-BF73-44E287282DBB}"/>
              </a:ext>
            </a:extLst>
          </p:cNvPr>
          <p:cNvSpPr/>
          <p:nvPr userDrawn="1"/>
        </p:nvSpPr>
        <p:spPr>
          <a:xfrm>
            <a:off x="1108425" y="5795520"/>
            <a:ext cx="596973" cy="228524"/>
          </a:xfrm>
          <a:custGeom>
            <a:avLst/>
            <a:gdLst>
              <a:gd name="connsiteX0" fmla="*/ 0 w 1510574"/>
              <a:gd name="connsiteY0" fmla="*/ 0 h 755287"/>
              <a:gd name="connsiteX1" fmla="*/ 1510574 w 1510574"/>
              <a:gd name="connsiteY1" fmla="*/ 0 h 755287"/>
              <a:gd name="connsiteX2" fmla="*/ 1510574 w 1510574"/>
              <a:gd name="connsiteY2" fmla="*/ 755287 h 755287"/>
              <a:gd name="connsiteX3" fmla="*/ 0 w 1510574"/>
              <a:gd name="connsiteY3" fmla="*/ 755287 h 755287"/>
              <a:gd name="connsiteX4" fmla="*/ 0 w 1510574"/>
              <a:gd name="connsiteY4" fmla="*/ 0 h 755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0574" h="755287">
                <a:moveTo>
                  <a:pt x="0" y="0"/>
                </a:moveTo>
                <a:lnTo>
                  <a:pt x="1510574" y="0"/>
                </a:lnTo>
                <a:lnTo>
                  <a:pt x="1510574" y="755287"/>
                </a:lnTo>
                <a:lnTo>
                  <a:pt x="0" y="755287"/>
                </a:lnTo>
                <a:lnTo>
                  <a:pt x="0" y="0"/>
                </a:lnTo>
                <a:close/>
              </a:path>
            </a:pathLst>
          </a:custGeom>
          <a:noFill/>
          <a:ln>
            <a:no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spAutoFit/>
          </a:bodyPr>
          <a:lstStyle/>
          <a:p>
            <a:pPr marL="0" marR="0" lvl="0" indent="0" defTabSz="533542" rtl="0" eaLnBrk="1" fontAlgn="auto" latinLnBrk="0" hangingPunct="1">
              <a:lnSpc>
                <a:spcPct val="90000"/>
              </a:lnSpc>
              <a:spcBef>
                <a:spcPct val="0"/>
              </a:spcBef>
              <a:spcAft>
                <a:spcPct val="35000"/>
              </a:spcAft>
              <a:buClrTx/>
              <a:buSzTx/>
              <a:buFontTx/>
              <a:buNone/>
              <a:tabLst/>
              <a:defRPr/>
            </a:pPr>
            <a:r>
              <a:rPr lang="en-GB" sz="900" b="1" dirty="0">
                <a:solidFill>
                  <a:schemeClr val="bg1"/>
                </a:solidFill>
                <a:latin typeface="Arial"/>
              </a:rPr>
              <a:t>First Last</a:t>
            </a:r>
            <a:br>
              <a:rPr lang="en-US" sz="900" dirty="0">
                <a:solidFill>
                  <a:schemeClr val="bg1"/>
                </a:solidFill>
                <a:latin typeface="Arial"/>
              </a:rPr>
            </a:br>
            <a:r>
              <a:rPr lang="en-US" sz="750" dirty="0">
                <a:solidFill>
                  <a:schemeClr val="bg1"/>
                </a:solidFill>
                <a:latin typeface="Arial"/>
              </a:rPr>
              <a:t>Title</a:t>
            </a:r>
            <a:endParaRPr lang="en-GB" sz="750" dirty="0">
              <a:solidFill>
                <a:schemeClr val="bg1"/>
              </a:solidFill>
              <a:latin typeface="Arial"/>
            </a:endParaRPr>
          </a:p>
        </p:txBody>
      </p:sp>
      <p:sp>
        <p:nvSpPr>
          <p:cNvPr id="80" name="Picture Placeholder 2">
            <a:extLst>
              <a:ext uri="{FF2B5EF4-FFF2-40B4-BE49-F238E27FC236}">
                <a16:creationId xmlns:a16="http://schemas.microsoft.com/office/drawing/2014/main" id="{0AC55631-6690-41E6-822A-7B17BE8EA823}"/>
              </a:ext>
            </a:extLst>
          </p:cNvPr>
          <p:cNvSpPr>
            <a:spLocks noGrp="1"/>
          </p:cNvSpPr>
          <p:nvPr>
            <p:ph type="pic" sz="quarter" idx="11"/>
          </p:nvPr>
        </p:nvSpPr>
        <p:spPr>
          <a:xfrm>
            <a:off x="3974152" y="1179514"/>
            <a:ext cx="572839" cy="763587"/>
          </a:xfrm>
          <a:prstGeom prst="ellipse">
            <a:avLst/>
          </a:prstGeom>
          <a:solidFill>
            <a:schemeClr val="tx2">
              <a:lumMod val="20000"/>
              <a:lumOff val="80000"/>
            </a:schemeClr>
          </a:solidFill>
          <a:ln w="19050">
            <a:solidFill>
              <a:schemeClr val="tx2"/>
            </a:solidFill>
          </a:ln>
        </p:spPr>
        <p:txBody>
          <a:bodyPr lIns="0" rIns="0" anchor="ctr" anchorCtr="0"/>
          <a:lstStyle>
            <a:lvl1pPr marL="0" indent="0" algn="ctr">
              <a:buNone/>
              <a:defRPr sz="900"/>
            </a:lvl1pPr>
          </a:lstStyle>
          <a:p>
            <a:r>
              <a:rPr lang="en-US"/>
              <a:t>Click icon to add picture</a:t>
            </a:r>
            <a:endParaRPr lang="en-US" dirty="0"/>
          </a:p>
        </p:txBody>
      </p:sp>
      <p:sp>
        <p:nvSpPr>
          <p:cNvPr id="81" name="Picture Placeholder 2">
            <a:extLst>
              <a:ext uri="{FF2B5EF4-FFF2-40B4-BE49-F238E27FC236}">
                <a16:creationId xmlns:a16="http://schemas.microsoft.com/office/drawing/2014/main" id="{A9B056D2-4CA5-4A89-9066-85E20EB95DE7}"/>
              </a:ext>
            </a:extLst>
          </p:cNvPr>
          <p:cNvSpPr>
            <a:spLocks noGrp="1"/>
          </p:cNvSpPr>
          <p:nvPr>
            <p:ph type="pic" sz="quarter" idx="14"/>
          </p:nvPr>
        </p:nvSpPr>
        <p:spPr>
          <a:xfrm>
            <a:off x="575701" y="2934769"/>
            <a:ext cx="572839" cy="763587"/>
          </a:xfrm>
          <a:prstGeom prst="ellipse">
            <a:avLst/>
          </a:prstGeom>
          <a:solidFill>
            <a:schemeClr val="accent3"/>
          </a:solidFill>
          <a:ln w="19050">
            <a:solidFill>
              <a:srgbClr val="7A126B"/>
            </a:solidFill>
          </a:ln>
        </p:spPr>
        <p:txBody>
          <a:bodyPr lIns="0" rIns="0" anchor="ctr" anchorCtr="0"/>
          <a:lstStyle>
            <a:lvl1pPr marL="0" indent="0" algn="ctr">
              <a:buNone/>
              <a:defRPr sz="900"/>
            </a:lvl1pPr>
          </a:lstStyle>
          <a:p>
            <a:r>
              <a:rPr lang="en-US"/>
              <a:t>Click icon to add picture</a:t>
            </a:r>
            <a:endParaRPr lang="en-US" dirty="0"/>
          </a:p>
        </p:txBody>
      </p:sp>
      <p:sp>
        <p:nvSpPr>
          <p:cNvPr id="82" name="Picture Placeholder 2">
            <a:extLst>
              <a:ext uri="{FF2B5EF4-FFF2-40B4-BE49-F238E27FC236}">
                <a16:creationId xmlns:a16="http://schemas.microsoft.com/office/drawing/2014/main" id="{271497F1-2F2E-4309-B2B0-136C071CAB12}"/>
              </a:ext>
            </a:extLst>
          </p:cNvPr>
          <p:cNvSpPr>
            <a:spLocks noGrp="1"/>
          </p:cNvSpPr>
          <p:nvPr>
            <p:ph type="pic" sz="quarter" idx="15"/>
          </p:nvPr>
        </p:nvSpPr>
        <p:spPr>
          <a:xfrm>
            <a:off x="5660827" y="2934769"/>
            <a:ext cx="572839" cy="763587"/>
          </a:xfrm>
          <a:prstGeom prst="ellipse">
            <a:avLst/>
          </a:prstGeom>
          <a:solidFill>
            <a:schemeClr val="accent5"/>
          </a:solidFill>
          <a:ln w="19050">
            <a:solidFill>
              <a:srgbClr val="294E95"/>
            </a:solidFill>
          </a:ln>
        </p:spPr>
        <p:txBody>
          <a:bodyPr lIns="0" rIns="0" anchor="ctr" anchorCtr="0"/>
          <a:lstStyle>
            <a:lvl1pPr marL="0" indent="0" algn="ctr">
              <a:buNone/>
              <a:defRPr sz="900"/>
            </a:lvl1pPr>
          </a:lstStyle>
          <a:p>
            <a:r>
              <a:rPr lang="en-US"/>
              <a:t>Click icon to add picture</a:t>
            </a:r>
            <a:endParaRPr lang="en-US" dirty="0"/>
          </a:p>
        </p:txBody>
      </p:sp>
      <p:sp>
        <p:nvSpPr>
          <p:cNvPr id="83" name="Picture Placeholder 2">
            <a:extLst>
              <a:ext uri="{FF2B5EF4-FFF2-40B4-BE49-F238E27FC236}">
                <a16:creationId xmlns:a16="http://schemas.microsoft.com/office/drawing/2014/main" id="{A0E2CBCF-B92B-4F7C-AD57-23DA33A60179}"/>
              </a:ext>
            </a:extLst>
          </p:cNvPr>
          <p:cNvSpPr>
            <a:spLocks noGrp="1"/>
          </p:cNvSpPr>
          <p:nvPr>
            <p:ph type="pic" sz="quarter" idx="17"/>
          </p:nvPr>
        </p:nvSpPr>
        <p:spPr>
          <a:xfrm>
            <a:off x="2274926" y="2934769"/>
            <a:ext cx="572839" cy="763587"/>
          </a:xfrm>
          <a:prstGeom prst="ellipse">
            <a:avLst/>
          </a:prstGeom>
          <a:solidFill>
            <a:schemeClr val="accent3"/>
          </a:solidFill>
          <a:ln w="19050">
            <a:solidFill>
              <a:srgbClr val="7A126B"/>
            </a:solidFill>
          </a:ln>
        </p:spPr>
        <p:txBody>
          <a:bodyPr lIns="0" rIns="0" anchor="ctr" anchorCtr="0"/>
          <a:lstStyle>
            <a:lvl1pPr marL="0" indent="0" algn="ctr">
              <a:buNone/>
              <a:defRPr sz="900"/>
            </a:lvl1pPr>
          </a:lstStyle>
          <a:p>
            <a:r>
              <a:rPr lang="en-US"/>
              <a:t>Click icon to add picture</a:t>
            </a:r>
            <a:endParaRPr lang="en-US" dirty="0"/>
          </a:p>
        </p:txBody>
      </p:sp>
      <p:sp>
        <p:nvSpPr>
          <p:cNvPr id="84" name="Picture Placeholder 2">
            <a:extLst>
              <a:ext uri="{FF2B5EF4-FFF2-40B4-BE49-F238E27FC236}">
                <a16:creationId xmlns:a16="http://schemas.microsoft.com/office/drawing/2014/main" id="{D6D71B88-BF93-425F-822D-433689CA517D}"/>
              </a:ext>
            </a:extLst>
          </p:cNvPr>
          <p:cNvSpPr>
            <a:spLocks noGrp="1"/>
          </p:cNvSpPr>
          <p:nvPr>
            <p:ph type="pic" sz="quarter" idx="18"/>
          </p:nvPr>
        </p:nvSpPr>
        <p:spPr>
          <a:xfrm>
            <a:off x="7347693" y="2934769"/>
            <a:ext cx="572839" cy="763587"/>
          </a:xfrm>
          <a:prstGeom prst="ellipse">
            <a:avLst/>
          </a:prstGeom>
          <a:solidFill>
            <a:schemeClr val="accent5"/>
          </a:solidFill>
          <a:ln w="19050">
            <a:solidFill>
              <a:srgbClr val="294E95"/>
            </a:solidFill>
          </a:ln>
        </p:spPr>
        <p:txBody>
          <a:bodyPr lIns="0" rIns="0" anchor="ctr" anchorCtr="0"/>
          <a:lstStyle>
            <a:lvl1pPr marL="0" indent="0" algn="ctr">
              <a:buNone/>
              <a:defRPr sz="900"/>
            </a:lvl1pPr>
          </a:lstStyle>
          <a:p>
            <a:r>
              <a:rPr lang="en-US"/>
              <a:t>Click icon to add picture</a:t>
            </a:r>
            <a:endParaRPr lang="en-US" dirty="0"/>
          </a:p>
        </p:txBody>
      </p:sp>
      <p:sp>
        <p:nvSpPr>
          <p:cNvPr id="85" name="Picture Placeholder 2">
            <a:extLst>
              <a:ext uri="{FF2B5EF4-FFF2-40B4-BE49-F238E27FC236}">
                <a16:creationId xmlns:a16="http://schemas.microsoft.com/office/drawing/2014/main" id="{CCB838B4-9A22-440B-B4DB-623326647857}"/>
              </a:ext>
            </a:extLst>
          </p:cNvPr>
          <p:cNvSpPr>
            <a:spLocks noGrp="1"/>
          </p:cNvSpPr>
          <p:nvPr>
            <p:ph type="pic" sz="quarter" idx="19"/>
          </p:nvPr>
        </p:nvSpPr>
        <p:spPr>
          <a:xfrm>
            <a:off x="3974152" y="2934769"/>
            <a:ext cx="572839" cy="763587"/>
          </a:xfrm>
          <a:prstGeom prst="ellipse">
            <a:avLst/>
          </a:prstGeom>
          <a:solidFill>
            <a:schemeClr val="accent5"/>
          </a:solidFill>
          <a:ln w="19050">
            <a:solidFill>
              <a:srgbClr val="294E95"/>
            </a:solidFill>
          </a:ln>
        </p:spPr>
        <p:txBody>
          <a:bodyPr lIns="0" rIns="0" anchor="ctr" anchorCtr="0"/>
          <a:lstStyle>
            <a:lvl1pPr marL="0" indent="0" algn="ctr">
              <a:buNone/>
              <a:defRPr sz="900"/>
            </a:lvl1pPr>
          </a:lstStyle>
          <a:p>
            <a:r>
              <a:rPr lang="en-US"/>
              <a:t>Click icon to add picture</a:t>
            </a:r>
            <a:endParaRPr lang="en-US" dirty="0"/>
          </a:p>
        </p:txBody>
      </p:sp>
    </p:spTree>
    <p:extLst>
      <p:ext uri="{BB962C8B-B14F-4D97-AF65-F5344CB8AC3E}">
        <p14:creationId xmlns:p14="http://schemas.microsoft.com/office/powerpoint/2010/main" val="1615078367"/>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itle and Content_Black">
    <p:bg>
      <p:bgPr>
        <a:solidFill>
          <a:srgbClr val="1E0013"/>
        </a:solidFill>
        <a:effectLst/>
      </p:bgPr>
    </p:bg>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70458" y="442528"/>
            <a:ext cx="8005371" cy="418576"/>
          </a:xfrm>
          <a:prstGeom prst="rect">
            <a:avLst/>
          </a:prstGeom>
        </p:spPr>
        <p:txBody>
          <a:bodyPr wrap="square" lIns="0" tIns="0" rIns="0" bIns="0" anchor="t" anchorCtr="0">
            <a:noAutofit/>
          </a:bodyPr>
          <a:lstStyle>
            <a:lvl1pPr marL="0" algn="l" defTabSz="914484" rtl="0" eaLnBrk="1" latinLnBrk="0" hangingPunct="1">
              <a:lnSpc>
                <a:spcPct val="85000"/>
              </a:lnSpc>
              <a:spcBef>
                <a:spcPct val="0"/>
              </a:spcBef>
              <a:buNone/>
              <a:tabLst>
                <a:tab pos="914484" algn="l"/>
              </a:tabLst>
              <a:defRPr lang="en-US" sz="2401" b="1" kern="1200" cap="none" spc="-113"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22" name="Content Placeholder 2"/>
          <p:cNvSpPr>
            <a:spLocks noGrp="1"/>
          </p:cNvSpPr>
          <p:nvPr>
            <p:ph sz="half" idx="1"/>
          </p:nvPr>
        </p:nvSpPr>
        <p:spPr bwMode="gray">
          <a:xfrm>
            <a:off x="570459" y="1308880"/>
            <a:ext cx="8003083" cy="4787120"/>
          </a:xfrm>
          <a:prstGeom prst="rect">
            <a:avLst/>
          </a:prstGeom>
        </p:spPr>
        <p:txBody>
          <a:bodyPr lIns="0" tIns="0" rIns="0" bIns="0"/>
          <a:lstStyle>
            <a:lvl1pPr marL="128622" indent="-128622">
              <a:lnSpc>
                <a:spcPct val="90000"/>
              </a:lnSpc>
              <a:spcBef>
                <a:spcPts val="750"/>
              </a:spcBef>
              <a:buClrTx/>
              <a:buFont typeface="Arial" panose="020B0604020202020204" pitchFamily="34" charset="0"/>
              <a:buChar char="•"/>
              <a:defRPr sz="1500">
                <a:solidFill>
                  <a:schemeClr val="bg1"/>
                </a:solidFill>
                <a:latin typeface="Arial" pitchFamily="34" charset="0"/>
                <a:cs typeface="Arial" pitchFamily="34" charset="0"/>
              </a:defRPr>
            </a:lvl1pPr>
            <a:lvl2pPr marL="457242" indent="-171466">
              <a:lnSpc>
                <a:spcPct val="90000"/>
              </a:lnSpc>
              <a:spcBef>
                <a:spcPts val="375"/>
              </a:spcBef>
              <a:buClrTx/>
              <a:buFont typeface="Arial" pitchFamily="34" charset="0"/>
              <a:buChar char="–"/>
              <a:defRPr sz="1350">
                <a:solidFill>
                  <a:schemeClr val="bg1"/>
                </a:solidFill>
                <a:latin typeface="Arial" pitchFamily="34" charset="0"/>
                <a:cs typeface="Arial" pitchFamily="34" charset="0"/>
              </a:defRPr>
            </a:lvl2pPr>
            <a:lvl3pPr marL="627121" indent="-112724">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3pPr>
            <a:lvl4pPr marL="860504" indent="-117486">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4pPr>
            <a:lvl5pPr marL="1084362" indent="-112724">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2B190EFC-69A6-D92C-008E-75B891AE7709}"/>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823936125"/>
      </p:ext>
    </p:extLst>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with Subtitle Content">
    <p:bg>
      <p:bgPr>
        <a:solidFill>
          <a:schemeClr val="bg1"/>
        </a:solidFill>
        <a:effectLst/>
      </p:bgPr>
    </p:bg>
    <p:spTree>
      <p:nvGrpSpPr>
        <p:cNvPr id="1" name=""/>
        <p:cNvGrpSpPr/>
        <p:nvPr/>
      </p:nvGrpSpPr>
      <p:grpSpPr>
        <a:xfrm>
          <a:off x="0" y="0"/>
          <a:ext cx="0" cy="0"/>
          <a:chOff x="0" y="0"/>
          <a:chExt cx="0" cy="0"/>
        </a:xfrm>
      </p:grpSpPr>
      <p:sp>
        <p:nvSpPr>
          <p:cNvPr id="22" name="Content Placeholder 2"/>
          <p:cNvSpPr>
            <a:spLocks noGrp="1"/>
          </p:cNvSpPr>
          <p:nvPr>
            <p:ph sz="half" idx="1"/>
          </p:nvPr>
        </p:nvSpPr>
        <p:spPr bwMode="gray">
          <a:xfrm>
            <a:off x="570458" y="1749388"/>
            <a:ext cx="8005371" cy="4346612"/>
          </a:xfrm>
          <a:prstGeom prst="rect">
            <a:avLst/>
          </a:prstGeom>
        </p:spPr>
        <p:txBody>
          <a:bodyPr lIns="0" tIns="0" rIns="0" bIns="0"/>
          <a:lstStyle>
            <a:lvl1pPr marL="128622" indent="-128622">
              <a:lnSpc>
                <a:spcPct val="90000"/>
              </a:lnSpc>
              <a:spcBef>
                <a:spcPts val="750"/>
              </a:spcBef>
              <a:buClrTx/>
              <a:buFont typeface="Arial" panose="020B0604020202020204" pitchFamily="34" charset="0"/>
              <a:buChar char="•"/>
              <a:defRPr sz="1500">
                <a:solidFill>
                  <a:schemeClr val="tx1"/>
                </a:solidFill>
                <a:latin typeface="Arial" pitchFamily="34" charset="0"/>
                <a:cs typeface="Arial" pitchFamily="34" charset="0"/>
              </a:defRPr>
            </a:lvl1pPr>
            <a:lvl2pPr marL="457242" indent="-171466">
              <a:lnSpc>
                <a:spcPct val="90000"/>
              </a:lnSpc>
              <a:spcBef>
                <a:spcPts val="375"/>
              </a:spcBef>
              <a:buClrTx/>
              <a:buFont typeface="Arial" pitchFamily="34" charset="0"/>
              <a:buChar char="–"/>
              <a:defRPr sz="1350">
                <a:solidFill>
                  <a:schemeClr val="tx1"/>
                </a:solidFill>
                <a:latin typeface="Arial" pitchFamily="34" charset="0"/>
                <a:cs typeface="Arial" pitchFamily="34" charset="0"/>
              </a:defRPr>
            </a:lvl2pPr>
            <a:lvl3pPr marL="627121" indent="-112724">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3pPr>
            <a:lvl4pPr marL="860504" indent="-117486">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4pPr>
            <a:lvl5pPr marL="1084362" indent="-112724">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2"/>
          <p:cNvSpPr>
            <a:spLocks noGrp="1"/>
          </p:cNvSpPr>
          <p:nvPr>
            <p:ph type="body" idx="10"/>
          </p:nvPr>
        </p:nvSpPr>
        <p:spPr bwMode="gray">
          <a:xfrm>
            <a:off x="570457" y="931563"/>
            <a:ext cx="8005371" cy="261610"/>
          </a:xfrm>
          <a:prstGeom prst="rect">
            <a:avLst/>
          </a:prstGeom>
        </p:spPr>
        <p:txBody>
          <a:bodyPr lIns="0" tIns="0" rIns="0" bIns="0" anchor="t" anchorCtr="0">
            <a:noAutofit/>
          </a:bodyPr>
          <a:lstStyle>
            <a:lvl1pPr marL="0" indent="0">
              <a:lnSpc>
                <a:spcPct val="85000"/>
              </a:lnSpc>
              <a:spcBef>
                <a:spcPts val="0"/>
              </a:spcBef>
              <a:buNone/>
              <a:defRPr sz="1500" b="0">
                <a:solidFill>
                  <a:schemeClr val="tx1"/>
                </a:solidFill>
                <a:latin typeface="Arial" pitchFamily="34" charset="0"/>
                <a:cs typeface="Arial" pitchFamily="34" charset="0"/>
              </a:defRPr>
            </a:lvl1pPr>
            <a:lvl2pPr marL="457242" indent="0">
              <a:buNone/>
              <a:defRPr sz="2026" b="1"/>
            </a:lvl2pPr>
            <a:lvl3pPr marL="914484" indent="0">
              <a:buNone/>
              <a:defRPr sz="1800" b="1"/>
            </a:lvl3pPr>
            <a:lvl4pPr marL="1371726" indent="0">
              <a:buNone/>
              <a:defRPr sz="1575" b="1"/>
            </a:lvl4pPr>
            <a:lvl5pPr marL="1828967" indent="0">
              <a:buNone/>
              <a:defRPr sz="1575" b="1"/>
            </a:lvl5pPr>
            <a:lvl6pPr marL="2286210" indent="0">
              <a:buNone/>
              <a:defRPr sz="1575" b="1"/>
            </a:lvl6pPr>
            <a:lvl7pPr marL="2743451" indent="0">
              <a:buNone/>
              <a:defRPr sz="1575" b="1"/>
            </a:lvl7pPr>
            <a:lvl8pPr marL="3200693" indent="0">
              <a:buNone/>
              <a:defRPr sz="1575" b="1"/>
            </a:lvl8pPr>
            <a:lvl9pPr marL="3657935" indent="0">
              <a:buNone/>
              <a:defRPr sz="1575" b="1"/>
            </a:lvl9pPr>
          </a:lstStyle>
          <a:p>
            <a:pPr lvl="0"/>
            <a:r>
              <a:rPr lang="en-US"/>
              <a:t>Click to edit Master text styles</a:t>
            </a:r>
          </a:p>
        </p:txBody>
      </p:sp>
      <p:sp>
        <p:nvSpPr>
          <p:cNvPr id="11" name="Title 28"/>
          <p:cNvSpPr>
            <a:spLocks noGrp="1"/>
          </p:cNvSpPr>
          <p:nvPr>
            <p:ph type="title" hasCustomPrompt="1"/>
          </p:nvPr>
        </p:nvSpPr>
        <p:spPr bwMode="gray">
          <a:xfrm>
            <a:off x="570458" y="442528"/>
            <a:ext cx="8005371" cy="418576"/>
          </a:xfrm>
          <a:prstGeom prst="rect">
            <a:avLst/>
          </a:prstGeom>
        </p:spPr>
        <p:txBody>
          <a:bodyPr wrap="square" lIns="0" tIns="0" rIns="0" bIns="0" anchor="t" anchorCtr="0">
            <a:noAutofit/>
          </a:bodyPr>
          <a:lstStyle>
            <a:lvl1pPr marL="0" algn="l" defTabSz="914484" rtl="0" eaLnBrk="1" latinLnBrk="0" hangingPunct="1">
              <a:lnSpc>
                <a:spcPct val="85000"/>
              </a:lnSpc>
              <a:spcBef>
                <a:spcPct val="0"/>
              </a:spcBef>
              <a:buNone/>
              <a:tabLst>
                <a:tab pos="914484" algn="l"/>
              </a:tabLst>
              <a:defRPr lang="en-US" sz="2401" b="1" kern="1200" cap="none" spc="-113"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2" name="Slide Number Placeholder 1">
            <a:extLst>
              <a:ext uri="{FF2B5EF4-FFF2-40B4-BE49-F238E27FC236}">
                <a16:creationId xmlns:a16="http://schemas.microsoft.com/office/drawing/2014/main" id="{827BD319-CE6A-C56C-FAF4-F7D3C4B20C07}"/>
              </a:ext>
            </a:extLst>
          </p:cNvPr>
          <p:cNvSpPr>
            <a:spLocks noGrp="1"/>
          </p:cNvSpPr>
          <p:nvPr>
            <p:ph type="sldNum" sz="quarter" idx="11"/>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937507099"/>
      </p:ext>
    </p:extLst>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itle with Subtitle Content_Black">
    <p:bg>
      <p:bgPr>
        <a:solidFill>
          <a:srgbClr val="1E0013"/>
        </a:solidFill>
        <a:effectLst/>
      </p:bgPr>
    </p:bg>
    <p:spTree>
      <p:nvGrpSpPr>
        <p:cNvPr id="1" name=""/>
        <p:cNvGrpSpPr/>
        <p:nvPr/>
      </p:nvGrpSpPr>
      <p:grpSpPr>
        <a:xfrm>
          <a:off x="0" y="0"/>
          <a:ext cx="0" cy="0"/>
          <a:chOff x="0" y="0"/>
          <a:chExt cx="0" cy="0"/>
        </a:xfrm>
      </p:grpSpPr>
      <p:sp>
        <p:nvSpPr>
          <p:cNvPr id="22" name="Content Placeholder 2"/>
          <p:cNvSpPr>
            <a:spLocks noGrp="1"/>
          </p:cNvSpPr>
          <p:nvPr>
            <p:ph sz="half" idx="1"/>
          </p:nvPr>
        </p:nvSpPr>
        <p:spPr bwMode="gray">
          <a:xfrm>
            <a:off x="570458" y="1749389"/>
            <a:ext cx="8005371" cy="4346612"/>
          </a:xfrm>
          <a:prstGeom prst="rect">
            <a:avLst/>
          </a:prstGeom>
        </p:spPr>
        <p:txBody>
          <a:bodyPr lIns="0" tIns="0" rIns="0" bIns="0"/>
          <a:lstStyle>
            <a:lvl1pPr marL="128622" indent="-128622">
              <a:lnSpc>
                <a:spcPct val="90000"/>
              </a:lnSpc>
              <a:spcBef>
                <a:spcPts val="750"/>
              </a:spcBef>
              <a:buClrTx/>
              <a:buFont typeface="Arial" panose="020B0604020202020204" pitchFamily="34" charset="0"/>
              <a:buChar char="•"/>
              <a:defRPr sz="1500">
                <a:solidFill>
                  <a:schemeClr val="bg1"/>
                </a:solidFill>
                <a:latin typeface="Arial" pitchFamily="34" charset="0"/>
                <a:cs typeface="Arial" pitchFamily="34" charset="0"/>
              </a:defRPr>
            </a:lvl1pPr>
            <a:lvl2pPr marL="457242" indent="-171466">
              <a:lnSpc>
                <a:spcPct val="90000"/>
              </a:lnSpc>
              <a:spcBef>
                <a:spcPts val="375"/>
              </a:spcBef>
              <a:buClrTx/>
              <a:buFont typeface="Arial" pitchFamily="34" charset="0"/>
              <a:buChar char="–"/>
              <a:defRPr sz="1350">
                <a:solidFill>
                  <a:schemeClr val="bg1"/>
                </a:solidFill>
                <a:latin typeface="Arial" pitchFamily="34" charset="0"/>
                <a:cs typeface="Arial" pitchFamily="34" charset="0"/>
              </a:defRPr>
            </a:lvl2pPr>
            <a:lvl3pPr marL="627121" indent="-112724">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3pPr>
            <a:lvl4pPr marL="860504" indent="-117486">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4pPr>
            <a:lvl5pPr marL="1084362" indent="-112724">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2"/>
          <p:cNvSpPr>
            <a:spLocks noGrp="1"/>
          </p:cNvSpPr>
          <p:nvPr>
            <p:ph type="body" idx="10" hasCustomPrompt="1"/>
          </p:nvPr>
        </p:nvSpPr>
        <p:spPr bwMode="gray">
          <a:xfrm>
            <a:off x="570457" y="931563"/>
            <a:ext cx="8005371" cy="261610"/>
          </a:xfrm>
          <a:prstGeom prst="rect">
            <a:avLst/>
          </a:prstGeom>
        </p:spPr>
        <p:txBody>
          <a:bodyPr lIns="0" tIns="0" rIns="0" bIns="0" anchor="t" anchorCtr="0">
            <a:noAutofit/>
          </a:bodyPr>
          <a:lstStyle>
            <a:lvl1pPr marL="0" indent="0">
              <a:lnSpc>
                <a:spcPct val="85000"/>
              </a:lnSpc>
              <a:spcBef>
                <a:spcPts val="0"/>
              </a:spcBef>
              <a:buNone/>
              <a:defRPr sz="1500" b="0">
                <a:solidFill>
                  <a:schemeClr val="bg1"/>
                </a:solidFill>
                <a:latin typeface="Arial" pitchFamily="34" charset="0"/>
                <a:cs typeface="Arial" pitchFamily="34" charset="0"/>
              </a:defRPr>
            </a:lvl1pPr>
            <a:lvl2pPr marL="457242" indent="0">
              <a:buNone/>
              <a:defRPr sz="2026" b="1"/>
            </a:lvl2pPr>
            <a:lvl3pPr marL="914484" indent="0">
              <a:buNone/>
              <a:defRPr sz="1800" b="1"/>
            </a:lvl3pPr>
            <a:lvl4pPr marL="1371726" indent="0">
              <a:buNone/>
              <a:defRPr sz="1575" b="1"/>
            </a:lvl4pPr>
            <a:lvl5pPr marL="1828967" indent="0">
              <a:buNone/>
              <a:defRPr sz="1575" b="1"/>
            </a:lvl5pPr>
            <a:lvl6pPr marL="2286210" indent="0">
              <a:buNone/>
              <a:defRPr sz="1575" b="1"/>
            </a:lvl6pPr>
            <a:lvl7pPr marL="2743451" indent="0">
              <a:buNone/>
              <a:defRPr sz="1575" b="1"/>
            </a:lvl7pPr>
            <a:lvl8pPr marL="3200693" indent="0">
              <a:buNone/>
              <a:defRPr sz="1575" b="1"/>
            </a:lvl8pPr>
            <a:lvl9pPr marL="3657935" indent="0">
              <a:buNone/>
              <a:defRPr sz="1575" b="1"/>
            </a:lvl9pPr>
          </a:lstStyle>
          <a:p>
            <a:pPr lvl="0"/>
            <a:r>
              <a:rPr lang="en-US" dirty="0"/>
              <a:t>Click to edit master text styles</a:t>
            </a:r>
          </a:p>
        </p:txBody>
      </p:sp>
      <p:sp>
        <p:nvSpPr>
          <p:cNvPr id="11" name="Title 28"/>
          <p:cNvSpPr>
            <a:spLocks noGrp="1"/>
          </p:cNvSpPr>
          <p:nvPr>
            <p:ph type="title" hasCustomPrompt="1"/>
          </p:nvPr>
        </p:nvSpPr>
        <p:spPr bwMode="gray">
          <a:xfrm>
            <a:off x="570458" y="442528"/>
            <a:ext cx="8005371" cy="418576"/>
          </a:xfrm>
          <a:prstGeom prst="rect">
            <a:avLst/>
          </a:prstGeom>
        </p:spPr>
        <p:txBody>
          <a:bodyPr wrap="square" lIns="0" tIns="0" rIns="0" bIns="0" anchor="t" anchorCtr="0">
            <a:noAutofit/>
          </a:bodyPr>
          <a:lstStyle>
            <a:lvl1pPr marL="0" algn="l" defTabSz="914484" rtl="0" eaLnBrk="1" latinLnBrk="0" hangingPunct="1">
              <a:lnSpc>
                <a:spcPct val="85000"/>
              </a:lnSpc>
              <a:spcBef>
                <a:spcPct val="0"/>
              </a:spcBef>
              <a:buNone/>
              <a:tabLst>
                <a:tab pos="914484" algn="l"/>
              </a:tabLst>
              <a:defRPr lang="en-US" sz="2401" b="1" kern="1200" cap="none" spc="-113"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2" name="Slide Number Placeholder 1">
            <a:extLst>
              <a:ext uri="{FF2B5EF4-FFF2-40B4-BE49-F238E27FC236}">
                <a16:creationId xmlns:a16="http://schemas.microsoft.com/office/drawing/2014/main" id="{C2F390D5-FAC3-3E07-D977-2FACDFA7E866}"/>
              </a:ext>
            </a:extLst>
          </p:cNvPr>
          <p:cNvSpPr>
            <a:spLocks noGrp="1"/>
          </p:cNvSpPr>
          <p:nvPr>
            <p:ph type="sldNum" sz="quarter" idx="11"/>
          </p:nvPr>
        </p:nvSpPr>
        <p:spPr/>
        <p:txBody>
          <a:bodyPr/>
          <a:lstStyle>
            <a:lvl1pPr>
              <a:defRPr>
                <a:solidFill>
                  <a:schemeClr val="bg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144835259"/>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lumn Slide">
    <p:bg>
      <p:bgPr>
        <a:solidFill>
          <a:schemeClr val="bg1"/>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570458" y="442528"/>
            <a:ext cx="8005371" cy="418576"/>
          </a:xfrm>
          <a:prstGeom prst="rect">
            <a:avLst/>
          </a:prstGeom>
        </p:spPr>
        <p:txBody>
          <a:bodyPr wrap="square" lIns="0" tIns="0" rIns="0" bIns="0" anchor="t" anchorCtr="0">
            <a:noAutofit/>
          </a:bodyPr>
          <a:lstStyle>
            <a:lvl1pPr marL="0" algn="l" defTabSz="914484" rtl="0" eaLnBrk="1" latinLnBrk="0" hangingPunct="1">
              <a:lnSpc>
                <a:spcPct val="85000"/>
              </a:lnSpc>
              <a:spcBef>
                <a:spcPct val="0"/>
              </a:spcBef>
              <a:buNone/>
              <a:tabLst>
                <a:tab pos="914484" algn="l"/>
              </a:tabLst>
              <a:defRPr lang="en-US" sz="2401" b="1" kern="1200" cap="none" spc="-113"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16" name="Content Placeholder 2"/>
          <p:cNvSpPr>
            <a:spLocks noGrp="1"/>
          </p:cNvSpPr>
          <p:nvPr>
            <p:ph sz="half" idx="1"/>
          </p:nvPr>
        </p:nvSpPr>
        <p:spPr bwMode="gray">
          <a:xfrm>
            <a:off x="570458" y="1307593"/>
            <a:ext cx="3802743" cy="4788408"/>
          </a:xfrm>
          <a:prstGeom prst="rect">
            <a:avLst/>
          </a:prstGeom>
        </p:spPr>
        <p:txBody>
          <a:bodyPr lIns="0" tIns="0" rIns="0" bIns="0"/>
          <a:lstStyle>
            <a:lvl1pPr marL="128622" indent="-128622">
              <a:lnSpc>
                <a:spcPct val="90000"/>
              </a:lnSpc>
              <a:spcBef>
                <a:spcPts val="750"/>
              </a:spcBef>
              <a:buClrTx/>
              <a:buFont typeface="Arial" panose="020B0604020202020204" pitchFamily="34" charset="0"/>
              <a:buChar char="•"/>
              <a:defRPr sz="1500">
                <a:solidFill>
                  <a:schemeClr val="tx1"/>
                </a:solidFill>
                <a:latin typeface="Arial" pitchFamily="34" charset="0"/>
                <a:cs typeface="Arial" pitchFamily="34" charset="0"/>
              </a:defRPr>
            </a:lvl1pPr>
            <a:lvl2pPr marL="457242" indent="-171466">
              <a:lnSpc>
                <a:spcPct val="90000"/>
              </a:lnSpc>
              <a:spcBef>
                <a:spcPts val="375"/>
              </a:spcBef>
              <a:buClrTx/>
              <a:buFont typeface="Arial" pitchFamily="34" charset="0"/>
              <a:buChar char="–"/>
              <a:defRPr sz="1350">
                <a:solidFill>
                  <a:schemeClr val="tx1"/>
                </a:solidFill>
                <a:latin typeface="Arial" pitchFamily="34" charset="0"/>
                <a:cs typeface="Arial" pitchFamily="34" charset="0"/>
              </a:defRPr>
            </a:lvl2pPr>
            <a:lvl3pPr marL="627121" indent="-112724">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3pPr>
            <a:lvl4pPr marL="860504" indent="-117486">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4pPr>
            <a:lvl5pPr marL="1084362" indent="-112724">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Content Placeholder 2"/>
          <p:cNvSpPr>
            <a:spLocks noGrp="1"/>
          </p:cNvSpPr>
          <p:nvPr>
            <p:ph sz="half" idx="14"/>
          </p:nvPr>
        </p:nvSpPr>
        <p:spPr bwMode="gray">
          <a:xfrm>
            <a:off x="4755722" y="1307593"/>
            <a:ext cx="3800322" cy="4788408"/>
          </a:xfrm>
          <a:prstGeom prst="rect">
            <a:avLst/>
          </a:prstGeom>
        </p:spPr>
        <p:txBody>
          <a:bodyPr lIns="0" tIns="0" rIns="0" bIns="0"/>
          <a:lstStyle>
            <a:lvl1pPr marL="128622" indent="-128622">
              <a:lnSpc>
                <a:spcPct val="90000"/>
              </a:lnSpc>
              <a:spcBef>
                <a:spcPts val="750"/>
              </a:spcBef>
              <a:buClrTx/>
              <a:buFont typeface="Arial" panose="020B0604020202020204" pitchFamily="34" charset="0"/>
              <a:buChar char="•"/>
              <a:defRPr sz="1500">
                <a:solidFill>
                  <a:schemeClr val="tx1"/>
                </a:solidFill>
                <a:latin typeface="Arial" pitchFamily="34" charset="0"/>
                <a:cs typeface="Arial" pitchFamily="34" charset="0"/>
              </a:defRPr>
            </a:lvl1pPr>
            <a:lvl2pPr marL="457242" indent="-171466">
              <a:lnSpc>
                <a:spcPct val="90000"/>
              </a:lnSpc>
              <a:spcBef>
                <a:spcPts val="375"/>
              </a:spcBef>
              <a:buClrTx/>
              <a:buFont typeface="Arial" pitchFamily="34" charset="0"/>
              <a:buChar char="–"/>
              <a:defRPr sz="1350">
                <a:solidFill>
                  <a:schemeClr val="tx1"/>
                </a:solidFill>
                <a:latin typeface="Arial" pitchFamily="34" charset="0"/>
                <a:cs typeface="Arial" pitchFamily="34" charset="0"/>
              </a:defRPr>
            </a:lvl2pPr>
            <a:lvl3pPr marL="627121" indent="-112724">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3pPr>
            <a:lvl4pPr marL="860504" indent="-117486">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4pPr>
            <a:lvl5pPr marL="1084362" indent="-112724">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02FE5186-E704-46DB-A234-0339427F829C}"/>
              </a:ext>
            </a:extLst>
          </p:cNvPr>
          <p:cNvSpPr>
            <a:spLocks noGrp="1"/>
          </p:cNvSpPr>
          <p:nvPr>
            <p:ph type="sldNum" sz="quarter" idx="15"/>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888975245"/>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Two Column Slide_Black">
    <p:bg>
      <p:bgPr>
        <a:solidFill>
          <a:srgbClr val="1E0013"/>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570458" y="442528"/>
            <a:ext cx="8003085" cy="418576"/>
          </a:xfrm>
          <a:prstGeom prst="rect">
            <a:avLst/>
          </a:prstGeom>
        </p:spPr>
        <p:txBody>
          <a:bodyPr wrap="square" lIns="0" tIns="0" rIns="0" bIns="0" anchor="t" anchorCtr="0">
            <a:noAutofit/>
          </a:bodyPr>
          <a:lstStyle>
            <a:lvl1pPr marL="0" algn="l" defTabSz="914484" rtl="0" eaLnBrk="1" latinLnBrk="0" hangingPunct="1">
              <a:lnSpc>
                <a:spcPct val="85000"/>
              </a:lnSpc>
              <a:spcBef>
                <a:spcPct val="0"/>
              </a:spcBef>
              <a:buNone/>
              <a:tabLst>
                <a:tab pos="914484" algn="l"/>
              </a:tabLst>
              <a:defRPr lang="en-US" sz="2401" b="1" kern="1200" cap="none" spc="-113"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16" name="Content Placeholder 2"/>
          <p:cNvSpPr>
            <a:spLocks noGrp="1"/>
          </p:cNvSpPr>
          <p:nvPr>
            <p:ph sz="half" idx="1"/>
          </p:nvPr>
        </p:nvSpPr>
        <p:spPr bwMode="gray">
          <a:xfrm>
            <a:off x="570458" y="1307594"/>
            <a:ext cx="3802743" cy="4788407"/>
          </a:xfrm>
          <a:prstGeom prst="rect">
            <a:avLst/>
          </a:prstGeom>
        </p:spPr>
        <p:txBody>
          <a:bodyPr lIns="0" tIns="0" rIns="0" bIns="0"/>
          <a:lstStyle>
            <a:lvl1pPr marL="128622" indent="-128622">
              <a:lnSpc>
                <a:spcPct val="90000"/>
              </a:lnSpc>
              <a:spcBef>
                <a:spcPts val="750"/>
              </a:spcBef>
              <a:buClrTx/>
              <a:buFont typeface="Arial" panose="020B0604020202020204" pitchFamily="34" charset="0"/>
              <a:buChar char="•"/>
              <a:defRPr sz="1500">
                <a:solidFill>
                  <a:schemeClr val="bg1"/>
                </a:solidFill>
                <a:latin typeface="Arial" pitchFamily="34" charset="0"/>
                <a:cs typeface="Arial" pitchFamily="34" charset="0"/>
              </a:defRPr>
            </a:lvl1pPr>
            <a:lvl2pPr marL="457242" indent="-171466">
              <a:lnSpc>
                <a:spcPct val="90000"/>
              </a:lnSpc>
              <a:spcBef>
                <a:spcPts val="375"/>
              </a:spcBef>
              <a:buClrTx/>
              <a:buFont typeface="Arial" pitchFamily="34" charset="0"/>
              <a:buChar char="–"/>
              <a:defRPr sz="1350">
                <a:solidFill>
                  <a:schemeClr val="bg1"/>
                </a:solidFill>
                <a:latin typeface="Arial" pitchFamily="34" charset="0"/>
                <a:cs typeface="Arial" pitchFamily="34" charset="0"/>
              </a:defRPr>
            </a:lvl2pPr>
            <a:lvl3pPr marL="627121" indent="-112724">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3pPr>
            <a:lvl4pPr marL="860504" indent="-117486">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4pPr>
            <a:lvl5pPr marL="1084362" indent="-112724">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Content Placeholder 2"/>
          <p:cNvSpPr>
            <a:spLocks noGrp="1"/>
          </p:cNvSpPr>
          <p:nvPr>
            <p:ph sz="half" idx="14"/>
          </p:nvPr>
        </p:nvSpPr>
        <p:spPr bwMode="gray">
          <a:xfrm>
            <a:off x="4755722" y="1307594"/>
            <a:ext cx="3800322" cy="4788407"/>
          </a:xfrm>
          <a:prstGeom prst="rect">
            <a:avLst/>
          </a:prstGeom>
        </p:spPr>
        <p:txBody>
          <a:bodyPr lIns="0" tIns="0" rIns="0" bIns="0"/>
          <a:lstStyle>
            <a:lvl1pPr marL="128622" indent="-128622">
              <a:lnSpc>
                <a:spcPct val="90000"/>
              </a:lnSpc>
              <a:spcBef>
                <a:spcPts val="750"/>
              </a:spcBef>
              <a:buClrTx/>
              <a:buFont typeface="Arial" panose="020B0604020202020204" pitchFamily="34" charset="0"/>
              <a:buChar char="•"/>
              <a:defRPr sz="1500">
                <a:solidFill>
                  <a:schemeClr val="bg1"/>
                </a:solidFill>
                <a:latin typeface="Arial" pitchFamily="34" charset="0"/>
                <a:cs typeface="Arial" pitchFamily="34" charset="0"/>
              </a:defRPr>
            </a:lvl1pPr>
            <a:lvl2pPr marL="457242" indent="-171466">
              <a:lnSpc>
                <a:spcPct val="90000"/>
              </a:lnSpc>
              <a:spcBef>
                <a:spcPts val="375"/>
              </a:spcBef>
              <a:buClrTx/>
              <a:buFont typeface="Arial" pitchFamily="34" charset="0"/>
              <a:buChar char="–"/>
              <a:defRPr sz="1350">
                <a:solidFill>
                  <a:schemeClr val="bg1"/>
                </a:solidFill>
                <a:latin typeface="Arial" pitchFamily="34" charset="0"/>
                <a:cs typeface="Arial" pitchFamily="34" charset="0"/>
              </a:defRPr>
            </a:lvl2pPr>
            <a:lvl3pPr marL="627121" indent="-112724">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3pPr>
            <a:lvl4pPr marL="860504" indent="-117486">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4pPr>
            <a:lvl5pPr marL="1084362" indent="-112724">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A1D52F52-4191-E70A-A15D-3F4D0CF0AA2B}"/>
              </a:ext>
            </a:extLst>
          </p:cNvPr>
          <p:cNvSpPr>
            <a:spLocks noGrp="1"/>
          </p:cNvSpPr>
          <p:nvPr>
            <p:ph type="sldNum" sz="quarter" idx="15"/>
          </p:nvPr>
        </p:nvSpPr>
        <p:spPr/>
        <p:txBody>
          <a:bodyPr/>
          <a:lstStyle>
            <a:lvl1pPr>
              <a:defRPr>
                <a:solidFill>
                  <a:schemeClr val="bg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751147959"/>
      </p:ext>
    </p:extLst>
  </p:cSld>
  <p:clrMapOvr>
    <a:masterClrMapping/>
  </p:clrMapOvr>
  <p:transition spd="med"/>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hree Column Slide">
    <p:bg>
      <p:bgPr>
        <a:solidFill>
          <a:schemeClr val="bg1"/>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570458" y="442528"/>
            <a:ext cx="8005371" cy="418576"/>
          </a:xfrm>
          <a:prstGeom prst="rect">
            <a:avLst/>
          </a:prstGeom>
        </p:spPr>
        <p:txBody>
          <a:bodyPr wrap="square" lIns="0" tIns="0" rIns="0" bIns="0" anchor="t" anchorCtr="0">
            <a:noAutofit/>
          </a:bodyPr>
          <a:lstStyle>
            <a:lvl1pPr marL="0" algn="l" defTabSz="914484" rtl="0" eaLnBrk="1" latinLnBrk="0" hangingPunct="1">
              <a:lnSpc>
                <a:spcPct val="85000"/>
              </a:lnSpc>
              <a:spcBef>
                <a:spcPct val="0"/>
              </a:spcBef>
              <a:buNone/>
              <a:tabLst>
                <a:tab pos="914484" algn="l"/>
              </a:tabLst>
              <a:defRPr lang="en-US" sz="2401" b="1" kern="1200" cap="none" spc="-113"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16" name="Content Placeholder 2"/>
          <p:cNvSpPr>
            <a:spLocks noGrp="1"/>
          </p:cNvSpPr>
          <p:nvPr>
            <p:ph sz="half" idx="1"/>
          </p:nvPr>
        </p:nvSpPr>
        <p:spPr bwMode="gray">
          <a:xfrm>
            <a:off x="570459" y="1307594"/>
            <a:ext cx="2507356" cy="4788407"/>
          </a:xfrm>
          <a:prstGeom prst="rect">
            <a:avLst/>
          </a:prstGeom>
        </p:spPr>
        <p:txBody>
          <a:bodyPr lIns="0" tIns="0" rIns="0" bIns="0"/>
          <a:lstStyle>
            <a:lvl1pPr marL="128622" indent="-128622">
              <a:lnSpc>
                <a:spcPct val="90000"/>
              </a:lnSpc>
              <a:spcBef>
                <a:spcPts val="750"/>
              </a:spcBef>
              <a:buClrTx/>
              <a:buFont typeface="Arial" panose="020B0604020202020204" pitchFamily="34" charset="0"/>
              <a:buChar char="•"/>
              <a:defRPr sz="1500">
                <a:solidFill>
                  <a:schemeClr val="tx1"/>
                </a:solidFill>
                <a:latin typeface="Arial" pitchFamily="34" charset="0"/>
                <a:cs typeface="Arial" pitchFamily="34" charset="0"/>
              </a:defRPr>
            </a:lvl1pPr>
            <a:lvl2pPr marL="457242" indent="-171466">
              <a:lnSpc>
                <a:spcPct val="90000"/>
              </a:lnSpc>
              <a:spcBef>
                <a:spcPts val="375"/>
              </a:spcBef>
              <a:buClrTx/>
              <a:buFont typeface="Arial" pitchFamily="34" charset="0"/>
              <a:buChar char="–"/>
              <a:defRPr sz="1350">
                <a:solidFill>
                  <a:schemeClr val="tx1"/>
                </a:solidFill>
                <a:latin typeface="Arial" pitchFamily="34" charset="0"/>
                <a:cs typeface="Arial" pitchFamily="34" charset="0"/>
              </a:defRPr>
            </a:lvl2pPr>
            <a:lvl3pPr marL="627121" indent="-112724">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3pPr>
            <a:lvl4pPr marL="860504" indent="-117486">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4pPr>
            <a:lvl5pPr marL="1084362" indent="-112724">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p:cNvSpPr>
            <a:spLocks noGrp="1"/>
          </p:cNvSpPr>
          <p:nvPr>
            <p:ph sz="half" idx="10"/>
          </p:nvPr>
        </p:nvSpPr>
        <p:spPr bwMode="gray">
          <a:xfrm>
            <a:off x="3283799" y="1307594"/>
            <a:ext cx="2508044" cy="4788407"/>
          </a:xfrm>
          <a:prstGeom prst="rect">
            <a:avLst/>
          </a:prstGeom>
        </p:spPr>
        <p:txBody>
          <a:bodyPr lIns="0" tIns="0" rIns="0" bIns="0"/>
          <a:lstStyle>
            <a:lvl1pPr marL="128622" indent="-128622">
              <a:lnSpc>
                <a:spcPct val="90000"/>
              </a:lnSpc>
              <a:spcBef>
                <a:spcPts val="750"/>
              </a:spcBef>
              <a:buClrTx/>
              <a:buFont typeface="Arial" panose="020B0604020202020204" pitchFamily="34" charset="0"/>
              <a:buChar char="•"/>
              <a:defRPr sz="1500">
                <a:solidFill>
                  <a:schemeClr val="tx1"/>
                </a:solidFill>
                <a:latin typeface="Arial" pitchFamily="34" charset="0"/>
                <a:cs typeface="Arial" pitchFamily="34" charset="0"/>
              </a:defRPr>
            </a:lvl1pPr>
            <a:lvl2pPr marL="457242" indent="-171466">
              <a:lnSpc>
                <a:spcPct val="90000"/>
              </a:lnSpc>
              <a:spcBef>
                <a:spcPts val="375"/>
              </a:spcBef>
              <a:buClrTx/>
              <a:buFont typeface="Arial" pitchFamily="34" charset="0"/>
              <a:buChar char="–"/>
              <a:defRPr sz="1350">
                <a:solidFill>
                  <a:schemeClr val="tx1"/>
                </a:solidFill>
                <a:latin typeface="Arial" pitchFamily="34" charset="0"/>
                <a:cs typeface="Arial" pitchFamily="34" charset="0"/>
              </a:defRPr>
            </a:lvl2pPr>
            <a:lvl3pPr marL="627121" indent="-112724">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3pPr>
            <a:lvl4pPr marL="860504" indent="-117486">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4pPr>
            <a:lvl5pPr marL="1084362" indent="-112724">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sz="half" idx="11"/>
          </p:nvPr>
        </p:nvSpPr>
        <p:spPr bwMode="gray">
          <a:xfrm>
            <a:off x="6013427" y="1307594"/>
            <a:ext cx="2562402" cy="4788407"/>
          </a:xfrm>
          <a:prstGeom prst="rect">
            <a:avLst/>
          </a:prstGeom>
        </p:spPr>
        <p:txBody>
          <a:bodyPr lIns="0" tIns="0" rIns="0" bIns="0"/>
          <a:lstStyle>
            <a:lvl1pPr marL="128622" indent="-128622">
              <a:lnSpc>
                <a:spcPct val="90000"/>
              </a:lnSpc>
              <a:spcBef>
                <a:spcPts val="750"/>
              </a:spcBef>
              <a:buClrTx/>
              <a:buFont typeface="Arial" panose="020B0604020202020204" pitchFamily="34" charset="0"/>
              <a:buChar char="•"/>
              <a:defRPr sz="1500">
                <a:solidFill>
                  <a:schemeClr val="tx1"/>
                </a:solidFill>
                <a:latin typeface="Arial" pitchFamily="34" charset="0"/>
                <a:cs typeface="Arial" pitchFamily="34" charset="0"/>
              </a:defRPr>
            </a:lvl1pPr>
            <a:lvl2pPr marL="457242" indent="-171466">
              <a:lnSpc>
                <a:spcPct val="90000"/>
              </a:lnSpc>
              <a:spcBef>
                <a:spcPts val="375"/>
              </a:spcBef>
              <a:buClrTx/>
              <a:buFont typeface="Arial" pitchFamily="34" charset="0"/>
              <a:buChar char="–"/>
              <a:defRPr sz="1350">
                <a:solidFill>
                  <a:schemeClr val="tx1"/>
                </a:solidFill>
                <a:latin typeface="Arial" pitchFamily="34" charset="0"/>
                <a:cs typeface="Arial" pitchFamily="34" charset="0"/>
              </a:defRPr>
            </a:lvl2pPr>
            <a:lvl3pPr marL="627121" indent="-112724">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3pPr>
            <a:lvl4pPr marL="860504" indent="-117486">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4pPr>
            <a:lvl5pPr marL="1084362" indent="-112724">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0C61C74C-45BE-3DE8-0DFD-4B97D814FB04}"/>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306112876"/>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hree Column Slide_Black">
    <p:bg>
      <p:bgPr>
        <a:solidFill>
          <a:srgbClr val="1E0013"/>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570458" y="442528"/>
            <a:ext cx="8005371" cy="418576"/>
          </a:xfrm>
          <a:prstGeom prst="rect">
            <a:avLst/>
          </a:prstGeom>
        </p:spPr>
        <p:txBody>
          <a:bodyPr wrap="square" lIns="0" tIns="0" rIns="0" bIns="0" anchor="t" anchorCtr="0">
            <a:noAutofit/>
          </a:bodyPr>
          <a:lstStyle>
            <a:lvl1pPr marL="0" algn="l" defTabSz="914484" rtl="0" eaLnBrk="1" latinLnBrk="0" hangingPunct="1">
              <a:lnSpc>
                <a:spcPct val="85000"/>
              </a:lnSpc>
              <a:spcBef>
                <a:spcPct val="0"/>
              </a:spcBef>
              <a:buNone/>
              <a:tabLst>
                <a:tab pos="914484" algn="l"/>
              </a:tabLst>
              <a:defRPr lang="en-US" sz="2401" b="1" kern="1200" cap="none" spc="-113"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16" name="Content Placeholder 2"/>
          <p:cNvSpPr>
            <a:spLocks noGrp="1"/>
          </p:cNvSpPr>
          <p:nvPr>
            <p:ph sz="half" idx="1"/>
          </p:nvPr>
        </p:nvSpPr>
        <p:spPr bwMode="gray">
          <a:xfrm>
            <a:off x="570459" y="1307594"/>
            <a:ext cx="2507356" cy="4788407"/>
          </a:xfrm>
          <a:prstGeom prst="rect">
            <a:avLst/>
          </a:prstGeom>
        </p:spPr>
        <p:txBody>
          <a:bodyPr lIns="0" tIns="0" rIns="0" bIns="0"/>
          <a:lstStyle>
            <a:lvl1pPr marL="128622" indent="-128622">
              <a:lnSpc>
                <a:spcPct val="90000"/>
              </a:lnSpc>
              <a:spcBef>
                <a:spcPts val="750"/>
              </a:spcBef>
              <a:buClrTx/>
              <a:buFont typeface="Arial" panose="020B0604020202020204" pitchFamily="34" charset="0"/>
              <a:buChar char="•"/>
              <a:defRPr sz="1500">
                <a:solidFill>
                  <a:schemeClr val="bg1"/>
                </a:solidFill>
                <a:latin typeface="Arial" pitchFamily="34" charset="0"/>
                <a:cs typeface="Arial" pitchFamily="34" charset="0"/>
              </a:defRPr>
            </a:lvl1pPr>
            <a:lvl2pPr marL="457242" indent="-171466">
              <a:lnSpc>
                <a:spcPct val="90000"/>
              </a:lnSpc>
              <a:spcBef>
                <a:spcPts val="375"/>
              </a:spcBef>
              <a:buClrTx/>
              <a:buFont typeface="Arial" pitchFamily="34" charset="0"/>
              <a:buChar char="–"/>
              <a:defRPr sz="1350">
                <a:solidFill>
                  <a:schemeClr val="bg1"/>
                </a:solidFill>
                <a:latin typeface="Arial" pitchFamily="34" charset="0"/>
                <a:cs typeface="Arial" pitchFamily="34" charset="0"/>
              </a:defRPr>
            </a:lvl2pPr>
            <a:lvl3pPr marL="627121" indent="-112724">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3pPr>
            <a:lvl4pPr marL="860504" indent="-117486">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4pPr>
            <a:lvl5pPr marL="1084362" indent="-112724">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p:cNvSpPr>
            <a:spLocks noGrp="1"/>
          </p:cNvSpPr>
          <p:nvPr>
            <p:ph sz="half" idx="10"/>
          </p:nvPr>
        </p:nvSpPr>
        <p:spPr bwMode="gray">
          <a:xfrm>
            <a:off x="3283799" y="1307594"/>
            <a:ext cx="2507356" cy="4788407"/>
          </a:xfrm>
          <a:prstGeom prst="rect">
            <a:avLst/>
          </a:prstGeom>
        </p:spPr>
        <p:txBody>
          <a:bodyPr lIns="0" tIns="0" rIns="0" bIns="0"/>
          <a:lstStyle>
            <a:lvl1pPr marL="128622" indent="-128622">
              <a:lnSpc>
                <a:spcPct val="90000"/>
              </a:lnSpc>
              <a:spcBef>
                <a:spcPts val="750"/>
              </a:spcBef>
              <a:buClrTx/>
              <a:buFont typeface="Arial" panose="020B0604020202020204" pitchFamily="34" charset="0"/>
              <a:buChar char="•"/>
              <a:defRPr sz="1500">
                <a:solidFill>
                  <a:schemeClr val="bg1"/>
                </a:solidFill>
                <a:latin typeface="Arial" pitchFamily="34" charset="0"/>
                <a:cs typeface="Arial" pitchFamily="34" charset="0"/>
              </a:defRPr>
            </a:lvl1pPr>
            <a:lvl2pPr marL="457242" indent="-171466">
              <a:lnSpc>
                <a:spcPct val="90000"/>
              </a:lnSpc>
              <a:spcBef>
                <a:spcPts val="375"/>
              </a:spcBef>
              <a:buClrTx/>
              <a:buFont typeface="Arial" pitchFamily="34" charset="0"/>
              <a:buChar char="–"/>
              <a:defRPr sz="1350">
                <a:solidFill>
                  <a:schemeClr val="bg1"/>
                </a:solidFill>
                <a:latin typeface="Arial" pitchFamily="34" charset="0"/>
                <a:cs typeface="Arial" pitchFamily="34" charset="0"/>
              </a:defRPr>
            </a:lvl2pPr>
            <a:lvl3pPr marL="627121" indent="-112724">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3pPr>
            <a:lvl4pPr marL="860504" indent="-117486">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4pPr>
            <a:lvl5pPr marL="1084362" indent="-112724">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sz="half" idx="11"/>
          </p:nvPr>
        </p:nvSpPr>
        <p:spPr bwMode="gray">
          <a:xfrm>
            <a:off x="6013427" y="1307594"/>
            <a:ext cx="2562402" cy="4788407"/>
          </a:xfrm>
          <a:prstGeom prst="rect">
            <a:avLst/>
          </a:prstGeom>
        </p:spPr>
        <p:txBody>
          <a:bodyPr lIns="0" tIns="0" rIns="0" bIns="0"/>
          <a:lstStyle>
            <a:lvl1pPr marL="128622" indent="-128622">
              <a:lnSpc>
                <a:spcPct val="90000"/>
              </a:lnSpc>
              <a:spcBef>
                <a:spcPts val="750"/>
              </a:spcBef>
              <a:buClrTx/>
              <a:buFont typeface="Arial" panose="020B0604020202020204" pitchFamily="34" charset="0"/>
              <a:buChar char="•"/>
              <a:defRPr sz="1500">
                <a:solidFill>
                  <a:schemeClr val="bg1"/>
                </a:solidFill>
                <a:latin typeface="Arial" pitchFamily="34" charset="0"/>
                <a:cs typeface="Arial" pitchFamily="34" charset="0"/>
              </a:defRPr>
            </a:lvl1pPr>
            <a:lvl2pPr marL="457242" indent="-171466">
              <a:lnSpc>
                <a:spcPct val="90000"/>
              </a:lnSpc>
              <a:spcBef>
                <a:spcPts val="375"/>
              </a:spcBef>
              <a:buClrTx/>
              <a:buFont typeface="Arial" pitchFamily="34" charset="0"/>
              <a:buChar char="–"/>
              <a:defRPr sz="1350">
                <a:solidFill>
                  <a:schemeClr val="bg1"/>
                </a:solidFill>
                <a:latin typeface="Arial" pitchFamily="34" charset="0"/>
                <a:cs typeface="Arial" pitchFamily="34" charset="0"/>
              </a:defRPr>
            </a:lvl2pPr>
            <a:lvl3pPr marL="627121" indent="-112724">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3pPr>
            <a:lvl4pPr marL="860504" indent="-117486">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4pPr>
            <a:lvl5pPr marL="1084362" indent="-112724">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3A92B045-EC23-B30D-E716-8FEBB279E86E}"/>
              </a:ext>
            </a:extLst>
          </p:cNvPr>
          <p:cNvSpPr>
            <a:spLocks noGrp="1"/>
          </p:cNvSpPr>
          <p:nvPr>
            <p:ph type="sldNum" sz="quarter" idx="12"/>
          </p:nvPr>
        </p:nvSpPr>
        <p:spPr/>
        <p:txBody>
          <a:bodyPr/>
          <a:lstStyle>
            <a:lvl1pPr>
              <a:defRPr>
                <a:solidFill>
                  <a:schemeClr val="bg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778417359"/>
      </p:ext>
    </p:extLst>
  </p:cSld>
  <p:clrMapOvr>
    <a:masterClrMapping/>
  </p:clrMapOvr>
  <p:transition spd="med"/>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w/Image">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70458" y="442528"/>
            <a:ext cx="4293754" cy="418576"/>
          </a:xfrm>
          <a:prstGeom prst="rect">
            <a:avLst/>
          </a:prstGeom>
        </p:spPr>
        <p:txBody>
          <a:bodyPr wrap="square" lIns="0" tIns="0" rIns="0" bIns="0" anchor="t" anchorCtr="0">
            <a:noAutofit/>
          </a:bodyPr>
          <a:lstStyle>
            <a:lvl1pPr marL="0" algn="l" defTabSz="914484" rtl="0" eaLnBrk="1" latinLnBrk="0" hangingPunct="1">
              <a:lnSpc>
                <a:spcPct val="85000"/>
              </a:lnSpc>
              <a:spcBef>
                <a:spcPct val="0"/>
              </a:spcBef>
              <a:buNone/>
              <a:tabLst>
                <a:tab pos="914484" algn="l"/>
              </a:tabLst>
              <a:defRPr lang="en-US" sz="2401" b="1" kern="1200" cap="none" spc="-113"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16" name="Content Placeholder 2"/>
          <p:cNvSpPr>
            <a:spLocks noGrp="1"/>
          </p:cNvSpPr>
          <p:nvPr>
            <p:ph sz="half" idx="1"/>
          </p:nvPr>
        </p:nvSpPr>
        <p:spPr bwMode="gray">
          <a:xfrm>
            <a:off x="570458" y="1307593"/>
            <a:ext cx="4293754" cy="4788408"/>
          </a:xfrm>
          <a:prstGeom prst="rect">
            <a:avLst/>
          </a:prstGeom>
        </p:spPr>
        <p:txBody>
          <a:bodyPr lIns="0" tIns="0" rIns="0" bIns="0"/>
          <a:lstStyle>
            <a:lvl1pPr marL="128622" indent="-128622">
              <a:lnSpc>
                <a:spcPct val="90000"/>
              </a:lnSpc>
              <a:spcBef>
                <a:spcPts val="750"/>
              </a:spcBef>
              <a:buClrTx/>
              <a:buFont typeface="Arial" panose="020B0604020202020204" pitchFamily="34" charset="0"/>
              <a:buChar char="•"/>
              <a:defRPr sz="1500">
                <a:solidFill>
                  <a:schemeClr val="tx1"/>
                </a:solidFill>
                <a:latin typeface="Arial" pitchFamily="34" charset="0"/>
                <a:cs typeface="Arial" pitchFamily="34" charset="0"/>
              </a:defRPr>
            </a:lvl1pPr>
            <a:lvl2pPr marL="457242" indent="-171466">
              <a:lnSpc>
                <a:spcPct val="90000"/>
              </a:lnSpc>
              <a:spcBef>
                <a:spcPts val="375"/>
              </a:spcBef>
              <a:buClrTx/>
              <a:buFont typeface="Arial" pitchFamily="34" charset="0"/>
              <a:buChar char="–"/>
              <a:defRPr sz="1350">
                <a:solidFill>
                  <a:schemeClr val="tx1"/>
                </a:solidFill>
                <a:latin typeface="Arial" pitchFamily="34" charset="0"/>
                <a:cs typeface="Arial" pitchFamily="34" charset="0"/>
              </a:defRPr>
            </a:lvl2pPr>
            <a:lvl3pPr marL="627121" indent="-112724">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3pPr>
            <a:lvl4pPr marL="860504" indent="-117486">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4pPr>
            <a:lvl5pPr marL="1084362" indent="-112724">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8"/>
          <p:cNvSpPr>
            <a:spLocks noGrp="1"/>
          </p:cNvSpPr>
          <p:nvPr>
            <p:ph type="pic" sz="quarter" idx="16"/>
          </p:nvPr>
        </p:nvSpPr>
        <p:spPr>
          <a:xfrm>
            <a:off x="5143650" y="0"/>
            <a:ext cx="4000350" cy="6858000"/>
          </a:xfrm>
          <a:prstGeom prst="rect">
            <a:avLst/>
          </a:prstGeom>
        </p:spPr>
        <p:txBody>
          <a:bodyPr anchor="ctr"/>
          <a:lstStyle>
            <a:lvl1pPr marL="0" indent="0" algn="ctr">
              <a:buNone/>
              <a:defRPr sz="1800">
                <a:solidFill>
                  <a:schemeClr val="accent1"/>
                </a:solidFill>
              </a:defRPr>
            </a:lvl1pPr>
          </a:lstStyle>
          <a:p>
            <a:r>
              <a:rPr lang="en-US"/>
              <a:t>Click icon to add picture</a:t>
            </a:r>
            <a:endParaRPr lang="en-US" dirty="0"/>
          </a:p>
        </p:txBody>
      </p:sp>
      <p:sp>
        <p:nvSpPr>
          <p:cNvPr id="2" name="Slide Number Placeholder 1">
            <a:extLst>
              <a:ext uri="{FF2B5EF4-FFF2-40B4-BE49-F238E27FC236}">
                <a16:creationId xmlns:a16="http://schemas.microsoft.com/office/drawing/2014/main" id="{C8F3C117-A202-AC1A-30DA-A95049B2670E}"/>
              </a:ext>
            </a:extLst>
          </p:cNvPr>
          <p:cNvSpPr>
            <a:spLocks noGrp="1"/>
          </p:cNvSpPr>
          <p:nvPr>
            <p:ph type="sldNum" sz="quarter" idx="17"/>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34893930"/>
      </p:ext>
    </p:extLst>
  </p:cSld>
  <p:clrMapOvr>
    <a:masterClrMapping/>
  </p:clrMapOvr>
  <p:transition spd="med"/>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itle w/Image_Black">
    <p:bg>
      <p:bgPr>
        <a:solidFill>
          <a:srgbClr val="1E0013"/>
        </a:solidFill>
        <a:effectLst/>
      </p:bgPr>
    </p:bg>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70458" y="442528"/>
            <a:ext cx="4293754" cy="418576"/>
          </a:xfrm>
          <a:prstGeom prst="rect">
            <a:avLst/>
          </a:prstGeom>
        </p:spPr>
        <p:txBody>
          <a:bodyPr wrap="square" lIns="0" tIns="0" rIns="0" bIns="0" anchor="t" anchorCtr="0">
            <a:noAutofit/>
          </a:bodyPr>
          <a:lstStyle>
            <a:lvl1pPr marL="0" algn="l" defTabSz="914484" rtl="0" eaLnBrk="1" latinLnBrk="0" hangingPunct="1">
              <a:lnSpc>
                <a:spcPct val="85000"/>
              </a:lnSpc>
              <a:spcBef>
                <a:spcPct val="0"/>
              </a:spcBef>
              <a:buNone/>
              <a:tabLst>
                <a:tab pos="914484" algn="l"/>
              </a:tabLst>
              <a:defRPr lang="en-US" sz="2401" b="1" kern="1200" cap="none" spc="-113"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16" name="Content Placeholder 2"/>
          <p:cNvSpPr>
            <a:spLocks noGrp="1"/>
          </p:cNvSpPr>
          <p:nvPr>
            <p:ph sz="half" idx="1"/>
          </p:nvPr>
        </p:nvSpPr>
        <p:spPr bwMode="gray">
          <a:xfrm>
            <a:off x="570458" y="1307593"/>
            <a:ext cx="4293754" cy="4919589"/>
          </a:xfrm>
          <a:prstGeom prst="rect">
            <a:avLst/>
          </a:prstGeom>
        </p:spPr>
        <p:txBody>
          <a:bodyPr lIns="0" tIns="0" rIns="0" bIns="0"/>
          <a:lstStyle>
            <a:lvl1pPr marL="128622" indent="-128622">
              <a:lnSpc>
                <a:spcPct val="90000"/>
              </a:lnSpc>
              <a:spcBef>
                <a:spcPts val="750"/>
              </a:spcBef>
              <a:buClrTx/>
              <a:buFont typeface="Arial" panose="020B0604020202020204" pitchFamily="34" charset="0"/>
              <a:buChar char="•"/>
              <a:defRPr sz="1500">
                <a:solidFill>
                  <a:schemeClr val="bg1"/>
                </a:solidFill>
                <a:latin typeface="Arial" pitchFamily="34" charset="0"/>
                <a:cs typeface="Arial" pitchFamily="34" charset="0"/>
              </a:defRPr>
            </a:lvl1pPr>
            <a:lvl2pPr marL="457242" indent="-171466">
              <a:lnSpc>
                <a:spcPct val="90000"/>
              </a:lnSpc>
              <a:spcBef>
                <a:spcPts val="375"/>
              </a:spcBef>
              <a:buClrTx/>
              <a:buFont typeface="Arial" pitchFamily="34" charset="0"/>
              <a:buChar char="–"/>
              <a:defRPr sz="1350">
                <a:solidFill>
                  <a:schemeClr val="bg1"/>
                </a:solidFill>
                <a:latin typeface="Arial" pitchFamily="34" charset="0"/>
                <a:cs typeface="Arial" pitchFamily="34" charset="0"/>
              </a:defRPr>
            </a:lvl2pPr>
            <a:lvl3pPr marL="627121" indent="-112724">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3pPr>
            <a:lvl4pPr marL="860504" indent="-117486">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4pPr>
            <a:lvl5pPr marL="1084362" indent="-112724">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8"/>
          <p:cNvSpPr>
            <a:spLocks noGrp="1"/>
          </p:cNvSpPr>
          <p:nvPr>
            <p:ph type="pic" sz="quarter" idx="16"/>
          </p:nvPr>
        </p:nvSpPr>
        <p:spPr>
          <a:xfrm>
            <a:off x="5143650" y="0"/>
            <a:ext cx="4000350" cy="6858000"/>
          </a:xfrm>
          <a:prstGeom prst="rect">
            <a:avLst/>
          </a:prstGeom>
        </p:spPr>
        <p:txBody>
          <a:bodyPr anchor="ctr"/>
          <a:lstStyle>
            <a:lvl1pPr marL="0" indent="0" algn="ctr">
              <a:buNone/>
              <a:defRPr sz="1800">
                <a:solidFill>
                  <a:schemeClr val="accent1"/>
                </a:solidFill>
              </a:defRPr>
            </a:lvl1pPr>
          </a:lstStyle>
          <a:p>
            <a:r>
              <a:rPr lang="en-US"/>
              <a:t>Click icon to add picture</a:t>
            </a:r>
            <a:endParaRPr lang="en-US" dirty="0"/>
          </a:p>
        </p:txBody>
      </p:sp>
      <p:sp>
        <p:nvSpPr>
          <p:cNvPr id="2" name="Slide Number Placeholder 1">
            <a:extLst>
              <a:ext uri="{FF2B5EF4-FFF2-40B4-BE49-F238E27FC236}">
                <a16:creationId xmlns:a16="http://schemas.microsoft.com/office/drawing/2014/main" id="{EF7E7426-E0FB-DA60-E1E0-A41FD9009F5D}"/>
              </a:ext>
            </a:extLst>
          </p:cNvPr>
          <p:cNvSpPr>
            <a:spLocks noGrp="1"/>
          </p:cNvSpPr>
          <p:nvPr>
            <p:ph type="sldNum" sz="quarter" idx="17"/>
          </p:nvPr>
        </p:nvSpPr>
        <p:spPr/>
        <p:txBody>
          <a:bodyPr/>
          <a:lstStyle>
            <a:lvl1pPr>
              <a:defRPr>
                <a:solidFill>
                  <a:schemeClr val="bg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96244987"/>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Photo + Statement">
    <p:spTree>
      <p:nvGrpSpPr>
        <p:cNvPr id="1" name=""/>
        <p:cNvGrpSpPr/>
        <p:nvPr/>
      </p:nvGrpSpPr>
      <p:grpSpPr>
        <a:xfrm>
          <a:off x="0" y="0"/>
          <a:ext cx="0" cy="0"/>
          <a:chOff x="0" y="0"/>
          <a:chExt cx="0" cy="0"/>
        </a:xfrm>
      </p:grpSpPr>
      <p:sp>
        <p:nvSpPr>
          <p:cNvPr id="3" name="Rectangle 2"/>
          <p:cNvSpPr/>
          <p:nvPr userDrawn="1"/>
        </p:nvSpPr>
        <p:spPr>
          <a:xfrm>
            <a:off x="0" y="0"/>
            <a:ext cx="3047137"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Picture Placeholder 8"/>
          <p:cNvSpPr>
            <a:spLocks noGrp="1"/>
          </p:cNvSpPr>
          <p:nvPr>
            <p:ph type="pic" sz="quarter" idx="16"/>
          </p:nvPr>
        </p:nvSpPr>
        <p:spPr>
          <a:xfrm>
            <a:off x="3047137" y="0"/>
            <a:ext cx="6096863" cy="6858000"/>
          </a:xfrm>
          <a:prstGeom prst="rect">
            <a:avLst/>
          </a:prstGeom>
        </p:spPr>
        <p:txBody>
          <a:bodyPr anchor="ctr"/>
          <a:lstStyle>
            <a:lvl1pPr marL="0" indent="0" algn="ctr">
              <a:buNone/>
              <a:defRPr sz="1800">
                <a:solidFill>
                  <a:schemeClr val="accent1"/>
                </a:solidFill>
              </a:defRPr>
            </a:lvl1pPr>
          </a:lstStyle>
          <a:p>
            <a:r>
              <a:rPr lang="en-US"/>
              <a:t>Click icon to add picture</a:t>
            </a:r>
            <a:endParaRPr lang="en-US" dirty="0"/>
          </a:p>
        </p:txBody>
      </p:sp>
      <p:sp>
        <p:nvSpPr>
          <p:cNvPr id="14" name="Text Placeholder 3"/>
          <p:cNvSpPr>
            <a:spLocks noGrp="1"/>
          </p:cNvSpPr>
          <p:nvPr>
            <p:ph type="body" sz="quarter" idx="18" hasCustomPrompt="1"/>
          </p:nvPr>
        </p:nvSpPr>
        <p:spPr>
          <a:xfrm>
            <a:off x="411587" y="849536"/>
            <a:ext cx="2635550" cy="1926795"/>
          </a:xfrm>
          <a:prstGeom prst="rect">
            <a:avLst/>
          </a:prstGeom>
          <a:noFill/>
        </p:spPr>
        <p:txBody>
          <a:bodyPr lIns="0" tIns="0" rIns="0" bIns="0" anchor="t">
            <a:noAutofit/>
          </a:bodyPr>
          <a:lstStyle>
            <a:lvl1pPr marL="0" indent="0">
              <a:lnSpc>
                <a:spcPts val="3151"/>
              </a:lnSpc>
              <a:spcBef>
                <a:spcPts val="0"/>
              </a:spcBef>
              <a:buFont typeface="Arial" panose="020B0604020202020204" pitchFamily="34" charset="0"/>
              <a:buNone/>
              <a:defRPr sz="3451" b="1" strike="noStrike" spc="-113" baseline="0">
                <a:solidFill>
                  <a:schemeClr val="tx1"/>
                </a:solidFill>
              </a:defRPr>
            </a:lvl1pPr>
            <a:lvl2pPr marL="256053" indent="0">
              <a:buNone/>
              <a:defRPr/>
            </a:lvl2pPr>
            <a:lvl3pPr marL="509723" indent="0">
              <a:buNone/>
              <a:defRPr/>
            </a:lvl3pPr>
            <a:lvl4pPr marL="725284" indent="0">
              <a:buNone/>
              <a:defRPr/>
            </a:lvl4pPr>
            <a:lvl5pPr marL="859860" indent="0">
              <a:buNone/>
              <a:defRPr/>
            </a:lvl5pPr>
          </a:lstStyle>
          <a:p>
            <a:pPr lvl="0"/>
            <a:r>
              <a:rPr lang="en-US" dirty="0"/>
              <a:t>Photo plus</a:t>
            </a:r>
            <a:br>
              <a:rPr lang="en-US" dirty="0"/>
            </a:br>
            <a:r>
              <a:rPr lang="en-US" dirty="0"/>
              <a:t>statement</a:t>
            </a:r>
            <a:br>
              <a:rPr lang="en-US" dirty="0"/>
            </a:br>
            <a:r>
              <a:rPr lang="en-US" dirty="0"/>
              <a:t>layout</a:t>
            </a:r>
          </a:p>
        </p:txBody>
      </p:sp>
      <p:sp>
        <p:nvSpPr>
          <p:cNvPr id="8" name="Text Placeholder 7"/>
          <p:cNvSpPr>
            <a:spLocks noGrp="1"/>
          </p:cNvSpPr>
          <p:nvPr>
            <p:ph type="body" sz="quarter" idx="19" hasCustomPrompt="1"/>
          </p:nvPr>
        </p:nvSpPr>
        <p:spPr>
          <a:xfrm>
            <a:off x="411588" y="2943639"/>
            <a:ext cx="2635549" cy="1641615"/>
          </a:xfrm>
          <a:prstGeom prst="rect">
            <a:avLst/>
          </a:prstGeom>
        </p:spPr>
        <p:txBody>
          <a:bodyPr lIns="0" tIns="0" rIns="0" bIns="0"/>
          <a:lstStyle>
            <a:lvl1pPr marL="0" indent="0">
              <a:lnSpc>
                <a:spcPts val="1800"/>
              </a:lnSpc>
              <a:spcBef>
                <a:spcPts val="0"/>
              </a:spcBef>
              <a:buNone/>
              <a:defRPr sz="1800" baseline="0">
                <a:solidFill>
                  <a:schemeClr val="tx1"/>
                </a:solidFill>
              </a:defRPr>
            </a:lvl1pPr>
            <a:lvl2pPr marL="457242" indent="0">
              <a:buNone/>
              <a:defRPr/>
            </a:lvl2pPr>
            <a:lvl3pPr marL="914483" indent="0">
              <a:buNone/>
              <a:defRPr/>
            </a:lvl3pPr>
            <a:lvl4pPr marL="1371726" indent="0">
              <a:buNone/>
              <a:defRPr/>
            </a:lvl4pPr>
            <a:lvl5pPr marL="1828967" indent="0">
              <a:buNone/>
              <a:defRPr/>
            </a:lvl5pPr>
          </a:lstStyle>
          <a:p>
            <a:pPr lvl="0"/>
            <a:r>
              <a:rPr lang="en-US" dirty="0"/>
              <a:t>Subtitle goes here</a:t>
            </a:r>
          </a:p>
        </p:txBody>
      </p:sp>
      <p:sp>
        <p:nvSpPr>
          <p:cNvPr id="7" name="Slide Number Placeholder 1">
            <a:extLst>
              <a:ext uri="{FF2B5EF4-FFF2-40B4-BE49-F238E27FC236}">
                <a16:creationId xmlns:a16="http://schemas.microsoft.com/office/drawing/2014/main" id="{C9E4313D-4BB5-4FBE-BED7-2E337B7C6B9C}"/>
              </a:ext>
            </a:extLst>
          </p:cNvPr>
          <p:cNvSpPr>
            <a:spLocks noGrp="1"/>
          </p:cNvSpPr>
          <p:nvPr>
            <p:ph type="sldNum" sz="quarter" idx="20"/>
          </p:nvPr>
        </p:nvSpPr>
        <p:spPr>
          <a:xfrm>
            <a:off x="8754426" y="6400800"/>
            <a:ext cx="329270" cy="155448"/>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412569147"/>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Photo + Statement_Black">
    <p:bg>
      <p:bgPr>
        <a:solidFill>
          <a:srgbClr val="1E0013"/>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8CB8992-3FC1-1D5A-F5A3-5A7867B1CF80}"/>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dirty="0"/>
          </a:p>
        </p:txBody>
      </p:sp>
      <p:sp>
        <p:nvSpPr>
          <p:cNvPr id="17" name="Picture Placeholder 8">
            <a:extLst>
              <a:ext uri="{FF2B5EF4-FFF2-40B4-BE49-F238E27FC236}">
                <a16:creationId xmlns:a16="http://schemas.microsoft.com/office/drawing/2014/main" id="{FF9FB968-F2A9-4C72-AC3C-DC44BBB699A7}"/>
              </a:ext>
            </a:extLst>
          </p:cNvPr>
          <p:cNvSpPr>
            <a:spLocks noGrp="1"/>
          </p:cNvSpPr>
          <p:nvPr>
            <p:ph type="pic" sz="quarter" idx="16"/>
          </p:nvPr>
        </p:nvSpPr>
        <p:spPr>
          <a:xfrm>
            <a:off x="3047137" y="0"/>
            <a:ext cx="6096863" cy="6858000"/>
          </a:xfrm>
          <a:prstGeom prst="rect">
            <a:avLst/>
          </a:prstGeom>
        </p:spPr>
        <p:txBody>
          <a:bodyPr anchor="ctr"/>
          <a:lstStyle>
            <a:lvl1pPr marL="0" indent="0" algn="ctr">
              <a:buNone/>
              <a:defRPr sz="1800">
                <a:solidFill>
                  <a:schemeClr val="accent1"/>
                </a:solidFill>
              </a:defRPr>
            </a:lvl1pPr>
          </a:lstStyle>
          <a:p>
            <a:r>
              <a:rPr lang="en-US"/>
              <a:t>Click icon to add picture</a:t>
            </a:r>
            <a:endParaRPr lang="en-US" dirty="0"/>
          </a:p>
        </p:txBody>
      </p:sp>
      <p:sp>
        <p:nvSpPr>
          <p:cNvPr id="18" name="Text Placeholder 3">
            <a:extLst>
              <a:ext uri="{FF2B5EF4-FFF2-40B4-BE49-F238E27FC236}">
                <a16:creationId xmlns:a16="http://schemas.microsoft.com/office/drawing/2014/main" id="{BB9C095A-1012-467F-9C44-B19F964C0089}"/>
              </a:ext>
            </a:extLst>
          </p:cNvPr>
          <p:cNvSpPr>
            <a:spLocks noGrp="1"/>
          </p:cNvSpPr>
          <p:nvPr>
            <p:ph type="body" sz="quarter" idx="18" hasCustomPrompt="1"/>
          </p:nvPr>
        </p:nvSpPr>
        <p:spPr>
          <a:xfrm>
            <a:off x="411587" y="849536"/>
            <a:ext cx="2635550" cy="1926795"/>
          </a:xfrm>
          <a:prstGeom prst="rect">
            <a:avLst/>
          </a:prstGeom>
          <a:noFill/>
        </p:spPr>
        <p:txBody>
          <a:bodyPr lIns="0" tIns="0" rIns="0" bIns="0" anchor="t">
            <a:noAutofit/>
          </a:bodyPr>
          <a:lstStyle>
            <a:lvl1pPr marL="0" indent="0">
              <a:lnSpc>
                <a:spcPts val="3151"/>
              </a:lnSpc>
              <a:spcBef>
                <a:spcPts val="0"/>
              </a:spcBef>
              <a:buFont typeface="Arial" panose="020B0604020202020204" pitchFamily="34" charset="0"/>
              <a:buNone/>
              <a:defRPr sz="3451" b="1" strike="noStrike" spc="-113" baseline="0">
                <a:solidFill>
                  <a:schemeClr val="bg1"/>
                </a:solidFill>
              </a:defRPr>
            </a:lvl1pPr>
            <a:lvl2pPr marL="256053" indent="0">
              <a:buNone/>
              <a:defRPr/>
            </a:lvl2pPr>
            <a:lvl3pPr marL="509723" indent="0">
              <a:buNone/>
              <a:defRPr/>
            </a:lvl3pPr>
            <a:lvl4pPr marL="725284" indent="0">
              <a:buNone/>
              <a:defRPr/>
            </a:lvl4pPr>
            <a:lvl5pPr marL="859860" indent="0">
              <a:buNone/>
              <a:defRPr/>
            </a:lvl5pPr>
          </a:lstStyle>
          <a:p>
            <a:pPr lvl="0"/>
            <a:r>
              <a:rPr lang="en-US" dirty="0"/>
              <a:t>Photo plus</a:t>
            </a:r>
            <a:br>
              <a:rPr lang="en-US" dirty="0"/>
            </a:br>
            <a:r>
              <a:rPr lang="en-US" dirty="0"/>
              <a:t>statement</a:t>
            </a:r>
            <a:br>
              <a:rPr lang="en-US" dirty="0"/>
            </a:br>
            <a:r>
              <a:rPr lang="en-US" dirty="0"/>
              <a:t>layout</a:t>
            </a:r>
          </a:p>
        </p:txBody>
      </p:sp>
      <p:sp>
        <p:nvSpPr>
          <p:cNvPr id="19" name="Text Placeholder 7">
            <a:extLst>
              <a:ext uri="{FF2B5EF4-FFF2-40B4-BE49-F238E27FC236}">
                <a16:creationId xmlns:a16="http://schemas.microsoft.com/office/drawing/2014/main" id="{20B0D42B-CBC4-443F-B475-39C1A11F88E2}"/>
              </a:ext>
            </a:extLst>
          </p:cNvPr>
          <p:cNvSpPr>
            <a:spLocks noGrp="1"/>
          </p:cNvSpPr>
          <p:nvPr>
            <p:ph type="body" sz="quarter" idx="19" hasCustomPrompt="1"/>
          </p:nvPr>
        </p:nvSpPr>
        <p:spPr>
          <a:xfrm>
            <a:off x="411588" y="2943639"/>
            <a:ext cx="2635549" cy="1641615"/>
          </a:xfrm>
          <a:prstGeom prst="rect">
            <a:avLst/>
          </a:prstGeom>
        </p:spPr>
        <p:txBody>
          <a:bodyPr lIns="0" tIns="0" rIns="0" bIns="0"/>
          <a:lstStyle>
            <a:lvl1pPr marL="0" indent="0">
              <a:lnSpc>
                <a:spcPts val="1800"/>
              </a:lnSpc>
              <a:spcBef>
                <a:spcPts val="0"/>
              </a:spcBef>
              <a:buNone/>
              <a:defRPr sz="1800" baseline="0">
                <a:solidFill>
                  <a:schemeClr val="bg1"/>
                </a:solidFill>
              </a:defRPr>
            </a:lvl1pPr>
            <a:lvl2pPr marL="457242" indent="0">
              <a:buNone/>
              <a:defRPr/>
            </a:lvl2pPr>
            <a:lvl3pPr marL="914483" indent="0">
              <a:buNone/>
              <a:defRPr/>
            </a:lvl3pPr>
            <a:lvl4pPr marL="1371726" indent="0">
              <a:buNone/>
              <a:defRPr/>
            </a:lvl4pPr>
            <a:lvl5pPr marL="1828967" indent="0">
              <a:buNone/>
              <a:defRPr/>
            </a:lvl5pPr>
          </a:lstStyle>
          <a:p>
            <a:pPr lvl="0"/>
            <a:r>
              <a:rPr lang="en-US" dirty="0"/>
              <a:t>Subtitle goes here</a:t>
            </a:r>
          </a:p>
        </p:txBody>
      </p:sp>
    </p:spTree>
    <p:extLst>
      <p:ext uri="{BB962C8B-B14F-4D97-AF65-F5344CB8AC3E}">
        <p14:creationId xmlns:p14="http://schemas.microsoft.com/office/powerpoint/2010/main" val="1594562431"/>
      </p:ext>
    </p:extLst>
  </p:cSld>
  <p:clrMapOvr>
    <a:masterClrMapping/>
  </p:clrMapOvr>
  <p:transition spd="med"/>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Big Idea">
    <p:bg>
      <p:bgPr>
        <a:solidFill>
          <a:schemeClr val="accent3">
            <a:lumMod val="25000"/>
          </a:schemeClr>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8CB8992-3FC1-1D5A-F5A3-5A7867B1CF80}"/>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dirty="0"/>
          </a:p>
        </p:txBody>
      </p:sp>
      <p:sp>
        <p:nvSpPr>
          <p:cNvPr id="7" name="Text Placeholder 6">
            <a:extLst>
              <a:ext uri="{FF2B5EF4-FFF2-40B4-BE49-F238E27FC236}">
                <a16:creationId xmlns:a16="http://schemas.microsoft.com/office/drawing/2014/main" id="{EFEF7F64-EAB6-F941-857A-EB6862B07383}"/>
              </a:ext>
            </a:extLst>
          </p:cNvPr>
          <p:cNvSpPr>
            <a:spLocks noGrp="1"/>
          </p:cNvSpPr>
          <p:nvPr>
            <p:ph type="body" sz="quarter" idx="11" hasCustomPrompt="1"/>
          </p:nvPr>
        </p:nvSpPr>
        <p:spPr>
          <a:xfrm>
            <a:off x="570458" y="2163655"/>
            <a:ext cx="8003084" cy="2530693"/>
          </a:xfrm>
          <a:prstGeom prst="rect">
            <a:avLst/>
          </a:prstGeom>
        </p:spPr>
        <p:txBody>
          <a:bodyPr wrap="square" lIns="0" rIns="0" anchor="ctr" anchorCtr="0">
            <a:spAutoFit/>
          </a:bodyPr>
          <a:lstStyle>
            <a:lvl1pPr marL="0" indent="0">
              <a:lnSpc>
                <a:spcPct val="80000"/>
              </a:lnSpc>
              <a:spcBef>
                <a:spcPts val="0"/>
              </a:spcBef>
              <a:buNone/>
              <a:defRPr sz="6602" b="1">
                <a:solidFill>
                  <a:schemeClr val="bg1"/>
                </a:solidFill>
              </a:defRPr>
            </a:lvl1pPr>
            <a:lvl2pPr marL="457242" indent="0">
              <a:buNone/>
              <a:defRPr/>
            </a:lvl2pPr>
          </a:lstStyle>
          <a:p>
            <a:pPr lvl="0"/>
            <a:r>
              <a:rPr lang="en-US" dirty="0"/>
              <a:t>Click to edit big idea, statement or subject</a:t>
            </a:r>
          </a:p>
        </p:txBody>
      </p:sp>
    </p:spTree>
    <p:extLst>
      <p:ext uri="{BB962C8B-B14F-4D97-AF65-F5344CB8AC3E}">
        <p14:creationId xmlns:p14="http://schemas.microsoft.com/office/powerpoint/2010/main" val="3274737540"/>
      </p:ext>
    </p:extLst>
  </p:cSld>
  <p:clrMapOvr>
    <a:masterClrMapping/>
  </p:clrMapOvr>
  <p:transition spd="med"/>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Quote Layout">
    <p:bg>
      <p:bgPr>
        <a:solidFill>
          <a:schemeClr val="bg1"/>
        </a:solidFill>
        <a:effectLst/>
      </p:bgPr>
    </p:bg>
    <p:spTree>
      <p:nvGrpSpPr>
        <p:cNvPr id="1" name=""/>
        <p:cNvGrpSpPr/>
        <p:nvPr/>
      </p:nvGrpSpPr>
      <p:grpSpPr>
        <a:xfrm>
          <a:off x="0" y="0"/>
          <a:ext cx="0" cy="0"/>
          <a:chOff x="0" y="0"/>
          <a:chExt cx="0" cy="0"/>
        </a:xfrm>
      </p:grpSpPr>
      <p:sp>
        <p:nvSpPr>
          <p:cNvPr id="15" name="Text Placeholder 107"/>
          <p:cNvSpPr>
            <a:spLocks noGrp="1"/>
          </p:cNvSpPr>
          <p:nvPr>
            <p:ph type="body" sz="quarter" idx="18" hasCustomPrompt="1"/>
          </p:nvPr>
        </p:nvSpPr>
        <p:spPr bwMode="white">
          <a:xfrm>
            <a:off x="569268" y="1812556"/>
            <a:ext cx="7432627" cy="2759445"/>
          </a:xfrm>
          <a:prstGeom prst="rect">
            <a:avLst/>
          </a:prstGeom>
        </p:spPr>
        <p:txBody>
          <a:bodyPr lIns="0" anchor="t">
            <a:normAutofit/>
          </a:bodyPr>
          <a:lstStyle>
            <a:lvl1pPr marL="0" indent="0" algn="l">
              <a:lnSpc>
                <a:spcPct val="85000"/>
              </a:lnSpc>
              <a:spcBef>
                <a:spcPts val="0"/>
              </a:spcBef>
              <a:buNone/>
              <a:defRPr sz="3301" b="1" spc="-113">
                <a:solidFill>
                  <a:schemeClr val="tx1"/>
                </a:solidFill>
              </a:defRPr>
            </a:lvl1pPr>
            <a:lvl2pPr marL="256053" indent="0" algn="ctr">
              <a:buNone/>
              <a:defRPr>
                <a:solidFill>
                  <a:schemeClr val="bg1"/>
                </a:solidFill>
              </a:defRPr>
            </a:lvl2pPr>
            <a:lvl3pPr marL="509723" indent="0" algn="ctr">
              <a:buNone/>
              <a:defRPr>
                <a:solidFill>
                  <a:schemeClr val="bg1"/>
                </a:solidFill>
              </a:defRPr>
            </a:lvl3pPr>
            <a:lvl4pPr marL="725284" indent="0" algn="ctr">
              <a:buNone/>
              <a:defRPr>
                <a:solidFill>
                  <a:schemeClr val="bg1"/>
                </a:solidFill>
              </a:defRPr>
            </a:lvl4pPr>
            <a:lvl5pPr marL="859860" indent="0" algn="ctr">
              <a:buNone/>
              <a:defRPr>
                <a:solidFill>
                  <a:schemeClr val="bg1"/>
                </a:solidFill>
              </a:defRPr>
            </a:lvl5pPr>
          </a:lstStyle>
          <a:p>
            <a:pPr lvl="0"/>
            <a:r>
              <a:rPr lang="en-US" dirty="0"/>
              <a:t>Click to edit quote</a:t>
            </a:r>
          </a:p>
        </p:txBody>
      </p:sp>
      <p:sp>
        <p:nvSpPr>
          <p:cNvPr id="17" name="Text Placeholder 110"/>
          <p:cNvSpPr>
            <a:spLocks noGrp="1"/>
          </p:cNvSpPr>
          <p:nvPr>
            <p:ph type="body" sz="quarter" idx="19" hasCustomPrompt="1"/>
          </p:nvPr>
        </p:nvSpPr>
        <p:spPr>
          <a:xfrm>
            <a:off x="569268" y="5045446"/>
            <a:ext cx="7432627" cy="327782"/>
          </a:xfrm>
          <a:prstGeom prst="rect">
            <a:avLst/>
          </a:prstGeom>
        </p:spPr>
        <p:txBody>
          <a:bodyPr lIns="0">
            <a:spAutoFit/>
          </a:bodyPr>
          <a:lstStyle>
            <a:lvl1pPr marL="0" indent="0" algn="l">
              <a:lnSpc>
                <a:spcPct val="85000"/>
              </a:lnSpc>
              <a:spcBef>
                <a:spcPts val="0"/>
              </a:spcBef>
              <a:buNone/>
              <a:defRPr sz="1800" b="1" spc="-113" baseline="0">
                <a:solidFill>
                  <a:schemeClr val="tx1"/>
                </a:solidFill>
              </a:defRPr>
            </a:lvl1pPr>
            <a:lvl2pPr marL="256053" indent="0">
              <a:buNone/>
              <a:defRPr/>
            </a:lvl2pPr>
            <a:lvl3pPr marL="509723" indent="0">
              <a:buNone/>
              <a:defRPr/>
            </a:lvl3pPr>
            <a:lvl4pPr marL="725284" indent="0">
              <a:buNone/>
              <a:defRPr/>
            </a:lvl4pPr>
            <a:lvl5pPr marL="859860" indent="0">
              <a:buNone/>
              <a:defRPr/>
            </a:lvl5pPr>
          </a:lstStyle>
          <a:p>
            <a:pPr lvl="0"/>
            <a:r>
              <a:rPr lang="en-US" dirty="0"/>
              <a:t>Click to edit quote source</a:t>
            </a:r>
          </a:p>
        </p:txBody>
      </p:sp>
      <p:sp>
        <p:nvSpPr>
          <p:cNvPr id="2" name="Slide Number Placeholder 1">
            <a:extLst>
              <a:ext uri="{FF2B5EF4-FFF2-40B4-BE49-F238E27FC236}">
                <a16:creationId xmlns:a16="http://schemas.microsoft.com/office/drawing/2014/main" id="{3E815315-0D5A-DC09-BF8B-373910164840}"/>
              </a:ext>
            </a:extLst>
          </p:cNvPr>
          <p:cNvSpPr>
            <a:spLocks noGrp="1"/>
          </p:cNvSpPr>
          <p:nvPr>
            <p:ph type="sldNum" sz="quarter" idx="20"/>
          </p:nvPr>
        </p:nvSpPr>
        <p:spPr/>
        <p:txBody>
          <a:bodyPr/>
          <a:lstStyle/>
          <a:p>
            <a:fld id="{6D22F896-40B5-4ADD-8801-0D06FADFA095}" type="slidenum">
              <a:rPr lang="en-US" smtClean="0"/>
              <a:pPr/>
              <a:t>‹#›</a:t>
            </a:fld>
            <a:endParaRPr lang="en-US" dirty="0"/>
          </a:p>
        </p:txBody>
      </p:sp>
      <p:grpSp>
        <p:nvGrpSpPr>
          <p:cNvPr id="11" name="Group 10">
            <a:extLst>
              <a:ext uri="{FF2B5EF4-FFF2-40B4-BE49-F238E27FC236}">
                <a16:creationId xmlns:a16="http://schemas.microsoft.com/office/drawing/2014/main" id="{A037CD95-D004-2B21-4A36-C02C76A5C015}"/>
              </a:ext>
            </a:extLst>
          </p:cNvPr>
          <p:cNvGrpSpPr/>
          <p:nvPr userDrawn="1"/>
        </p:nvGrpSpPr>
        <p:grpSpPr>
          <a:xfrm>
            <a:off x="569268" y="788988"/>
            <a:ext cx="743144" cy="735013"/>
            <a:chOff x="657226" y="398463"/>
            <a:chExt cx="990600" cy="735013"/>
          </a:xfrm>
          <a:gradFill>
            <a:gsLst>
              <a:gs pos="100000">
                <a:srgbClr val="F5A598"/>
              </a:gs>
              <a:gs pos="47000">
                <a:srgbClr val="D2ADC9"/>
              </a:gs>
              <a:gs pos="77000">
                <a:srgbClr val="E6BDC1"/>
              </a:gs>
              <a:gs pos="9000">
                <a:srgbClr val="A7B6D3"/>
              </a:gs>
            </a:gsLst>
            <a:lin ang="13500000" scaled="1"/>
          </a:gradFill>
        </p:grpSpPr>
        <p:sp>
          <p:nvSpPr>
            <p:cNvPr id="12" name="Freeform 5">
              <a:extLst>
                <a:ext uri="{FF2B5EF4-FFF2-40B4-BE49-F238E27FC236}">
                  <a16:creationId xmlns:a16="http://schemas.microsoft.com/office/drawing/2014/main" id="{7478010D-01FF-497C-41EB-76A4E063D3B3}"/>
                </a:ext>
              </a:extLst>
            </p:cNvPr>
            <p:cNvSpPr>
              <a:spLocks/>
            </p:cNvSpPr>
            <p:nvPr userDrawn="1"/>
          </p:nvSpPr>
          <p:spPr bwMode="auto">
            <a:xfrm>
              <a:off x="657226" y="398463"/>
              <a:ext cx="452438" cy="735013"/>
            </a:xfrm>
            <a:custGeom>
              <a:avLst/>
              <a:gdLst>
                <a:gd name="T0" fmla="*/ 0 w 452"/>
                <a:gd name="T1" fmla="*/ 428 h 736"/>
                <a:gd name="T2" fmla="*/ 422 w 452"/>
                <a:gd name="T3" fmla="*/ 0 h 736"/>
                <a:gd name="T4" fmla="*/ 452 w 452"/>
                <a:gd name="T5" fmla="*/ 144 h 736"/>
                <a:gd name="T6" fmla="*/ 228 w 452"/>
                <a:gd name="T7" fmla="*/ 370 h 736"/>
                <a:gd name="T8" fmla="*/ 370 w 452"/>
                <a:gd name="T9" fmla="*/ 370 h 736"/>
                <a:gd name="T10" fmla="*/ 370 w 452"/>
                <a:gd name="T11" fmla="*/ 736 h 736"/>
                <a:gd name="T12" fmla="*/ 0 w 452"/>
                <a:gd name="T13" fmla="*/ 736 h 736"/>
                <a:gd name="T14" fmla="*/ 0 w 452"/>
                <a:gd name="T15" fmla="*/ 428 h 7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2" h="736">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3" name="Freeform 6">
              <a:extLst>
                <a:ext uri="{FF2B5EF4-FFF2-40B4-BE49-F238E27FC236}">
                  <a16:creationId xmlns:a16="http://schemas.microsoft.com/office/drawing/2014/main" id="{C7C4737E-BF88-7B2F-7399-008A3E052A17}"/>
                </a:ext>
              </a:extLst>
            </p:cNvPr>
            <p:cNvSpPr>
              <a:spLocks/>
            </p:cNvSpPr>
            <p:nvPr userDrawn="1"/>
          </p:nvSpPr>
          <p:spPr bwMode="auto">
            <a:xfrm>
              <a:off x="1195388" y="398463"/>
              <a:ext cx="452438" cy="735013"/>
            </a:xfrm>
            <a:custGeom>
              <a:avLst/>
              <a:gdLst>
                <a:gd name="T0" fmla="*/ 0 w 452"/>
                <a:gd name="T1" fmla="*/ 428 h 736"/>
                <a:gd name="T2" fmla="*/ 422 w 452"/>
                <a:gd name="T3" fmla="*/ 0 h 736"/>
                <a:gd name="T4" fmla="*/ 452 w 452"/>
                <a:gd name="T5" fmla="*/ 144 h 736"/>
                <a:gd name="T6" fmla="*/ 228 w 452"/>
                <a:gd name="T7" fmla="*/ 370 h 736"/>
                <a:gd name="T8" fmla="*/ 370 w 452"/>
                <a:gd name="T9" fmla="*/ 370 h 736"/>
                <a:gd name="T10" fmla="*/ 370 w 452"/>
                <a:gd name="T11" fmla="*/ 736 h 736"/>
                <a:gd name="T12" fmla="*/ 0 w 452"/>
                <a:gd name="T13" fmla="*/ 736 h 736"/>
                <a:gd name="T14" fmla="*/ 0 w 452"/>
                <a:gd name="T15" fmla="*/ 428 h 7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2" h="736">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Tree>
    <p:extLst>
      <p:ext uri="{BB962C8B-B14F-4D97-AF65-F5344CB8AC3E}">
        <p14:creationId xmlns:p14="http://schemas.microsoft.com/office/powerpoint/2010/main" val="1447345265"/>
      </p:ext>
    </p:extLst>
  </p:cSld>
  <p:clrMapOvr>
    <a:masterClrMapping/>
  </p:clrMapOvr>
  <p:transition spd="med"/>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Quote Layout_Black">
    <p:bg>
      <p:bgPr>
        <a:solidFill>
          <a:srgbClr val="1E0113"/>
        </a:solidFill>
        <a:effectLst/>
      </p:bgPr>
    </p:bg>
    <p:spTree>
      <p:nvGrpSpPr>
        <p:cNvPr id="1" name=""/>
        <p:cNvGrpSpPr/>
        <p:nvPr/>
      </p:nvGrpSpPr>
      <p:grpSpPr>
        <a:xfrm>
          <a:off x="0" y="0"/>
          <a:ext cx="0" cy="0"/>
          <a:chOff x="0" y="0"/>
          <a:chExt cx="0" cy="0"/>
        </a:xfrm>
      </p:grpSpPr>
      <p:sp>
        <p:nvSpPr>
          <p:cNvPr id="15" name="Text Placeholder 107"/>
          <p:cNvSpPr>
            <a:spLocks noGrp="1"/>
          </p:cNvSpPr>
          <p:nvPr>
            <p:ph type="body" sz="quarter" idx="18" hasCustomPrompt="1"/>
          </p:nvPr>
        </p:nvSpPr>
        <p:spPr bwMode="white">
          <a:xfrm>
            <a:off x="569269" y="1812556"/>
            <a:ext cx="7436008" cy="2763845"/>
          </a:xfrm>
          <a:prstGeom prst="rect">
            <a:avLst/>
          </a:prstGeom>
        </p:spPr>
        <p:txBody>
          <a:bodyPr lIns="0" anchor="t">
            <a:normAutofit/>
          </a:bodyPr>
          <a:lstStyle>
            <a:lvl1pPr marL="0" indent="0" algn="l">
              <a:lnSpc>
                <a:spcPct val="85000"/>
              </a:lnSpc>
              <a:spcBef>
                <a:spcPts val="0"/>
              </a:spcBef>
              <a:buNone/>
              <a:defRPr sz="3301" b="1" spc="-113">
                <a:solidFill>
                  <a:schemeClr val="bg1"/>
                </a:solidFill>
              </a:defRPr>
            </a:lvl1pPr>
            <a:lvl2pPr marL="256053" indent="0" algn="ctr">
              <a:buNone/>
              <a:defRPr>
                <a:solidFill>
                  <a:schemeClr val="bg1"/>
                </a:solidFill>
              </a:defRPr>
            </a:lvl2pPr>
            <a:lvl3pPr marL="509723" indent="0" algn="ctr">
              <a:buNone/>
              <a:defRPr>
                <a:solidFill>
                  <a:schemeClr val="bg1"/>
                </a:solidFill>
              </a:defRPr>
            </a:lvl3pPr>
            <a:lvl4pPr marL="725284" indent="0" algn="ctr">
              <a:buNone/>
              <a:defRPr>
                <a:solidFill>
                  <a:schemeClr val="bg1"/>
                </a:solidFill>
              </a:defRPr>
            </a:lvl4pPr>
            <a:lvl5pPr marL="859860" indent="0" algn="ctr">
              <a:buNone/>
              <a:defRPr>
                <a:solidFill>
                  <a:schemeClr val="bg1"/>
                </a:solidFill>
              </a:defRPr>
            </a:lvl5pPr>
          </a:lstStyle>
          <a:p>
            <a:pPr lvl="0"/>
            <a:r>
              <a:rPr lang="en-US" dirty="0"/>
              <a:t>Click to edit quote</a:t>
            </a:r>
          </a:p>
        </p:txBody>
      </p:sp>
      <p:sp>
        <p:nvSpPr>
          <p:cNvPr id="17" name="Text Placeholder 110"/>
          <p:cNvSpPr>
            <a:spLocks noGrp="1"/>
          </p:cNvSpPr>
          <p:nvPr>
            <p:ph type="body" sz="quarter" idx="19" hasCustomPrompt="1"/>
          </p:nvPr>
        </p:nvSpPr>
        <p:spPr>
          <a:xfrm>
            <a:off x="569268" y="5045446"/>
            <a:ext cx="7436009" cy="406265"/>
          </a:xfrm>
          <a:prstGeom prst="rect">
            <a:avLst/>
          </a:prstGeom>
        </p:spPr>
        <p:txBody>
          <a:bodyPr lIns="0">
            <a:noAutofit/>
          </a:bodyPr>
          <a:lstStyle>
            <a:lvl1pPr marL="0" indent="0" algn="l">
              <a:lnSpc>
                <a:spcPct val="85000"/>
              </a:lnSpc>
              <a:spcBef>
                <a:spcPts val="0"/>
              </a:spcBef>
              <a:buNone/>
              <a:defRPr sz="1800" b="1" spc="-113" baseline="0">
                <a:solidFill>
                  <a:schemeClr val="bg1"/>
                </a:solidFill>
              </a:defRPr>
            </a:lvl1pPr>
            <a:lvl2pPr marL="256053" indent="0">
              <a:buNone/>
              <a:defRPr/>
            </a:lvl2pPr>
            <a:lvl3pPr marL="509723" indent="0">
              <a:buNone/>
              <a:defRPr/>
            </a:lvl3pPr>
            <a:lvl4pPr marL="725284" indent="0">
              <a:buNone/>
              <a:defRPr/>
            </a:lvl4pPr>
            <a:lvl5pPr marL="859860" indent="0">
              <a:buNone/>
              <a:defRPr/>
            </a:lvl5pPr>
          </a:lstStyle>
          <a:p>
            <a:pPr lvl="0"/>
            <a:r>
              <a:rPr lang="en-US" dirty="0"/>
              <a:t>Click to edit quote source</a:t>
            </a:r>
          </a:p>
        </p:txBody>
      </p:sp>
      <p:sp>
        <p:nvSpPr>
          <p:cNvPr id="2" name="Slide Number Placeholder 1">
            <a:extLst>
              <a:ext uri="{FF2B5EF4-FFF2-40B4-BE49-F238E27FC236}">
                <a16:creationId xmlns:a16="http://schemas.microsoft.com/office/drawing/2014/main" id="{765C380F-7235-3AB0-03FD-9418F9E88CA5}"/>
              </a:ext>
            </a:extLst>
          </p:cNvPr>
          <p:cNvSpPr>
            <a:spLocks noGrp="1"/>
          </p:cNvSpPr>
          <p:nvPr>
            <p:ph type="sldNum" sz="quarter" idx="20"/>
          </p:nvPr>
        </p:nvSpPr>
        <p:spPr/>
        <p:txBody>
          <a:bodyPr/>
          <a:lstStyle>
            <a:lvl1pPr>
              <a:defRPr>
                <a:solidFill>
                  <a:schemeClr val="bg1"/>
                </a:solidFill>
              </a:defRPr>
            </a:lvl1pPr>
          </a:lstStyle>
          <a:p>
            <a:fld id="{6D22F896-40B5-4ADD-8801-0D06FADFA095}" type="slidenum">
              <a:rPr lang="en-US" smtClean="0"/>
              <a:pPr/>
              <a:t>‹#›</a:t>
            </a:fld>
            <a:endParaRPr lang="en-US" dirty="0"/>
          </a:p>
        </p:txBody>
      </p:sp>
      <p:grpSp>
        <p:nvGrpSpPr>
          <p:cNvPr id="18" name="Group 17">
            <a:extLst>
              <a:ext uri="{FF2B5EF4-FFF2-40B4-BE49-F238E27FC236}">
                <a16:creationId xmlns:a16="http://schemas.microsoft.com/office/drawing/2014/main" id="{3302BD98-6DAE-1743-EC0B-3BD86F2E6E9E}"/>
              </a:ext>
            </a:extLst>
          </p:cNvPr>
          <p:cNvGrpSpPr/>
          <p:nvPr userDrawn="1"/>
        </p:nvGrpSpPr>
        <p:grpSpPr>
          <a:xfrm>
            <a:off x="569268" y="788988"/>
            <a:ext cx="743144" cy="735013"/>
            <a:chOff x="657226" y="398463"/>
            <a:chExt cx="990600" cy="735013"/>
          </a:xfrm>
          <a:gradFill>
            <a:gsLst>
              <a:gs pos="100000">
                <a:srgbClr val="391262"/>
              </a:gs>
              <a:gs pos="26000">
                <a:srgbClr val="64131E"/>
              </a:gs>
              <a:gs pos="0">
                <a:srgbClr val="831B22"/>
              </a:gs>
              <a:gs pos="66000">
                <a:srgbClr val="4D144A"/>
              </a:gs>
            </a:gsLst>
            <a:lin ang="13500000" scaled="1"/>
          </a:gradFill>
        </p:grpSpPr>
        <p:sp>
          <p:nvSpPr>
            <p:cNvPr id="19" name="Freeform 5">
              <a:extLst>
                <a:ext uri="{FF2B5EF4-FFF2-40B4-BE49-F238E27FC236}">
                  <a16:creationId xmlns:a16="http://schemas.microsoft.com/office/drawing/2014/main" id="{7427A43A-50DD-D6E1-5FBF-AC4CB787054F}"/>
                </a:ext>
              </a:extLst>
            </p:cNvPr>
            <p:cNvSpPr>
              <a:spLocks/>
            </p:cNvSpPr>
            <p:nvPr userDrawn="1"/>
          </p:nvSpPr>
          <p:spPr bwMode="auto">
            <a:xfrm>
              <a:off x="657226" y="398463"/>
              <a:ext cx="452438" cy="735013"/>
            </a:xfrm>
            <a:custGeom>
              <a:avLst/>
              <a:gdLst>
                <a:gd name="T0" fmla="*/ 0 w 452"/>
                <a:gd name="T1" fmla="*/ 428 h 736"/>
                <a:gd name="T2" fmla="*/ 422 w 452"/>
                <a:gd name="T3" fmla="*/ 0 h 736"/>
                <a:gd name="T4" fmla="*/ 452 w 452"/>
                <a:gd name="T5" fmla="*/ 144 h 736"/>
                <a:gd name="T6" fmla="*/ 228 w 452"/>
                <a:gd name="T7" fmla="*/ 370 h 736"/>
                <a:gd name="T8" fmla="*/ 370 w 452"/>
                <a:gd name="T9" fmla="*/ 370 h 736"/>
                <a:gd name="T10" fmla="*/ 370 w 452"/>
                <a:gd name="T11" fmla="*/ 736 h 736"/>
                <a:gd name="T12" fmla="*/ 0 w 452"/>
                <a:gd name="T13" fmla="*/ 736 h 736"/>
                <a:gd name="T14" fmla="*/ 0 w 452"/>
                <a:gd name="T15" fmla="*/ 428 h 7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2" h="736">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20" name="Freeform 6">
              <a:extLst>
                <a:ext uri="{FF2B5EF4-FFF2-40B4-BE49-F238E27FC236}">
                  <a16:creationId xmlns:a16="http://schemas.microsoft.com/office/drawing/2014/main" id="{10BB8F0C-C9B6-64D7-DD2C-3BDDA0FDE7B3}"/>
                </a:ext>
              </a:extLst>
            </p:cNvPr>
            <p:cNvSpPr>
              <a:spLocks/>
            </p:cNvSpPr>
            <p:nvPr userDrawn="1"/>
          </p:nvSpPr>
          <p:spPr bwMode="auto">
            <a:xfrm>
              <a:off x="1195388" y="398463"/>
              <a:ext cx="452438" cy="735013"/>
            </a:xfrm>
            <a:custGeom>
              <a:avLst/>
              <a:gdLst>
                <a:gd name="T0" fmla="*/ 0 w 452"/>
                <a:gd name="T1" fmla="*/ 428 h 736"/>
                <a:gd name="T2" fmla="*/ 422 w 452"/>
                <a:gd name="T3" fmla="*/ 0 h 736"/>
                <a:gd name="T4" fmla="*/ 452 w 452"/>
                <a:gd name="T5" fmla="*/ 144 h 736"/>
                <a:gd name="T6" fmla="*/ 228 w 452"/>
                <a:gd name="T7" fmla="*/ 370 h 736"/>
                <a:gd name="T8" fmla="*/ 370 w 452"/>
                <a:gd name="T9" fmla="*/ 370 h 736"/>
                <a:gd name="T10" fmla="*/ 370 w 452"/>
                <a:gd name="T11" fmla="*/ 736 h 736"/>
                <a:gd name="T12" fmla="*/ 0 w 452"/>
                <a:gd name="T13" fmla="*/ 736 h 736"/>
                <a:gd name="T14" fmla="*/ 0 w 452"/>
                <a:gd name="T15" fmla="*/ 428 h 7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2" h="736">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Tree>
    <p:extLst>
      <p:ext uri="{BB962C8B-B14F-4D97-AF65-F5344CB8AC3E}">
        <p14:creationId xmlns:p14="http://schemas.microsoft.com/office/powerpoint/2010/main" val="257206384"/>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Quote Layout_Color">
    <p:bg>
      <p:bgPr>
        <a:gradFill>
          <a:gsLst>
            <a:gs pos="100000">
              <a:srgbClr val="391262"/>
            </a:gs>
            <a:gs pos="38000">
              <a:srgbClr val="64131E"/>
            </a:gs>
            <a:gs pos="0">
              <a:srgbClr val="831B22"/>
            </a:gs>
            <a:gs pos="71000">
              <a:srgbClr val="4D144A"/>
            </a:gs>
          </a:gsLst>
          <a:path path="circle">
            <a:fillToRect l="100000" t="100000"/>
          </a:path>
        </a:gradFill>
        <a:effectLst/>
      </p:bgPr>
    </p:bg>
    <p:spTree>
      <p:nvGrpSpPr>
        <p:cNvPr id="1" name=""/>
        <p:cNvGrpSpPr/>
        <p:nvPr/>
      </p:nvGrpSpPr>
      <p:grpSpPr>
        <a:xfrm>
          <a:off x="0" y="0"/>
          <a:ext cx="0" cy="0"/>
          <a:chOff x="0" y="0"/>
          <a:chExt cx="0" cy="0"/>
        </a:xfrm>
      </p:grpSpPr>
      <p:sp>
        <p:nvSpPr>
          <p:cNvPr id="15" name="Text Placeholder 107"/>
          <p:cNvSpPr>
            <a:spLocks noGrp="1"/>
          </p:cNvSpPr>
          <p:nvPr>
            <p:ph type="body" sz="quarter" idx="18" hasCustomPrompt="1"/>
          </p:nvPr>
        </p:nvSpPr>
        <p:spPr bwMode="white">
          <a:xfrm>
            <a:off x="569269" y="1812556"/>
            <a:ext cx="7432625" cy="2759445"/>
          </a:xfrm>
          <a:prstGeom prst="rect">
            <a:avLst/>
          </a:prstGeom>
        </p:spPr>
        <p:txBody>
          <a:bodyPr lIns="0" anchor="t">
            <a:normAutofit/>
          </a:bodyPr>
          <a:lstStyle>
            <a:lvl1pPr marL="0" indent="0" algn="l">
              <a:lnSpc>
                <a:spcPct val="85000"/>
              </a:lnSpc>
              <a:spcBef>
                <a:spcPts val="0"/>
              </a:spcBef>
              <a:buNone/>
              <a:defRPr sz="3301" b="1" spc="-113">
                <a:solidFill>
                  <a:schemeClr val="bg1"/>
                </a:solidFill>
              </a:defRPr>
            </a:lvl1pPr>
            <a:lvl2pPr marL="256053" indent="0" algn="ctr">
              <a:buNone/>
              <a:defRPr>
                <a:solidFill>
                  <a:schemeClr val="bg1"/>
                </a:solidFill>
              </a:defRPr>
            </a:lvl2pPr>
            <a:lvl3pPr marL="509723" indent="0" algn="ctr">
              <a:buNone/>
              <a:defRPr>
                <a:solidFill>
                  <a:schemeClr val="bg1"/>
                </a:solidFill>
              </a:defRPr>
            </a:lvl3pPr>
            <a:lvl4pPr marL="725284" indent="0" algn="ctr">
              <a:buNone/>
              <a:defRPr>
                <a:solidFill>
                  <a:schemeClr val="bg1"/>
                </a:solidFill>
              </a:defRPr>
            </a:lvl4pPr>
            <a:lvl5pPr marL="859860" indent="0" algn="ctr">
              <a:buNone/>
              <a:defRPr>
                <a:solidFill>
                  <a:schemeClr val="bg1"/>
                </a:solidFill>
              </a:defRPr>
            </a:lvl5pPr>
          </a:lstStyle>
          <a:p>
            <a:pPr lvl="0"/>
            <a:r>
              <a:rPr lang="en-US" dirty="0"/>
              <a:t>Click to edit quote</a:t>
            </a:r>
          </a:p>
        </p:txBody>
      </p:sp>
      <p:sp>
        <p:nvSpPr>
          <p:cNvPr id="17" name="Text Placeholder 110"/>
          <p:cNvSpPr>
            <a:spLocks noGrp="1"/>
          </p:cNvSpPr>
          <p:nvPr>
            <p:ph type="body" sz="quarter" idx="19" hasCustomPrompt="1"/>
          </p:nvPr>
        </p:nvSpPr>
        <p:spPr>
          <a:xfrm>
            <a:off x="569268" y="5045446"/>
            <a:ext cx="7432626" cy="406265"/>
          </a:xfrm>
          <a:prstGeom prst="rect">
            <a:avLst/>
          </a:prstGeom>
        </p:spPr>
        <p:txBody>
          <a:bodyPr lIns="0">
            <a:noAutofit/>
          </a:bodyPr>
          <a:lstStyle>
            <a:lvl1pPr marL="0" indent="0" algn="l">
              <a:lnSpc>
                <a:spcPct val="85000"/>
              </a:lnSpc>
              <a:spcBef>
                <a:spcPts val="0"/>
              </a:spcBef>
              <a:buNone/>
              <a:defRPr sz="1800" b="1" spc="-113" baseline="0">
                <a:solidFill>
                  <a:schemeClr val="bg1"/>
                </a:solidFill>
              </a:defRPr>
            </a:lvl1pPr>
            <a:lvl2pPr marL="256053" indent="0">
              <a:buNone/>
              <a:defRPr/>
            </a:lvl2pPr>
            <a:lvl3pPr marL="509723" indent="0">
              <a:buNone/>
              <a:defRPr/>
            </a:lvl3pPr>
            <a:lvl4pPr marL="725284" indent="0">
              <a:buNone/>
              <a:defRPr/>
            </a:lvl4pPr>
            <a:lvl5pPr marL="859860" indent="0">
              <a:buNone/>
              <a:defRPr/>
            </a:lvl5pPr>
          </a:lstStyle>
          <a:p>
            <a:pPr lvl="0"/>
            <a:r>
              <a:rPr lang="en-US" dirty="0"/>
              <a:t>Click to edit quote source</a:t>
            </a:r>
          </a:p>
        </p:txBody>
      </p:sp>
      <p:sp>
        <p:nvSpPr>
          <p:cNvPr id="2" name="Slide Number Placeholder 1">
            <a:extLst>
              <a:ext uri="{FF2B5EF4-FFF2-40B4-BE49-F238E27FC236}">
                <a16:creationId xmlns:a16="http://schemas.microsoft.com/office/drawing/2014/main" id="{EBA179E8-3325-1689-7216-8DD26DF9516C}"/>
              </a:ext>
            </a:extLst>
          </p:cNvPr>
          <p:cNvSpPr>
            <a:spLocks noGrp="1"/>
          </p:cNvSpPr>
          <p:nvPr>
            <p:ph type="sldNum" sz="quarter" idx="20"/>
          </p:nvPr>
        </p:nvSpPr>
        <p:spPr/>
        <p:txBody>
          <a:bodyPr/>
          <a:lstStyle>
            <a:lvl1pPr>
              <a:defRPr>
                <a:solidFill>
                  <a:schemeClr val="bg1"/>
                </a:solidFill>
              </a:defRPr>
            </a:lvl1pPr>
          </a:lstStyle>
          <a:p>
            <a:fld id="{6D22F896-40B5-4ADD-8801-0D06FADFA095}" type="slidenum">
              <a:rPr lang="en-US" smtClean="0"/>
              <a:pPr/>
              <a:t>‹#›</a:t>
            </a:fld>
            <a:endParaRPr lang="en-US" dirty="0"/>
          </a:p>
        </p:txBody>
      </p:sp>
      <p:grpSp>
        <p:nvGrpSpPr>
          <p:cNvPr id="34" name="Group 33">
            <a:extLst>
              <a:ext uri="{FF2B5EF4-FFF2-40B4-BE49-F238E27FC236}">
                <a16:creationId xmlns:a16="http://schemas.microsoft.com/office/drawing/2014/main" id="{E897E0CA-E9A9-E0E3-3CBF-4638AF7AEA37}"/>
              </a:ext>
            </a:extLst>
          </p:cNvPr>
          <p:cNvGrpSpPr/>
          <p:nvPr userDrawn="1"/>
        </p:nvGrpSpPr>
        <p:grpSpPr>
          <a:xfrm>
            <a:off x="569268" y="788988"/>
            <a:ext cx="743144" cy="735013"/>
            <a:chOff x="657226" y="398463"/>
            <a:chExt cx="990600" cy="735013"/>
          </a:xfrm>
          <a:solidFill>
            <a:schemeClr val="bg1"/>
          </a:solidFill>
        </p:grpSpPr>
        <p:sp>
          <p:nvSpPr>
            <p:cNvPr id="35" name="Freeform 5">
              <a:extLst>
                <a:ext uri="{FF2B5EF4-FFF2-40B4-BE49-F238E27FC236}">
                  <a16:creationId xmlns:a16="http://schemas.microsoft.com/office/drawing/2014/main" id="{7EEF4626-4306-CF44-30F2-238CF5A9D249}"/>
                </a:ext>
              </a:extLst>
            </p:cNvPr>
            <p:cNvSpPr>
              <a:spLocks/>
            </p:cNvSpPr>
            <p:nvPr userDrawn="1"/>
          </p:nvSpPr>
          <p:spPr bwMode="auto">
            <a:xfrm>
              <a:off x="657226" y="398463"/>
              <a:ext cx="452438" cy="735013"/>
            </a:xfrm>
            <a:custGeom>
              <a:avLst/>
              <a:gdLst>
                <a:gd name="T0" fmla="*/ 0 w 452"/>
                <a:gd name="T1" fmla="*/ 428 h 736"/>
                <a:gd name="T2" fmla="*/ 422 w 452"/>
                <a:gd name="T3" fmla="*/ 0 h 736"/>
                <a:gd name="T4" fmla="*/ 452 w 452"/>
                <a:gd name="T5" fmla="*/ 144 h 736"/>
                <a:gd name="T6" fmla="*/ 228 w 452"/>
                <a:gd name="T7" fmla="*/ 370 h 736"/>
                <a:gd name="T8" fmla="*/ 370 w 452"/>
                <a:gd name="T9" fmla="*/ 370 h 736"/>
                <a:gd name="T10" fmla="*/ 370 w 452"/>
                <a:gd name="T11" fmla="*/ 736 h 736"/>
                <a:gd name="T12" fmla="*/ 0 w 452"/>
                <a:gd name="T13" fmla="*/ 736 h 736"/>
                <a:gd name="T14" fmla="*/ 0 w 452"/>
                <a:gd name="T15" fmla="*/ 428 h 7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2" h="736">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36" name="Freeform 6">
              <a:extLst>
                <a:ext uri="{FF2B5EF4-FFF2-40B4-BE49-F238E27FC236}">
                  <a16:creationId xmlns:a16="http://schemas.microsoft.com/office/drawing/2014/main" id="{6E76F828-F318-AE96-8117-C054CA893D32}"/>
                </a:ext>
              </a:extLst>
            </p:cNvPr>
            <p:cNvSpPr>
              <a:spLocks/>
            </p:cNvSpPr>
            <p:nvPr userDrawn="1"/>
          </p:nvSpPr>
          <p:spPr bwMode="auto">
            <a:xfrm>
              <a:off x="1195388" y="398463"/>
              <a:ext cx="452438" cy="735013"/>
            </a:xfrm>
            <a:custGeom>
              <a:avLst/>
              <a:gdLst>
                <a:gd name="T0" fmla="*/ 0 w 452"/>
                <a:gd name="T1" fmla="*/ 428 h 736"/>
                <a:gd name="T2" fmla="*/ 422 w 452"/>
                <a:gd name="T3" fmla="*/ 0 h 736"/>
                <a:gd name="T4" fmla="*/ 452 w 452"/>
                <a:gd name="T5" fmla="*/ 144 h 736"/>
                <a:gd name="T6" fmla="*/ 228 w 452"/>
                <a:gd name="T7" fmla="*/ 370 h 736"/>
                <a:gd name="T8" fmla="*/ 370 w 452"/>
                <a:gd name="T9" fmla="*/ 370 h 736"/>
                <a:gd name="T10" fmla="*/ 370 w 452"/>
                <a:gd name="T11" fmla="*/ 736 h 736"/>
                <a:gd name="T12" fmla="*/ 0 w 452"/>
                <a:gd name="T13" fmla="*/ 736 h 736"/>
                <a:gd name="T14" fmla="*/ 0 w 452"/>
                <a:gd name="T15" fmla="*/ 428 h 7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2" h="736">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Tree>
    <p:extLst>
      <p:ext uri="{BB962C8B-B14F-4D97-AF65-F5344CB8AC3E}">
        <p14:creationId xmlns:p14="http://schemas.microsoft.com/office/powerpoint/2010/main" val="2413686760"/>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w/ Product">
    <p:spTree>
      <p:nvGrpSpPr>
        <p:cNvPr id="1" name=""/>
        <p:cNvGrpSpPr/>
        <p:nvPr/>
      </p:nvGrpSpPr>
      <p:grpSpPr>
        <a:xfrm>
          <a:off x="0" y="0"/>
          <a:ext cx="0" cy="0"/>
          <a:chOff x="0" y="0"/>
          <a:chExt cx="0" cy="0"/>
        </a:xfrm>
      </p:grpSpPr>
      <p:sp>
        <p:nvSpPr>
          <p:cNvPr id="7" name="Picture Placeholder 8"/>
          <p:cNvSpPr>
            <a:spLocks noGrp="1"/>
          </p:cNvSpPr>
          <p:nvPr>
            <p:ph type="pic" sz="quarter" idx="17"/>
          </p:nvPr>
        </p:nvSpPr>
        <p:spPr>
          <a:xfrm>
            <a:off x="0" y="0"/>
            <a:ext cx="4572000" cy="6858000"/>
          </a:xfrm>
          <a:prstGeom prst="rect">
            <a:avLst/>
          </a:prstGeom>
        </p:spPr>
        <p:txBody>
          <a:bodyPr anchor="ctr"/>
          <a:lstStyle>
            <a:lvl1pPr marL="0" indent="0" algn="ctr">
              <a:buNone/>
              <a:defRPr sz="1800">
                <a:solidFill>
                  <a:schemeClr val="accent1"/>
                </a:solidFill>
              </a:defRPr>
            </a:lvl1pPr>
          </a:lstStyle>
          <a:p>
            <a:r>
              <a:rPr lang="en-US"/>
              <a:t>Click icon to add picture</a:t>
            </a:r>
            <a:endParaRPr lang="en-US" dirty="0"/>
          </a:p>
        </p:txBody>
      </p:sp>
      <p:sp>
        <p:nvSpPr>
          <p:cNvPr id="9" name="Content Placeholder 2"/>
          <p:cNvSpPr>
            <a:spLocks noGrp="1"/>
          </p:cNvSpPr>
          <p:nvPr>
            <p:ph sz="half" idx="18"/>
          </p:nvPr>
        </p:nvSpPr>
        <p:spPr bwMode="gray">
          <a:xfrm>
            <a:off x="5143649" y="1307593"/>
            <a:ext cx="3429894" cy="4788408"/>
          </a:xfrm>
          <a:prstGeom prst="rect">
            <a:avLst/>
          </a:prstGeom>
        </p:spPr>
        <p:txBody>
          <a:bodyPr lIns="0" tIns="0" rIns="0" bIns="0"/>
          <a:lstStyle>
            <a:lvl1pPr marL="128622" indent="-128622">
              <a:lnSpc>
                <a:spcPct val="90000"/>
              </a:lnSpc>
              <a:spcBef>
                <a:spcPts val="750"/>
              </a:spcBef>
              <a:buClrTx/>
              <a:buFont typeface="Arial" panose="020B0604020202020204" pitchFamily="34" charset="0"/>
              <a:buChar char="•"/>
              <a:defRPr sz="1500">
                <a:solidFill>
                  <a:schemeClr val="tx1"/>
                </a:solidFill>
                <a:latin typeface="Arial" pitchFamily="34" charset="0"/>
                <a:cs typeface="Arial" pitchFamily="34" charset="0"/>
              </a:defRPr>
            </a:lvl1pPr>
            <a:lvl2pPr marL="457242" indent="-171466">
              <a:lnSpc>
                <a:spcPct val="90000"/>
              </a:lnSpc>
              <a:spcBef>
                <a:spcPts val="375"/>
              </a:spcBef>
              <a:buClrTx/>
              <a:buFont typeface="Arial" pitchFamily="34" charset="0"/>
              <a:buChar char="–"/>
              <a:defRPr sz="1350">
                <a:solidFill>
                  <a:schemeClr val="tx1"/>
                </a:solidFill>
                <a:latin typeface="Arial" pitchFamily="34" charset="0"/>
                <a:cs typeface="Arial" pitchFamily="34" charset="0"/>
              </a:defRPr>
            </a:lvl2pPr>
            <a:lvl3pPr marL="627121" indent="-112724">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3pPr>
            <a:lvl4pPr marL="860504" indent="-117486">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4pPr>
            <a:lvl5pPr marL="1084362" indent="-112724">
              <a:lnSpc>
                <a:spcPct val="90000"/>
              </a:lnSpc>
              <a:spcBef>
                <a:spcPts val="375"/>
              </a:spcBef>
              <a:buClrTx/>
              <a:buFont typeface="Arial" panose="020B0604020202020204" pitchFamily="34" charset="0"/>
              <a:buChar char="-"/>
              <a:defRPr sz="1350">
                <a:solidFill>
                  <a:schemeClr val="tx1"/>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28"/>
          <p:cNvSpPr>
            <a:spLocks noGrp="1"/>
          </p:cNvSpPr>
          <p:nvPr>
            <p:ph type="title" hasCustomPrompt="1"/>
          </p:nvPr>
        </p:nvSpPr>
        <p:spPr bwMode="gray">
          <a:xfrm>
            <a:off x="5143649" y="442528"/>
            <a:ext cx="3429894" cy="418576"/>
          </a:xfrm>
          <a:prstGeom prst="rect">
            <a:avLst/>
          </a:prstGeom>
        </p:spPr>
        <p:txBody>
          <a:bodyPr wrap="square" lIns="0" tIns="0" rIns="0" bIns="0" anchor="t" anchorCtr="0">
            <a:noAutofit/>
          </a:bodyPr>
          <a:lstStyle>
            <a:lvl1pPr marL="0" algn="l" defTabSz="914484" rtl="0" eaLnBrk="1" latinLnBrk="0" hangingPunct="1">
              <a:lnSpc>
                <a:spcPct val="85000"/>
              </a:lnSpc>
              <a:spcBef>
                <a:spcPct val="0"/>
              </a:spcBef>
              <a:buNone/>
              <a:tabLst>
                <a:tab pos="914484" algn="l"/>
              </a:tabLst>
              <a:defRPr lang="en-US" sz="2401" b="1" kern="1200" cap="none" spc="-113" baseline="0" dirty="0">
                <a:solidFill>
                  <a:schemeClr val="tx1"/>
                </a:solidFill>
                <a:latin typeface="Arial" pitchFamily="34" charset="0"/>
                <a:ea typeface="+mn-ea"/>
                <a:cs typeface="Arial" pitchFamily="34" charset="0"/>
              </a:defRPr>
            </a:lvl1pPr>
          </a:lstStyle>
          <a:p>
            <a:r>
              <a:rPr lang="en-US" dirty="0"/>
              <a:t>Click to edit title</a:t>
            </a:r>
          </a:p>
        </p:txBody>
      </p:sp>
      <p:sp>
        <p:nvSpPr>
          <p:cNvPr id="2" name="Slide Number Placeholder 1">
            <a:extLst>
              <a:ext uri="{FF2B5EF4-FFF2-40B4-BE49-F238E27FC236}">
                <a16:creationId xmlns:a16="http://schemas.microsoft.com/office/drawing/2014/main" id="{0AFBC96C-E04F-90E6-1BBE-C65ECD6E5C14}"/>
              </a:ext>
            </a:extLst>
          </p:cNvPr>
          <p:cNvSpPr>
            <a:spLocks noGrp="1"/>
          </p:cNvSpPr>
          <p:nvPr>
            <p:ph type="sldNum" sz="quarter" idx="19"/>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253097387"/>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Content w/ Product_Black">
    <p:bg>
      <p:bgPr>
        <a:solidFill>
          <a:srgbClr val="1E0013"/>
        </a:solidFill>
        <a:effectLst/>
      </p:bgPr>
    </p:bg>
    <p:spTree>
      <p:nvGrpSpPr>
        <p:cNvPr id="1" name=""/>
        <p:cNvGrpSpPr/>
        <p:nvPr/>
      </p:nvGrpSpPr>
      <p:grpSpPr>
        <a:xfrm>
          <a:off x="0" y="0"/>
          <a:ext cx="0" cy="0"/>
          <a:chOff x="0" y="0"/>
          <a:chExt cx="0" cy="0"/>
        </a:xfrm>
      </p:grpSpPr>
      <p:sp>
        <p:nvSpPr>
          <p:cNvPr id="7" name="Picture Placeholder 8"/>
          <p:cNvSpPr>
            <a:spLocks noGrp="1"/>
          </p:cNvSpPr>
          <p:nvPr>
            <p:ph type="pic" sz="quarter" idx="17"/>
          </p:nvPr>
        </p:nvSpPr>
        <p:spPr>
          <a:xfrm>
            <a:off x="0" y="0"/>
            <a:ext cx="4572000" cy="6858000"/>
          </a:xfrm>
          <a:prstGeom prst="rect">
            <a:avLst/>
          </a:prstGeom>
        </p:spPr>
        <p:txBody>
          <a:bodyPr anchor="ctr"/>
          <a:lstStyle>
            <a:lvl1pPr marL="0" indent="0" algn="ctr">
              <a:buNone/>
              <a:defRPr sz="1800">
                <a:solidFill>
                  <a:schemeClr val="accent1"/>
                </a:solidFill>
              </a:defRPr>
            </a:lvl1pPr>
          </a:lstStyle>
          <a:p>
            <a:r>
              <a:rPr lang="en-US"/>
              <a:t>Click icon to add picture</a:t>
            </a:r>
            <a:endParaRPr lang="en-US" dirty="0"/>
          </a:p>
        </p:txBody>
      </p:sp>
      <p:sp>
        <p:nvSpPr>
          <p:cNvPr id="9" name="Content Placeholder 2"/>
          <p:cNvSpPr>
            <a:spLocks noGrp="1"/>
          </p:cNvSpPr>
          <p:nvPr>
            <p:ph sz="half" idx="18"/>
          </p:nvPr>
        </p:nvSpPr>
        <p:spPr bwMode="gray">
          <a:xfrm>
            <a:off x="5143650" y="1307592"/>
            <a:ext cx="3429893" cy="4788408"/>
          </a:xfrm>
          <a:prstGeom prst="rect">
            <a:avLst/>
          </a:prstGeom>
        </p:spPr>
        <p:txBody>
          <a:bodyPr lIns="0" tIns="0" rIns="0" bIns="0"/>
          <a:lstStyle>
            <a:lvl1pPr marL="128622" indent="-128622">
              <a:lnSpc>
                <a:spcPct val="90000"/>
              </a:lnSpc>
              <a:spcBef>
                <a:spcPts val="375"/>
              </a:spcBef>
              <a:buClrTx/>
              <a:buFont typeface="Arial" panose="020B0604020202020204" pitchFamily="34" charset="0"/>
              <a:buChar char="•"/>
              <a:defRPr sz="1500">
                <a:solidFill>
                  <a:schemeClr val="bg1"/>
                </a:solidFill>
                <a:latin typeface="Arial" pitchFamily="34" charset="0"/>
                <a:cs typeface="Arial" pitchFamily="34" charset="0"/>
              </a:defRPr>
            </a:lvl1pPr>
            <a:lvl2pPr marL="457242" indent="-171466">
              <a:lnSpc>
                <a:spcPct val="90000"/>
              </a:lnSpc>
              <a:spcBef>
                <a:spcPts val="375"/>
              </a:spcBef>
              <a:buClrTx/>
              <a:buFont typeface="Arial" pitchFamily="34" charset="0"/>
              <a:buChar char="–"/>
              <a:defRPr sz="1350">
                <a:solidFill>
                  <a:schemeClr val="bg1"/>
                </a:solidFill>
                <a:latin typeface="Arial" pitchFamily="34" charset="0"/>
                <a:cs typeface="Arial" pitchFamily="34" charset="0"/>
              </a:defRPr>
            </a:lvl2pPr>
            <a:lvl3pPr marL="627121" indent="-112724">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3pPr>
            <a:lvl4pPr marL="860504" indent="-117486">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4pPr>
            <a:lvl5pPr marL="1084362" indent="-112724">
              <a:lnSpc>
                <a:spcPct val="90000"/>
              </a:lnSpc>
              <a:spcBef>
                <a:spcPts val="375"/>
              </a:spcBef>
              <a:buClrTx/>
              <a:buFont typeface="Arial" panose="020B0604020202020204" pitchFamily="34" charset="0"/>
              <a:buChar char="-"/>
              <a:defRPr sz="1350">
                <a:solidFill>
                  <a:schemeClr val="bg1"/>
                </a:solidFill>
                <a:latin typeface="Arial" pitchFamily="34" charset="0"/>
                <a:cs typeface="Arial"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28"/>
          <p:cNvSpPr>
            <a:spLocks noGrp="1"/>
          </p:cNvSpPr>
          <p:nvPr>
            <p:ph type="title" hasCustomPrompt="1"/>
          </p:nvPr>
        </p:nvSpPr>
        <p:spPr bwMode="gray">
          <a:xfrm>
            <a:off x="5143650" y="442528"/>
            <a:ext cx="3429894" cy="314060"/>
          </a:xfrm>
          <a:prstGeom prst="rect">
            <a:avLst/>
          </a:prstGeom>
        </p:spPr>
        <p:txBody>
          <a:bodyPr wrap="square" lIns="0" tIns="0" rIns="0" bIns="0" anchor="t" anchorCtr="0">
            <a:spAutoFit/>
          </a:bodyPr>
          <a:lstStyle>
            <a:lvl1pPr marL="0" algn="l" defTabSz="914484" rtl="0" eaLnBrk="1" latinLnBrk="0" hangingPunct="1">
              <a:lnSpc>
                <a:spcPct val="85000"/>
              </a:lnSpc>
              <a:spcBef>
                <a:spcPct val="0"/>
              </a:spcBef>
              <a:buNone/>
              <a:tabLst>
                <a:tab pos="914484" algn="l"/>
              </a:tabLst>
              <a:defRPr lang="en-US" sz="2401" b="1" kern="1200" cap="none" spc="-113" baseline="0" dirty="0">
                <a:solidFill>
                  <a:schemeClr val="bg1"/>
                </a:solidFill>
                <a:latin typeface="Arial" pitchFamily="34" charset="0"/>
                <a:ea typeface="+mn-ea"/>
                <a:cs typeface="Arial" pitchFamily="34" charset="0"/>
              </a:defRPr>
            </a:lvl1pPr>
          </a:lstStyle>
          <a:p>
            <a:r>
              <a:rPr lang="en-US" dirty="0"/>
              <a:t>Click to edit title</a:t>
            </a:r>
          </a:p>
        </p:txBody>
      </p:sp>
      <p:sp>
        <p:nvSpPr>
          <p:cNvPr id="2" name="Slide Number Placeholder 1">
            <a:extLst>
              <a:ext uri="{FF2B5EF4-FFF2-40B4-BE49-F238E27FC236}">
                <a16:creationId xmlns:a16="http://schemas.microsoft.com/office/drawing/2014/main" id="{E5A84DA8-2577-7EF4-6122-06E4DEEB80AF}"/>
              </a:ext>
            </a:extLst>
          </p:cNvPr>
          <p:cNvSpPr>
            <a:spLocks noGrp="1"/>
          </p:cNvSpPr>
          <p:nvPr>
            <p:ph type="sldNum" sz="quarter" idx="19"/>
          </p:nvPr>
        </p:nvSpPr>
        <p:spPr/>
        <p:txBody>
          <a:bodyPr/>
          <a:lstStyle>
            <a:lvl1pPr>
              <a:defRPr>
                <a:solidFill>
                  <a:schemeClr val="bg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782229063"/>
      </p:ext>
    </p:extLst>
  </p:cSld>
  <p:clrMapOvr>
    <a:masterClrMapping/>
  </p:clrMapOvr>
  <p:transition spd="med"/>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70458" y="442528"/>
            <a:ext cx="8005371" cy="314060"/>
          </a:xfrm>
          <a:prstGeom prst="rect">
            <a:avLst/>
          </a:prstGeom>
        </p:spPr>
        <p:txBody>
          <a:bodyPr wrap="square" lIns="0" tIns="0" rIns="0" bIns="0" anchor="t" anchorCtr="0">
            <a:spAutoFit/>
          </a:bodyPr>
          <a:lstStyle>
            <a:lvl1pPr marL="0" algn="l" defTabSz="914484" rtl="0" eaLnBrk="1" latinLnBrk="0" hangingPunct="1">
              <a:lnSpc>
                <a:spcPct val="85000"/>
              </a:lnSpc>
              <a:spcBef>
                <a:spcPct val="0"/>
              </a:spcBef>
              <a:buNone/>
              <a:tabLst>
                <a:tab pos="914484" algn="l"/>
              </a:tabLst>
              <a:defRPr lang="en-US" sz="2401" b="1" kern="1200" cap="none" spc="-113"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9" name="Chart Placeholder 2"/>
          <p:cNvSpPr>
            <a:spLocks noGrp="1"/>
          </p:cNvSpPr>
          <p:nvPr>
            <p:ph type="chart" sz="quarter" idx="10" hasCustomPrompt="1"/>
          </p:nvPr>
        </p:nvSpPr>
        <p:spPr bwMode="gray">
          <a:xfrm>
            <a:off x="570459" y="1524000"/>
            <a:ext cx="8003084" cy="4572000"/>
          </a:xfrm>
          <a:prstGeom prst="rect">
            <a:avLst/>
          </a:prstGeom>
        </p:spPr>
        <p:txBody>
          <a:bodyPr lIns="121899" tIns="853291" rIns="121899" bIns="60949" anchor="ctr" anchorCtr="0"/>
          <a:lstStyle>
            <a:lvl1pPr marL="0" indent="0" algn="ctr">
              <a:buFontTx/>
              <a:buNone/>
              <a:defRPr sz="1800" baseline="0">
                <a:solidFill>
                  <a:schemeClr val="bg2"/>
                </a:solidFill>
              </a:defRPr>
            </a:lvl1pPr>
          </a:lstStyle>
          <a:p>
            <a:r>
              <a:rPr lang="en-US" dirty="0"/>
              <a:t>Click icon to create chart</a:t>
            </a:r>
          </a:p>
        </p:txBody>
      </p:sp>
      <p:sp>
        <p:nvSpPr>
          <p:cNvPr id="2" name="Slide Number Placeholder 1">
            <a:extLst>
              <a:ext uri="{FF2B5EF4-FFF2-40B4-BE49-F238E27FC236}">
                <a16:creationId xmlns:a16="http://schemas.microsoft.com/office/drawing/2014/main" id="{BBE9C038-E754-006F-B382-D714EB949571}"/>
              </a:ext>
            </a:extLst>
          </p:cNvPr>
          <p:cNvSpPr>
            <a:spLocks noGrp="1"/>
          </p:cNvSpPr>
          <p:nvPr>
            <p:ph type="sldNum" sz="quarter" idx="11"/>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32371372"/>
      </p:ext>
    </p:extLst>
  </p:cSld>
  <p:clrMapOvr>
    <a:masterClrMapping/>
  </p:clrMapOvr>
  <p:transition spd="med"/>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Chart Slide_Black">
    <p:bg>
      <p:bgPr>
        <a:solidFill>
          <a:srgbClr val="1E0013"/>
        </a:solidFill>
        <a:effectLst/>
      </p:bgPr>
    </p:bg>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70458" y="442528"/>
            <a:ext cx="8003085" cy="418576"/>
          </a:xfrm>
          <a:prstGeom prst="rect">
            <a:avLst/>
          </a:prstGeom>
        </p:spPr>
        <p:txBody>
          <a:bodyPr wrap="square" lIns="0" tIns="0" rIns="0" bIns="0" anchor="t" anchorCtr="0">
            <a:noAutofit/>
          </a:bodyPr>
          <a:lstStyle>
            <a:lvl1pPr marL="0" algn="l" defTabSz="914484" rtl="0" eaLnBrk="1" latinLnBrk="0" hangingPunct="1">
              <a:lnSpc>
                <a:spcPct val="85000"/>
              </a:lnSpc>
              <a:spcBef>
                <a:spcPct val="0"/>
              </a:spcBef>
              <a:buNone/>
              <a:tabLst>
                <a:tab pos="914484" algn="l"/>
              </a:tabLst>
              <a:defRPr lang="en-US" sz="2401" b="1" kern="1200" cap="none" spc="-113"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9" name="Chart Placeholder 2"/>
          <p:cNvSpPr>
            <a:spLocks noGrp="1"/>
          </p:cNvSpPr>
          <p:nvPr>
            <p:ph type="chart" sz="quarter" idx="10" hasCustomPrompt="1"/>
          </p:nvPr>
        </p:nvSpPr>
        <p:spPr bwMode="gray">
          <a:xfrm>
            <a:off x="570459" y="1524000"/>
            <a:ext cx="8003084" cy="4572001"/>
          </a:xfrm>
          <a:prstGeom prst="rect">
            <a:avLst/>
          </a:prstGeom>
        </p:spPr>
        <p:txBody>
          <a:bodyPr lIns="121899" tIns="853291" rIns="121899" bIns="60949" anchor="ctr" anchorCtr="0"/>
          <a:lstStyle>
            <a:lvl1pPr marL="0" indent="0" algn="ctr">
              <a:buFontTx/>
              <a:buNone/>
              <a:defRPr sz="1800" baseline="0">
                <a:solidFill>
                  <a:schemeClr val="bg1"/>
                </a:solidFill>
              </a:defRPr>
            </a:lvl1pPr>
          </a:lstStyle>
          <a:p>
            <a:r>
              <a:rPr lang="en-US" dirty="0"/>
              <a:t>Click icon to create chart</a:t>
            </a:r>
          </a:p>
        </p:txBody>
      </p:sp>
      <p:sp>
        <p:nvSpPr>
          <p:cNvPr id="2" name="Slide Number Placeholder 1">
            <a:extLst>
              <a:ext uri="{FF2B5EF4-FFF2-40B4-BE49-F238E27FC236}">
                <a16:creationId xmlns:a16="http://schemas.microsoft.com/office/drawing/2014/main" id="{A1222CEF-FCD3-E840-7AE1-E900A5D59CF2}"/>
              </a:ext>
            </a:extLst>
          </p:cNvPr>
          <p:cNvSpPr>
            <a:spLocks noGrp="1"/>
          </p:cNvSpPr>
          <p:nvPr>
            <p:ph type="sldNum" sz="quarter" idx="11"/>
          </p:nvPr>
        </p:nvSpPr>
        <p:spPr/>
        <p:txBody>
          <a:bodyPr/>
          <a:lstStyle>
            <a:lvl1pPr>
              <a:defRPr>
                <a:solidFill>
                  <a:schemeClr val="bg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826511637"/>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12E9409-35B8-57EB-2941-154C5CA02C34}"/>
              </a:ext>
            </a:extLst>
          </p:cNvPr>
          <p:cNvSpPr>
            <a:spLocks noGrp="1"/>
          </p:cNvSpPr>
          <p:nvPr>
            <p:ph type="sldNum" sz="quarter" idx="10"/>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71722849"/>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Blank Slide_Black">
    <p:bg>
      <p:bgPr>
        <a:solidFill>
          <a:srgbClr val="1E0013"/>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94B782-D6B1-E164-080E-40821B7DAFAF}"/>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240598320"/>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bg1"/>
        </a:solidFill>
        <a:effectLst/>
      </p:bgPr>
    </p:bg>
    <p:spTree>
      <p:nvGrpSpPr>
        <p:cNvPr id="1" name=""/>
        <p:cNvGrpSpPr/>
        <p:nvPr/>
      </p:nvGrpSpPr>
      <p:grpSpPr>
        <a:xfrm>
          <a:off x="0" y="0"/>
          <a:ext cx="0" cy="0"/>
          <a:chOff x="0" y="0"/>
          <a:chExt cx="0" cy="0"/>
        </a:xfrm>
      </p:grpSpPr>
      <p:grpSp>
        <p:nvGrpSpPr>
          <p:cNvPr id="166" name="Group 165">
            <a:extLst>
              <a:ext uri="{FF2B5EF4-FFF2-40B4-BE49-F238E27FC236}">
                <a16:creationId xmlns:a16="http://schemas.microsoft.com/office/drawing/2014/main" id="{45DF6D6F-9C39-7C31-64D4-4BCE9C9CA5D6}"/>
              </a:ext>
            </a:extLst>
          </p:cNvPr>
          <p:cNvGrpSpPr/>
          <p:nvPr userDrawn="1"/>
        </p:nvGrpSpPr>
        <p:grpSpPr>
          <a:xfrm>
            <a:off x="1154511" y="3561908"/>
            <a:ext cx="5890067" cy="1769127"/>
            <a:chOff x="541049" y="2649538"/>
            <a:chExt cx="9285724" cy="2092325"/>
          </a:xfrm>
          <a:solidFill>
            <a:srgbClr val="4D144A"/>
          </a:solidFill>
        </p:grpSpPr>
        <p:sp>
          <p:nvSpPr>
            <p:cNvPr id="167" name="Freeform 5">
              <a:extLst>
                <a:ext uri="{FF2B5EF4-FFF2-40B4-BE49-F238E27FC236}">
                  <a16:creationId xmlns:a16="http://schemas.microsoft.com/office/drawing/2014/main" id="{E109AFA1-C190-E6CF-D819-5DDBF44B5ED2}"/>
                </a:ext>
              </a:extLst>
            </p:cNvPr>
            <p:cNvSpPr>
              <a:spLocks/>
            </p:cNvSpPr>
            <p:nvPr userDrawn="1"/>
          </p:nvSpPr>
          <p:spPr bwMode="auto">
            <a:xfrm>
              <a:off x="541049" y="2809876"/>
              <a:ext cx="963613" cy="1928813"/>
            </a:xfrm>
            <a:custGeom>
              <a:avLst/>
              <a:gdLst>
                <a:gd name="T0" fmla="*/ 57 w 301"/>
                <a:gd name="T1" fmla="*/ 458 h 600"/>
                <a:gd name="T2" fmla="*/ 57 w 301"/>
                <a:gd name="T3" fmla="*/ 235 h 600"/>
                <a:gd name="T4" fmla="*/ 0 w 301"/>
                <a:gd name="T5" fmla="*/ 235 h 600"/>
                <a:gd name="T6" fmla="*/ 0 w 301"/>
                <a:gd name="T7" fmla="*/ 121 h 600"/>
                <a:gd name="T8" fmla="*/ 57 w 301"/>
                <a:gd name="T9" fmla="*/ 121 h 600"/>
                <a:gd name="T10" fmla="*/ 57 w 301"/>
                <a:gd name="T11" fmla="*/ 0 h 600"/>
                <a:gd name="T12" fmla="*/ 190 w 301"/>
                <a:gd name="T13" fmla="*/ 0 h 600"/>
                <a:gd name="T14" fmla="*/ 190 w 301"/>
                <a:gd name="T15" fmla="*/ 121 h 600"/>
                <a:gd name="T16" fmla="*/ 301 w 301"/>
                <a:gd name="T17" fmla="*/ 121 h 600"/>
                <a:gd name="T18" fmla="*/ 301 w 301"/>
                <a:gd name="T19" fmla="*/ 235 h 600"/>
                <a:gd name="T20" fmla="*/ 190 w 301"/>
                <a:gd name="T21" fmla="*/ 235 h 600"/>
                <a:gd name="T22" fmla="*/ 190 w 301"/>
                <a:gd name="T23" fmla="*/ 436 h 600"/>
                <a:gd name="T24" fmla="*/ 233 w 301"/>
                <a:gd name="T25" fmla="*/ 482 h 600"/>
                <a:gd name="T26" fmla="*/ 299 w 301"/>
                <a:gd name="T27" fmla="*/ 465 h 600"/>
                <a:gd name="T28" fmla="*/ 299 w 301"/>
                <a:gd name="T29" fmla="*/ 573 h 600"/>
                <a:gd name="T30" fmla="*/ 194 w 301"/>
                <a:gd name="T31" fmla="*/ 600 h 600"/>
                <a:gd name="T32" fmla="*/ 57 w 301"/>
                <a:gd name="T33" fmla="*/ 458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1" h="600">
                  <a:moveTo>
                    <a:pt x="57" y="458"/>
                  </a:moveTo>
                  <a:cubicBezTo>
                    <a:pt x="57" y="235"/>
                    <a:pt x="57" y="235"/>
                    <a:pt x="57" y="235"/>
                  </a:cubicBezTo>
                  <a:cubicBezTo>
                    <a:pt x="0" y="235"/>
                    <a:pt x="0" y="235"/>
                    <a:pt x="0" y="235"/>
                  </a:cubicBezTo>
                  <a:cubicBezTo>
                    <a:pt x="0" y="121"/>
                    <a:pt x="0" y="121"/>
                    <a:pt x="0" y="121"/>
                  </a:cubicBezTo>
                  <a:cubicBezTo>
                    <a:pt x="57" y="121"/>
                    <a:pt x="57" y="121"/>
                    <a:pt x="57" y="121"/>
                  </a:cubicBezTo>
                  <a:cubicBezTo>
                    <a:pt x="57" y="0"/>
                    <a:pt x="57" y="0"/>
                    <a:pt x="57" y="0"/>
                  </a:cubicBezTo>
                  <a:cubicBezTo>
                    <a:pt x="190" y="0"/>
                    <a:pt x="190" y="0"/>
                    <a:pt x="190" y="0"/>
                  </a:cubicBezTo>
                  <a:cubicBezTo>
                    <a:pt x="190" y="121"/>
                    <a:pt x="190" y="121"/>
                    <a:pt x="190" y="121"/>
                  </a:cubicBezTo>
                  <a:cubicBezTo>
                    <a:pt x="301" y="121"/>
                    <a:pt x="301" y="121"/>
                    <a:pt x="301" y="121"/>
                  </a:cubicBezTo>
                  <a:cubicBezTo>
                    <a:pt x="301" y="235"/>
                    <a:pt x="301" y="235"/>
                    <a:pt x="301" y="235"/>
                  </a:cubicBezTo>
                  <a:cubicBezTo>
                    <a:pt x="190" y="235"/>
                    <a:pt x="190" y="235"/>
                    <a:pt x="190" y="235"/>
                  </a:cubicBezTo>
                  <a:cubicBezTo>
                    <a:pt x="190" y="436"/>
                    <a:pt x="190" y="436"/>
                    <a:pt x="190" y="436"/>
                  </a:cubicBezTo>
                  <a:cubicBezTo>
                    <a:pt x="190" y="467"/>
                    <a:pt x="203" y="482"/>
                    <a:pt x="233" y="482"/>
                  </a:cubicBezTo>
                  <a:cubicBezTo>
                    <a:pt x="258" y="482"/>
                    <a:pt x="280" y="476"/>
                    <a:pt x="299" y="465"/>
                  </a:cubicBezTo>
                  <a:cubicBezTo>
                    <a:pt x="299" y="573"/>
                    <a:pt x="299" y="573"/>
                    <a:pt x="299" y="573"/>
                  </a:cubicBezTo>
                  <a:cubicBezTo>
                    <a:pt x="271" y="590"/>
                    <a:pt x="239" y="600"/>
                    <a:pt x="194" y="600"/>
                  </a:cubicBezTo>
                  <a:cubicBezTo>
                    <a:pt x="112" y="600"/>
                    <a:pt x="57" y="568"/>
                    <a:pt x="57" y="4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68" name="Freeform 6">
              <a:extLst>
                <a:ext uri="{FF2B5EF4-FFF2-40B4-BE49-F238E27FC236}">
                  <a16:creationId xmlns:a16="http://schemas.microsoft.com/office/drawing/2014/main" id="{1969BD4D-0C40-739F-FF6B-4214C2BEBC90}"/>
                </a:ext>
              </a:extLst>
            </p:cNvPr>
            <p:cNvSpPr>
              <a:spLocks/>
            </p:cNvSpPr>
            <p:nvPr userDrawn="1"/>
          </p:nvSpPr>
          <p:spPr bwMode="auto">
            <a:xfrm>
              <a:off x="1708151" y="2649538"/>
              <a:ext cx="1382713" cy="2063750"/>
            </a:xfrm>
            <a:custGeom>
              <a:avLst/>
              <a:gdLst>
                <a:gd name="T0" fmla="*/ 0 w 432"/>
                <a:gd name="T1" fmla="*/ 0 h 642"/>
                <a:gd name="T2" fmla="*/ 134 w 432"/>
                <a:gd name="T3" fmla="*/ 0 h 642"/>
                <a:gd name="T4" fmla="*/ 134 w 432"/>
                <a:gd name="T5" fmla="*/ 237 h 642"/>
                <a:gd name="T6" fmla="*/ 272 w 432"/>
                <a:gd name="T7" fmla="*/ 162 h 642"/>
                <a:gd name="T8" fmla="*/ 432 w 432"/>
                <a:gd name="T9" fmla="*/ 337 h 642"/>
                <a:gd name="T10" fmla="*/ 432 w 432"/>
                <a:gd name="T11" fmla="*/ 642 h 642"/>
                <a:gd name="T12" fmla="*/ 298 w 432"/>
                <a:gd name="T13" fmla="*/ 642 h 642"/>
                <a:gd name="T14" fmla="*/ 298 w 432"/>
                <a:gd name="T15" fmla="*/ 379 h 642"/>
                <a:gd name="T16" fmla="*/ 218 w 432"/>
                <a:gd name="T17" fmla="*/ 283 h 642"/>
                <a:gd name="T18" fmla="*/ 134 w 432"/>
                <a:gd name="T19" fmla="*/ 379 h 642"/>
                <a:gd name="T20" fmla="*/ 134 w 432"/>
                <a:gd name="T21" fmla="*/ 642 h 642"/>
                <a:gd name="T22" fmla="*/ 0 w 432"/>
                <a:gd name="T23" fmla="*/ 642 h 642"/>
                <a:gd name="T24" fmla="*/ 0 w 432"/>
                <a:gd name="T25"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642">
                  <a:moveTo>
                    <a:pt x="0" y="0"/>
                  </a:moveTo>
                  <a:cubicBezTo>
                    <a:pt x="134" y="0"/>
                    <a:pt x="134" y="0"/>
                    <a:pt x="134" y="0"/>
                  </a:cubicBezTo>
                  <a:cubicBezTo>
                    <a:pt x="134" y="237"/>
                    <a:pt x="134" y="237"/>
                    <a:pt x="134" y="237"/>
                  </a:cubicBezTo>
                  <a:cubicBezTo>
                    <a:pt x="165" y="198"/>
                    <a:pt x="204" y="162"/>
                    <a:pt x="272" y="162"/>
                  </a:cubicBezTo>
                  <a:cubicBezTo>
                    <a:pt x="373" y="162"/>
                    <a:pt x="432" y="229"/>
                    <a:pt x="432" y="337"/>
                  </a:cubicBezTo>
                  <a:cubicBezTo>
                    <a:pt x="432" y="642"/>
                    <a:pt x="432" y="642"/>
                    <a:pt x="432" y="642"/>
                  </a:cubicBezTo>
                  <a:cubicBezTo>
                    <a:pt x="298" y="642"/>
                    <a:pt x="298" y="642"/>
                    <a:pt x="298" y="642"/>
                  </a:cubicBezTo>
                  <a:cubicBezTo>
                    <a:pt x="298" y="379"/>
                    <a:pt x="298" y="379"/>
                    <a:pt x="298" y="379"/>
                  </a:cubicBezTo>
                  <a:cubicBezTo>
                    <a:pt x="298" y="316"/>
                    <a:pt x="269" y="283"/>
                    <a:pt x="218" y="283"/>
                  </a:cubicBezTo>
                  <a:cubicBezTo>
                    <a:pt x="166" y="283"/>
                    <a:pt x="134" y="316"/>
                    <a:pt x="134" y="379"/>
                  </a:cubicBezTo>
                  <a:cubicBezTo>
                    <a:pt x="134" y="642"/>
                    <a:pt x="134" y="642"/>
                    <a:pt x="134" y="642"/>
                  </a:cubicBezTo>
                  <a:cubicBezTo>
                    <a:pt x="0" y="642"/>
                    <a:pt x="0" y="642"/>
                    <a:pt x="0" y="64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69" name="Freeform 7">
              <a:extLst>
                <a:ext uri="{FF2B5EF4-FFF2-40B4-BE49-F238E27FC236}">
                  <a16:creationId xmlns:a16="http://schemas.microsoft.com/office/drawing/2014/main" id="{6DB7C37A-1FE6-9BFA-5E83-3EC0F79497F5}"/>
                </a:ext>
              </a:extLst>
            </p:cNvPr>
            <p:cNvSpPr>
              <a:spLocks noEditPoints="1"/>
            </p:cNvSpPr>
            <p:nvPr userDrawn="1"/>
          </p:nvSpPr>
          <p:spPr bwMode="auto">
            <a:xfrm>
              <a:off x="3261304" y="3179763"/>
              <a:ext cx="1390650" cy="1562100"/>
            </a:xfrm>
            <a:custGeom>
              <a:avLst/>
              <a:gdLst>
                <a:gd name="T0" fmla="*/ 0 w 434"/>
                <a:gd name="T1" fmla="*/ 342 h 486"/>
                <a:gd name="T2" fmla="*/ 0 w 434"/>
                <a:gd name="T3" fmla="*/ 340 h 486"/>
                <a:gd name="T4" fmla="*/ 190 w 434"/>
                <a:gd name="T5" fmla="*/ 189 h 486"/>
                <a:gd name="T6" fmla="*/ 305 w 434"/>
                <a:gd name="T7" fmla="*/ 209 h 486"/>
                <a:gd name="T8" fmla="*/ 305 w 434"/>
                <a:gd name="T9" fmla="*/ 201 h 486"/>
                <a:gd name="T10" fmla="*/ 204 w 434"/>
                <a:gd name="T11" fmla="*/ 115 h 486"/>
                <a:gd name="T12" fmla="*/ 74 w 434"/>
                <a:gd name="T13" fmla="*/ 140 h 486"/>
                <a:gd name="T14" fmla="*/ 40 w 434"/>
                <a:gd name="T15" fmla="*/ 38 h 486"/>
                <a:gd name="T16" fmla="*/ 223 w 434"/>
                <a:gd name="T17" fmla="*/ 0 h 486"/>
                <a:gd name="T18" fmla="*/ 383 w 434"/>
                <a:gd name="T19" fmla="*/ 53 h 486"/>
                <a:gd name="T20" fmla="*/ 434 w 434"/>
                <a:gd name="T21" fmla="*/ 204 h 486"/>
                <a:gd name="T22" fmla="*/ 434 w 434"/>
                <a:gd name="T23" fmla="*/ 477 h 486"/>
                <a:gd name="T24" fmla="*/ 304 w 434"/>
                <a:gd name="T25" fmla="*/ 477 h 486"/>
                <a:gd name="T26" fmla="*/ 304 w 434"/>
                <a:gd name="T27" fmla="*/ 426 h 486"/>
                <a:gd name="T28" fmla="*/ 162 w 434"/>
                <a:gd name="T29" fmla="*/ 486 h 486"/>
                <a:gd name="T30" fmla="*/ 0 w 434"/>
                <a:gd name="T31" fmla="*/ 342 h 486"/>
                <a:gd name="T32" fmla="*/ 307 w 434"/>
                <a:gd name="T33" fmla="*/ 311 h 486"/>
                <a:gd name="T34" fmla="*/ 307 w 434"/>
                <a:gd name="T35" fmla="*/ 287 h 486"/>
                <a:gd name="T36" fmla="*/ 222 w 434"/>
                <a:gd name="T37" fmla="*/ 270 h 486"/>
                <a:gd name="T38" fmla="*/ 129 w 434"/>
                <a:gd name="T39" fmla="*/ 335 h 486"/>
                <a:gd name="T40" fmla="*/ 129 w 434"/>
                <a:gd name="T41" fmla="*/ 336 h 486"/>
                <a:gd name="T42" fmla="*/ 202 w 434"/>
                <a:gd name="T43" fmla="*/ 394 h 486"/>
                <a:gd name="T44" fmla="*/ 307 w 434"/>
                <a:gd name="T45" fmla="*/ 31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34" h="486">
                  <a:moveTo>
                    <a:pt x="0" y="342"/>
                  </a:moveTo>
                  <a:cubicBezTo>
                    <a:pt x="0" y="340"/>
                    <a:pt x="0" y="340"/>
                    <a:pt x="0" y="340"/>
                  </a:cubicBezTo>
                  <a:cubicBezTo>
                    <a:pt x="0" y="237"/>
                    <a:pt x="78" y="189"/>
                    <a:pt x="190" y="189"/>
                  </a:cubicBezTo>
                  <a:cubicBezTo>
                    <a:pt x="237" y="189"/>
                    <a:pt x="272" y="197"/>
                    <a:pt x="305" y="209"/>
                  </a:cubicBezTo>
                  <a:cubicBezTo>
                    <a:pt x="305" y="201"/>
                    <a:pt x="305" y="201"/>
                    <a:pt x="305" y="201"/>
                  </a:cubicBezTo>
                  <a:cubicBezTo>
                    <a:pt x="305" y="145"/>
                    <a:pt x="271" y="115"/>
                    <a:pt x="204" y="115"/>
                  </a:cubicBezTo>
                  <a:cubicBezTo>
                    <a:pt x="153" y="115"/>
                    <a:pt x="117" y="124"/>
                    <a:pt x="74" y="140"/>
                  </a:cubicBezTo>
                  <a:cubicBezTo>
                    <a:pt x="40" y="38"/>
                    <a:pt x="40" y="38"/>
                    <a:pt x="40" y="38"/>
                  </a:cubicBezTo>
                  <a:cubicBezTo>
                    <a:pt x="92" y="15"/>
                    <a:pt x="143" y="0"/>
                    <a:pt x="223" y="0"/>
                  </a:cubicBezTo>
                  <a:cubicBezTo>
                    <a:pt x="296" y="0"/>
                    <a:pt x="349" y="20"/>
                    <a:pt x="383" y="53"/>
                  </a:cubicBezTo>
                  <a:cubicBezTo>
                    <a:pt x="418" y="88"/>
                    <a:pt x="434" y="140"/>
                    <a:pt x="434" y="204"/>
                  </a:cubicBezTo>
                  <a:cubicBezTo>
                    <a:pt x="434" y="477"/>
                    <a:pt x="434" y="477"/>
                    <a:pt x="434" y="477"/>
                  </a:cubicBezTo>
                  <a:cubicBezTo>
                    <a:pt x="304" y="477"/>
                    <a:pt x="304" y="477"/>
                    <a:pt x="304" y="477"/>
                  </a:cubicBezTo>
                  <a:cubicBezTo>
                    <a:pt x="304" y="426"/>
                    <a:pt x="304" y="426"/>
                    <a:pt x="304" y="426"/>
                  </a:cubicBezTo>
                  <a:cubicBezTo>
                    <a:pt x="272" y="462"/>
                    <a:pt x="227" y="486"/>
                    <a:pt x="162" y="486"/>
                  </a:cubicBezTo>
                  <a:cubicBezTo>
                    <a:pt x="73" y="486"/>
                    <a:pt x="0" y="435"/>
                    <a:pt x="0" y="342"/>
                  </a:cubicBezTo>
                  <a:close/>
                  <a:moveTo>
                    <a:pt x="307" y="311"/>
                  </a:moveTo>
                  <a:cubicBezTo>
                    <a:pt x="307" y="287"/>
                    <a:pt x="307" y="287"/>
                    <a:pt x="307" y="287"/>
                  </a:cubicBezTo>
                  <a:cubicBezTo>
                    <a:pt x="284" y="277"/>
                    <a:pt x="254" y="270"/>
                    <a:pt x="222" y="270"/>
                  </a:cubicBezTo>
                  <a:cubicBezTo>
                    <a:pt x="164" y="270"/>
                    <a:pt x="129" y="292"/>
                    <a:pt x="129" y="335"/>
                  </a:cubicBezTo>
                  <a:cubicBezTo>
                    <a:pt x="129" y="336"/>
                    <a:pt x="129" y="336"/>
                    <a:pt x="129" y="336"/>
                  </a:cubicBezTo>
                  <a:cubicBezTo>
                    <a:pt x="129" y="372"/>
                    <a:pt x="159" y="394"/>
                    <a:pt x="202" y="394"/>
                  </a:cubicBezTo>
                  <a:cubicBezTo>
                    <a:pt x="265" y="394"/>
                    <a:pt x="307" y="359"/>
                    <a:pt x="307" y="3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70" name="Freeform 8">
              <a:extLst>
                <a:ext uri="{FF2B5EF4-FFF2-40B4-BE49-F238E27FC236}">
                  <a16:creationId xmlns:a16="http://schemas.microsoft.com/office/drawing/2014/main" id="{3AEA624F-19C6-31CA-5CD9-7E42ED68DA56}"/>
                </a:ext>
              </a:extLst>
            </p:cNvPr>
            <p:cNvSpPr>
              <a:spLocks/>
            </p:cNvSpPr>
            <p:nvPr userDrawn="1"/>
          </p:nvSpPr>
          <p:spPr bwMode="auto">
            <a:xfrm>
              <a:off x="4859916" y="3170238"/>
              <a:ext cx="1384300" cy="1543050"/>
            </a:xfrm>
            <a:custGeom>
              <a:avLst/>
              <a:gdLst>
                <a:gd name="T0" fmla="*/ 0 w 432"/>
                <a:gd name="T1" fmla="*/ 9 h 480"/>
                <a:gd name="T2" fmla="*/ 133 w 432"/>
                <a:gd name="T3" fmla="*/ 9 h 480"/>
                <a:gd name="T4" fmla="*/ 133 w 432"/>
                <a:gd name="T5" fmla="*/ 75 h 480"/>
                <a:gd name="T6" fmla="*/ 272 w 432"/>
                <a:gd name="T7" fmla="*/ 0 h 480"/>
                <a:gd name="T8" fmla="*/ 432 w 432"/>
                <a:gd name="T9" fmla="*/ 175 h 480"/>
                <a:gd name="T10" fmla="*/ 432 w 432"/>
                <a:gd name="T11" fmla="*/ 480 h 480"/>
                <a:gd name="T12" fmla="*/ 298 w 432"/>
                <a:gd name="T13" fmla="*/ 480 h 480"/>
                <a:gd name="T14" fmla="*/ 298 w 432"/>
                <a:gd name="T15" fmla="*/ 217 h 480"/>
                <a:gd name="T16" fmla="*/ 217 w 432"/>
                <a:gd name="T17" fmla="*/ 121 h 480"/>
                <a:gd name="T18" fmla="*/ 133 w 432"/>
                <a:gd name="T19" fmla="*/ 217 h 480"/>
                <a:gd name="T20" fmla="*/ 133 w 432"/>
                <a:gd name="T21" fmla="*/ 480 h 480"/>
                <a:gd name="T22" fmla="*/ 0 w 432"/>
                <a:gd name="T23" fmla="*/ 480 h 480"/>
                <a:gd name="T24" fmla="*/ 0 w 432"/>
                <a:gd name="T25" fmla="*/ 9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480">
                  <a:moveTo>
                    <a:pt x="0" y="9"/>
                  </a:moveTo>
                  <a:cubicBezTo>
                    <a:pt x="133" y="9"/>
                    <a:pt x="133" y="9"/>
                    <a:pt x="133" y="9"/>
                  </a:cubicBezTo>
                  <a:cubicBezTo>
                    <a:pt x="133" y="75"/>
                    <a:pt x="133" y="75"/>
                    <a:pt x="133" y="75"/>
                  </a:cubicBezTo>
                  <a:cubicBezTo>
                    <a:pt x="164" y="36"/>
                    <a:pt x="204" y="0"/>
                    <a:pt x="272" y="0"/>
                  </a:cubicBezTo>
                  <a:cubicBezTo>
                    <a:pt x="373" y="0"/>
                    <a:pt x="432" y="67"/>
                    <a:pt x="432" y="175"/>
                  </a:cubicBezTo>
                  <a:cubicBezTo>
                    <a:pt x="432" y="480"/>
                    <a:pt x="432" y="480"/>
                    <a:pt x="432" y="480"/>
                  </a:cubicBezTo>
                  <a:cubicBezTo>
                    <a:pt x="298" y="480"/>
                    <a:pt x="298" y="480"/>
                    <a:pt x="298" y="480"/>
                  </a:cubicBezTo>
                  <a:cubicBezTo>
                    <a:pt x="298" y="217"/>
                    <a:pt x="298" y="217"/>
                    <a:pt x="298" y="217"/>
                  </a:cubicBezTo>
                  <a:cubicBezTo>
                    <a:pt x="298" y="154"/>
                    <a:pt x="268" y="121"/>
                    <a:pt x="217" y="121"/>
                  </a:cubicBezTo>
                  <a:cubicBezTo>
                    <a:pt x="166" y="121"/>
                    <a:pt x="133" y="154"/>
                    <a:pt x="133" y="217"/>
                  </a:cubicBezTo>
                  <a:cubicBezTo>
                    <a:pt x="133" y="480"/>
                    <a:pt x="133" y="480"/>
                    <a:pt x="133" y="480"/>
                  </a:cubicBezTo>
                  <a:cubicBezTo>
                    <a:pt x="0" y="480"/>
                    <a:pt x="0" y="480"/>
                    <a:pt x="0" y="480"/>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71" name="Freeform 9">
              <a:extLst>
                <a:ext uri="{FF2B5EF4-FFF2-40B4-BE49-F238E27FC236}">
                  <a16:creationId xmlns:a16="http://schemas.microsoft.com/office/drawing/2014/main" id="{ED142D15-3F97-1719-8D74-37D26D1CAA33}"/>
                </a:ext>
              </a:extLst>
            </p:cNvPr>
            <p:cNvSpPr>
              <a:spLocks/>
            </p:cNvSpPr>
            <p:nvPr userDrawn="1"/>
          </p:nvSpPr>
          <p:spPr bwMode="auto">
            <a:xfrm>
              <a:off x="6436593" y="2649538"/>
              <a:ext cx="1460500" cy="2063750"/>
            </a:xfrm>
            <a:custGeom>
              <a:avLst/>
              <a:gdLst>
                <a:gd name="T0" fmla="*/ 0 w 920"/>
                <a:gd name="T1" fmla="*/ 0 h 1300"/>
                <a:gd name="T2" fmla="*/ 270 w 920"/>
                <a:gd name="T3" fmla="*/ 0 h 1300"/>
                <a:gd name="T4" fmla="*/ 270 w 920"/>
                <a:gd name="T5" fmla="*/ 692 h 1300"/>
                <a:gd name="T6" fmla="*/ 585 w 920"/>
                <a:gd name="T7" fmla="*/ 346 h 1300"/>
                <a:gd name="T8" fmla="*/ 908 w 920"/>
                <a:gd name="T9" fmla="*/ 346 h 1300"/>
                <a:gd name="T10" fmla="*/ 547 w 920"/>
                <a:gd name="T11" fmla="*/ 721 h 1300"/>
                <a:gd name="T12" fmla="*/ 920 w 920"/>
                <a:gd name="T13" fmla="*/ 1300 h 1300"/>
                <a:gd name="T14" fmla="*/ 609 w 920"/>
                <a:gd name="T15" fmla="*/ 1300 h 1300"/>
                <a:gd name="T16" fmla="*/ 365 w 920"/>
                <a:gd name="T17" fmla="*/ 909 h 1300"/>
                <a:gd name="T18" fmla="*/ 270 w 920"/>
                <a:gd name="T19" fmla="*/ 1010 h 1300"/>
                <a:gd name="T20" fmla="*/ 270 w 920"/>
                <a:gd name="T21" fmla="*/ 1300 h 1300"/>
                <a:gd name="T22" fmla="*/ 0 w 920"/>
                <a:gd name="T23" fmla="*/ 1300 h 1300"/>
                <a:gd name="T24" fmla="*/ 0 w 920"/>
                <a:gd name="T25" fmla="*/ 0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0" h="1300">
                  <a:moveTo>
                    <a:pt x="0" y="0"/>
                  </a:moveTo>
                  <a:lnTo>
                    <a:pt x="270" y="0"/>
                  </a:lnTo>
                  <a:lnTo>
                    <a:pt x="270" y="692"/>
                  </a:lnTo>
                  <a:lnTo>
                    <a:pt x="585" y="346"/>
                  </a:lnTo>
                  <a:lnTo>
                    <a:pt x="908" y="346"/>
                  </a:lnTo>
                  <a:lnTo>
                    <a:pt x="547" y="721"/>
                  </a:lnTo>
                  <a:lnTo>
                    <a:pt x="920" y="1300"/>
                  </a:lnTo>
                  <a:lnTo>
                    <a:pt x="609" y="1300"/>
                  </a:lnTo>
                  <a:lnTo>
                    <a:pt x="365" y="909"/>
                  </a:lnTo>
                  <a:lnTo>
                    <a:pt x="270" y="1010"/>
                  </a:lnTo>
                  <a:lnTo>
                    <a:pt x="270" y="1300"/>
                  </a:lnTo>
                  <a:lnTo>
                    <a:pt x="0" y="130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72" name="Freeform 10">
              <a:extLst>
                <a:ext uri="{FF2B5EF4-FFF2-40B4-BE49-F238E27FC236}">
                  <a16:creationId xmlns:a16="http://schemas.microsoft.com/office/drawing/2014/main" id="{6FEBB0B2-4586-05AB-B4FE-055E54F117A8}"/>
                </a:ext>
              </a:extLst>
            </p:cNvPr>
            <p:cNvSpPr>
              <a:spLocks/>
            </p:cNvSpPr>
            <p:nvPr userDrawn="1"/>
          </p:nvSpPr>
          <p:spPr bwMode="auto">
            <a:xfrm>
              <a:off x="7919896" y="3173413"/>
              <a:ext cx="1227138" cy="1568450"/>
            </a:xfrm>
            <a:custGeom>
              <a:avLst/>
              <a:gdLst>
                <a:gd name="T0" fmla="*/ 0 w 383"/>
                <a:gd name="T1" fmla="*/ 417 h 488"/>
                <a:gd name="T2" fmla="*/ 57 w 383"/>
                <a:gd name="T3" fmla="*/ 329 h 488"/>
                <a:gd name="T4" fmla="*/ 206 w 383"/>
                <a:gd name="T5" fmla="*/ 385 h 488"/>
                <a:gd name="T6" fmla="*/ 262 w 383"/>
                <a:gd name="T7" fmla="*/ 350 h 488"/>
                <a:gd name="T8" fmla="*/ 262 w 383"/>
                <a:gd name="T9" fmla="*/ 348 h 488"/>
                <a:gd name="T10" fmla="*/ 165 w 383"/>
                <a:gd name="T11" fmla="*/ 294 h 488"/>
                <a:gd name="T12" fmla="*/ 24 w 383"/>
                <a:gd name="T13" fmla="*/ 152 h 488"/>
                <a:gd name="T14" fmla="*/ 24 w 383"/>
                <a:gd name="T15" fmla="*/ 150 h 488"/>
                <a:gd name="T16" fmla="*/ 196 w 383"/>
                <a:gd name="T17" fmla="*/ 0 h 488"/>
                <a:gd name="T18" fmla="*/ 372 w 383"/>
                <a:gd name="T19" fmla="*/ 55 h 488"/>
                <a:gd name="T20" fmla="*/ 321 w 383"/>
                <a:gd name="T21" fmla="*/ 147 h 488"/>
                <a:gd name="T22" fmla="*/ 194 w 383"/>
                <a:gd name="T23" fmla="*/ 103 h 488"/>
                <a:gd name="T24" fmla="*/ 144 w 383"/>
                <a:gd name="T25" fmla="*/ 136 h 488"/>
                <a:gd name="T26" fmla="*/ 144 w 383"/>
                <a:gd name="T27" fmla="*/ 138 h 488"/>
                <a:gd name="T28" fmla="*/ 240 w 383"/>
                <a:gd name="T29" fmla="*/ 194 h 488"/>
                <a:gd name="T30" fmla="*/ 383 w 383"/>
                <a:gd name="T31" fmla="*/ 334 h 488"/>
                <a:gd name="T32" fmla="*/ 383 w 383"/>
                <a:gd name="T33" fmla="*/ 336 h 488"/>
                <a:gd name="T34" fmla="*/ 203 w 383"/>
                <a:gd name="T35" fmla="*/ 488 h 488"/>
                <a:gd name="T36" fmla="*/ 0 w 383"/>
                <a:gd name="T37" fmla="*/ 417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3" h="488">
                  <a:moveTo>
                    <a:pt x="0" y="417"/>
                  </a:moveTo>
                  <a:cubicBezTo>
                    <a:pt x="57" y="329"/>
                    <a:pt x="57" y="329"/>
                    <a:pt x="57" y="329"/>
                  </a:cubicBezTo>
                  <a:cubicBezTo>
                    <a:pt x="108" y="366"/>
                    <a:pt x="162" y="385"/>
                    <a:pt x="206" y="385"/>
                  </a:cubicBezTo>
                  <a:cubicBezTo>
                    <a:pt x="245" y="385"/>
                    <a:pt x="262" y="371"/>
                    <a:pt x="262" y="350"/>
                  </a:cubicBezTo>
                  <a:cubicBezTo>
                    <a:pt x="262" y="348"/>
                    <a:pt x="262" y="348"/>
                    <a:pt x="262" y="348"/>
                  </a:cubicBezTo>
                  <a:cubicBezTo>
                    <a:pt x="262" y="319"/>
                    <a:pt x="217" y="309"/>
                    <a:pt x="165" y="294"/>
                  </a:cubicBezTo>
                  <a:cubicBezTo>
                    <a:pt x="99" y="274"/>
                    <a:pt x="24" y="243"/>
                    <a:pt x="24" y="152"/>
                  </a:cubicBezTo>
                  <a:cubicBezTo>
                    <a:pt x="24" y="150"/>
                    <a:pt x="24" y="150"/>
                    <a:pt x="24" y="150"/>
                  </a:cubicBezTo>
                  <a:cubicBezTo>
                    <a:pt x="24" y="54"/>
                    <a:pt x="101" y="0"/>
                    <a:pt x="196" y="0"/>
                  </a:cubicBezTo>
                  <a:cubicBezTo>
                    <a:pt x="256" y="0"/>
                    <a:pt x="321" y="21"/>
                    <a:pt x="372" y="55"/>
                  </a:cubicBezTo>
                  <a:cubicBezTo>
                    <a:pt x="321" y="147"/>
                    <a:pt x="321" y="147"/>
                    <a:pt x="321" y="147"/>
                  </a:cubicBezTo>
                  <a:cubicBezTo>
                    <a:pt x="275" y="120"/>
                    <a:pt x="228" y="103"/>
                    <a:pt x="194" y="103"/>
                  </a:cubicBezTo>
                  <a:cubicBezTo>
                    <a:pt x="161" y="103"/>
                    <a:pt x="144" y="118"/>
                    <a:pt x="144" y="136"/>
                  </a:cubicBezTo>
                  <a:cubicBezTo>
                    <a:pt x="144" y="138"/>
                    <a:pt x="144" y="138"/>
                    <a:pt x="144" y="138"/>
                  </a:cubicBezTo>
                  <a:cubicBezTo>
                    <a:pt x="144" y="164"/>
                    <a:pt x="189" y="176"/>
                    <a:pt x="240" y="194"/>
                  </a:cubicBezTo>
                  <a:cubicBezTo>
                    <a:pt x="306" y="216"/>
                    <a:pt x="383" y="248"/>
                    <a:pt x="383" y="334"/>
                  </a:cubicBezTo>
                  <a:cubicBezTo>
                    <a:pt x="383" y="336"/>
                    <a:pt x="383" y="336"/>
                    <a:pt x="383" y="336"/>
                  </a:cubicBezTo>
                  <a:cubicBezTo>
                    <a:pt x="383" y="440"/>
                    <a:pt x="305" y="488"/>
                    <a:pt x="203" y="488"/>
                  </a:cubicBezTo>
                  <a:cubicBezTo>
                    <a:pt x="137" y="488"/>
                    <a:pt x="63" y="466"/>
                    <a:pt x="0" y="4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73" name="Oval 11">
              <a:extLst>
                <a:ext uri="{FF2B5EF4-FFF2-40B4-BE49-F238E27FC236}">
                  <a16:creationId xmlns:a16="http://schemas.microsoft.com/office/drawing/2014/main" id="{70877F96-1F23-E1FC-71E9-01EE358F60FD}"/>
                </a:ext>
              </a:extLst>
            </p:cNvPr>
            <p:cNvSpPr>
              <a:spLocks noChangeArrowheads="1"/>
            </p:cNvSpPr>
            <p:nvPr userDrawn="1"/>
          </p:nvSpPr>
          <p:spPr bwMode="auto">
            <a:xfrm>
              <a:off x="9282260" y="4167188"/>
              <a:ext cx="544513" cy="546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grpSp>
        <p:nvGrpSpPr>
          <p:cNvPr id="36" name="Group 35">
            <a:extLst>
              <a:ext uri="{FF2B5EF4-FFF2-40B4-BE49-F238E27FC236}">
                <a16:creationId xmlns:a16="http://schemas.microsoft.com/office/drawing/2014/main" id="{3B2584B0-B37E-E020-07A7-BAB961C43514}"/>
              </a:ext>
            </a:extLst>
          </p:cNvPr>
          <p:cNvGrpSpPr/>
          <p:nvPr userDrawn="1"/>
        </p:nvGrpSpPr>
        <p:grpSpPr>
          <a:xfrm>
            <a:off x="7044578" y="767096"/>
            <a:ext cx="2100612" cy="1898696"/>
            <a:chOff x="9390324" y="767096"/>
            <a:chExt cx="2800087" cy="1898696"/>
          </a:xfrm>
        </p:grpSpPr>
        <p:grpSp>
          <p:nvGrpSpPr>
            <p:cNvPr id="37" name="Group 36">
              <a:extLst>
                <a:ext uri="{FF2B5EF4-FFF2-40B4-BE49-F238E27FC236}">
                  <a16:creationId xmlns:a16="http://schemas.microsoft.com/office/drawing/2014/main" id="{19DB8BCA-C082-90D7-926B-C6CF4AF09E1C}"/>
                </a:ext>
              </a:extLst>
            </p:cNvPr>
            <p:cNvGrpSpPr/>
            <p:nvPr userDrawn="1"/>
          </p:nvGrpSpPr>
          <p:grpSpPr>
            <a:xfrm>
              <a:off x="9390324" y="936748"/>
              <a:ext cx="1965963" cy="1042086"/>
              <a:chOff x="4988072" y="501936"/>
              <a:chExt cx="1978802" cy="1051017"/>
            </a:xfrm>
            <a:solidFill>
              <a:schemeClr val="accent1"/>
            </a:solidFill>
          </p:grpSpPr>
          <p:sp>
            <p:nvSpPr>
              <p:cNvPr id="46" name="Freeform 5">
                <a:extLst>
                  <a:ext uri="{FF2B5EF4-FFF2-40B4-BE49-F238E27FC236}">
                    <a16:creationId xmlns:a16="http://schemas.microsoft.com/office/drawing/2014/main" id="{752B143C-EA30-88CF-4159-D3220D524390}"/>
                  </a:ext>
                </a:extLst>
              </p:cNvPr>
              <p:cNvSpPr>
                <a:spLocks/>
              </p:cNvSpPr>
              <p:nvPr userDrawn="1"/>
            </p:nvSpPr>
            <p:spPr bwMode="auto">
              <a:xfrm>
                <a:off x="5559016" y="501936"/>
                <a:ext cx="218094" cy="282813"/>
              </a:xfrm>
              <a:custGeom>
                <a:avLst/>
                <a:gdLst>
                  <a:gd name="T0" fmla="*/ 0 w 502"/>
                  <a:gd name="T1" fmla="*/ 550 h 651"/>
                  <a:gd name="T2" fmla="*/ 83 w 502"/>
                  <a:gd name="T3" fmla="*/ 451 h 651"/>
                  <a:gd name="T4" fmla="*/ 272 w 502"/>
                  <a:gd name="T5" fmla="*/ 528 h 651"/>
                  <a:gd name="T6" fmla="*/ 363 w 502"/>
                  <a:gd name="T7" fmla="*/ 469 h 651"/>
                  <a:gd name="T8" fmla="*/ 363 w 502"/>
                  <a:gd name="T9" fmla="*/ 467 h 651"/>
                  <a:gd name="T10" fmla="*/ 236 w 502"/>
                  <a:gd name="T11" fmla="*/ 386 h 651"/>
                  <a:gd name="T12" fmla="*/ 26 w 502"/>
                  <a:gd name="T13" fmla="*/ 192 h 651"/>
                  <a:gd name="T14" fmla="*/ 26 w 502"/>
                  <a:gd name="T15" fmla="*/ 191 h 651"/>
                  <a:gd name="T16" fmla="*/ 247 w 502"/>
                  <a:gd name="T17" fmla="*/ 0 h 651"/>
                  <a:gd name="T18" fmla="*/ 483 w 502"/>
                  <a:gd name="T19" fmla="*/ 80 h 651"/>
                  <a:gd name="T20" fmla="*/ 410 w 502"/>
                  <a:gd name="T21" fmla="*/ 185 h 651"/>
                  <a:gd name="T22" fmla="*/ 246 w 502"/>
                  <a:gd name="T23" fmla="*/ 123 h 651"/>
                  <a:gd name="T24" fmla="*/ 164 w 502"/>
                  <a:gd name="T25" fmla="*/ 178 h 651"/>
                  <a:gd name="T26" fmla="*/ 164 w 502"/>
                  <a:gd name="T27" fmla="*/ 180 h 651"/>
                  <a:gd name="T28" fmla="*/ 301 w 502"/>
                  <a:gd name="T29" fmla="*/ 263 h 651"/>
                  <a:gd name="T30" fmla="*/ 502 w 502"/>
                  <a:gd name="T31" fmla="*/ 453 h 651"/>
                  <a:gd name="T32" fmla="*/ 502 w 502"/>
                  <a:gd name="T33" fmla="*/ 455 h 651"/>
                  <a:gd name="T34" fmla="*/ 269 w 502"/>
                  <a:gd name="T35" fmla="*/ 651 h 651"/>
                  <a:gd name="T36" fmla="*/ 0 w 502"/>
                  <a:gd name="T37" fmla="*/ 550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2" h="651">
                    <a:moveTo>
                      <a:pt x="0" y="550"/>
                    </a:moveTo>
                    <a:cubicBezTo>
                      <a:pt x="83" y="451"/>
                      <a:pt x="83" y="451"/>
                      <a:pt x="83" y="451"/>
                    </a:cubicBezTo>
                    <a:cubicBezTo>
                      <a:pt x="140" y="498"/>
                      <a:pt x="200" y="528"/>
                      <a:pt x="272" y="528"/>
                    </a:cubicBezTo>
                    <a:cubicBezTo>
                      <a:pt x="329" y="528"/>
                      <a:pt x="363" y="506"/>
                      <a:pt x="363" y="469"/>
                    </a:cubicBezTo>
                    <a:cubicBezTo>
                      <a:pt x="363" y="467"/>
                      <a:pt x="363" y="467"/>
                      <a:pt x="363" y="467"/>
                    </a:cubicBezTo>
                    <a:cubicBezTo>
                      <a:pt x="363" y="431"/>
                      <a:pt x="342" y="413"/>
                      <a:pt x="236" y="386"/>
                    </a:cubicBezTo>
                    <a:cubicBezTo>
                      <a:pt x="108" y="354"/>
                      <a:pt x="26" y="318"/>
                      <a:pt x="26" y="192"/>
                    </a:cubicBezTo>
                    <a:cubicBezTo>
                      <a:pt x="26" y="191"/>
                      <a:pt x="26" y="191"/>
                      <a:pt x="26" y="191"/>
                    </a:cubicBezTo>
                    <a:cubicBezTo>
                      <a:pt x="26" y="76"/>
                      <a:pt x="118" y="0"/>
                      <a:pt x="247" y="0"/>
                    </a:cubicBezTo>
                    <a:cubicBezTo>
                      <a:pt x="340" y="0"/>
                      <a:pt x="419" y="29"/>
                      <a:pt x="483" y="80"/>
                    </a:cubicBezTo>
                    <a:cubicBezTo>
                      <a:pt x="410" y="185"/>
                      <a:pt x="410" y="185"/>
                      <a:pt x="410" y="185"/>
                    </a:cubicBezTo>
                    <a:cubicBezTo>
                      <a:pt x="354" y="146"/>
                      <a:pt x="299" y="123"/>
                      <a:pt x="246" y="123"/>
                    </a:cubicBezTo>
                    <a:cubicBezTo>
                      <a:pt x="192" y="123"/>
                      <a:pt x="164" y="147"/>
                      <a:pt x="164" y="178"/>
                    </a:cubicBezTo>
                    <a:cubicBezTo>
                      <a:pt x="164" y="180"/>
                      <a:pt x="164" y="180"/>
                      <a:pt x="164" y="180"/>
                    </a:cubicBezTo>
                    <a:cubicBezTo>
                      <a:pt x="164" y="221"/>
                      <a:pt x="191" y="235"/>
                      <a:pt x="301" y="263"/>
                    </a:cubicBezTo>
                    <a:cubicBezTo>
                      <a:pt x="429" y="297"/>
                      <a:pt x="502" y="343"/>
                      <a:pt x="502" y="453"/>
                    </a:cubicBezTo>
                    <a:cubicBezTo>
                      <a:pt x="502" y="455"/>
                      <a:pt x="502" y="455"/>
                      <a:pt x="502" y="455"/>
                    </a:cubicBezTo>
                    <a:cubicBezTo>
                      <a:pt x="502" y="581"/>
                      <a:pt x="406" y="651"/>
                      <a:pt x="269" y="651"/>
                    </a:cubicBezTo>
                    <a:cubicBezTo>
                      <a:pt x="173" y="651"/>
                      <a:pt x="76" y="618"/>
                      <a:pt x="0" y="550"/>
                    </a:cubicBez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47" name="Freeform 6">
                <a:extLst>
                  <a:ext uri="{FF2B5EF4-FFF2-40B4-BE49-F238E27FC236}">
                    <a16:creationId xmlns:a16="http://schemas.microsoft.com/office/drawing/2014/main" id="{2BD38F57-84A8-6CE5-5871-808CD68267FD}"/>
                  </a:ext>
                </a:extLst>
              </p:cNvPr>
              <p:cNvSpPr>
                <a:spLocks/>
              </p:cNvSpPr>
              <p:nvPr userDrawn="1"/>
            </p:nvSpPr>
            <p:spPr bwMode="auto">
              <a:xfrm>
                <a:off x="5791295" y="566212"/>
                <a:ext cx="322264" cy="214547"/>
              </a:xfrm>
              <a:custGeom>
                <a:avLst/>
                <a:gdLst>
                  <a:gd name="T0" fmla="*/ 0 w 741"/>
                  <a:gd name="T1" fmla="*/ 9 h 494"/>
                  <a:gd name="T2" fmla="*/ 138 w 741"/>
                  <a:gd name="T3" fmla="*/ 9 h 494"/>
                  <a:gd name="T4" fmla="*/ 138 w 741"/>
                  <a:gd name="T5" fmla="*/ 78 h 494"/>
                  <a:gd name="T6" fmla="*/ 281 w 741"/>
                  <a:gd name="T7" fmla="*/ 0 h 494"/>
                  <a:gd name="T8" fmla="*/ 418 w 741"/>
                  <a:gd name="T9" fmla="*/ 77 h 494"/>
                  <a:gd name="T10" fmla="*/ 577 w 741"/>
                  <a:gd name="T11" fmla="*/ 0 h 494"/>
                  <a:gd name="T12" fmla="*/ 741 w 741"/>
                  <a:gd name="T13" fmla="*/ 178 h 494"/>
                  <a:gd name="T14" fmla="*/ 741 w 741"/>
                  <a:gd name="T15" fmla="*/ 494 h 494"/>
                  <a:gd name="T16" fmla="*/ 603 w 741"/>
                  <a:gd name="T17" fmla="*/ 494 h 494"/>
                  <a:gd name="T18" fmla="*/ 603 w 741"/>
                  <a:gd name="T19" fmla="*/ 224 h 494"/>
                  <a:gd name="T20" fmla="*/ 523 w 741"/>
                  <a:gd name="T21" fmla="*/ 125 h 494"/>
                  <a:gd name="T22" fmla="*/ 439 w 741"/>
                  <a:gd name="T23" fmla="*/ 224 h 494"/>
                  <a:gd name="T24" fmla="*/ 439 w 741"/>
                  <a:gd name="T25" fmla="*/ 494 h 494"/>
                  <a:gd name="T26" fmla="*/ 302 w 741"/>
                  <a:gd name="T27" fmla="*/ 494 h 494"/>
                  <a:gd name="T28" fmla="*/ 302 w 741"/>
                  <a:gd name="T29" fmla="*/ 224 h 494"/>
                  <a:gd name="T30" fmla="*/ 221 w 741"/>
                  <a:gd name="T31" fmla="*/ 125 h 494"/>
                  <a:gd name="T32" fmla="*/ 138 w 741"/>
                  <a:gd name="T33" fmla="*/ 224 h 494"/>
                  <a:gd name="T34" fmla="*/ 138 w 741"/>
                  <a:gd name="T35" fmla="*/ 494 h 494"/>
                  <a:gd name="T36" fmla="*/ 0 w 741"/>
                  <a:gd name="T37" fmla="*/ 494 h 494"/>
                  <a:gd name="T38" fmla="*/ 0 w 741"/>
                  <a:gd name="T39"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41" h="494">
                    <a:moveTo>
                      <a:pt x="0" y="9"/>
                    </a:moveTo>
                    <a:cubicBezTo>
                      <a:pt x="138" y="9"/>
                      <a:pt x="138" y="9"/>
                      <a:pt x="138" y="9"/>
                    </a:cubicBezTo>
                    <a:cubicBezTo>
                      <a:pt x="138" y="78"/>
                      <a:pt x="138" y="78"/>
                      <a:pt x="138" y="78"/>
                    </a:cubicBezTo>
                    <a:cubicBezTo>
                      <a:pt x="170" y="37"/>
                      <a:pt x="211" y="0"/>
                      <a:pt x="281" y="0"/>
                    </a:cubicBezTo>
                    <a:cubicBezTo>
                      <a:pt x="344" y="0"/>
                      <a:pt x="392" y="28"/>
                      <a:pt x="418" y="77"/>
                    </a:cubicBezTo>
                    <a:cubicBezTo>
                      <a:pt x="460" y="27"/>
                      <a:pt x="511" y="0"/>
                      <a:pt x="577" y="0"/>
                    </a:cubicBezTo>
                    <a:cubicBezTo>
                      <a:pt x="679" y="0"/>
                      <a:pt x="741" y="62"/>
                      <a:pt x="741" y="178"/>
                    </a:cubicBezTo>
                    <a:cubicBezTo>
                      <a:pt x="741" y="494"/>
                      <a:pt x="741" y="494"/>
                      <a:pt x="741" y="494"/>
                    </a:cubicBezTo>
                    <a:cubicBezTo>
                      <a:pt x="603" y="494"/>
                      <a:pt x="603" y="494"/>
                      <a:pt x="603" y="494"/>
                    </a:cubicBezTo>
                    <a:cubicBezTo>
                      <a:pt x="603" y="224"/>
                      <a:pt x="603" y="224"/>
                      <a:pt x="603" y="224"/>
                    </a:cubicBezTo>
                    <a:cubicBezTo>
                      <a:pt x="603" y="159"/>
                      <a:pt x="574" y="125"/>
                      <a:pt x="523" y="125"/>
                    </a:cubicBezTo>
                    <a:cubicBezTo>
                      <a:pt x="471" y="125"/>
                      <a:pt x="439" y="159"/>
                      <a:pt x="439" y="224"/>
                    </a:cubicBezTo>
                    <a:cubicBezTo>
                      <a:pt x="439" y="494"/>
                      <a:pt x="439" y="494"/>
                      <a:pt x="439" y="494"/>
                    </a:cubicBezTo>
                    <a:cubicBezTo>
                      <a:pt x="302" y="494"/>
                      <a:pt x="302" y="494"/>
                      <a:pt x="302" y="494"/>
                    </a:cubicBezTo>
                    <a:cubicBezTo>
                      <a:pt x="302" y="224"/>
                      <a:pt x="302" y="224"/>
                      <a:pt x="302" y="224"/>
                    </a:cubicBezTo>
                    <a:cubicBezTo>
                      <a:pt x="302" y="159"/>
                      <a:pt x="273" y="125"/>
                      <a:pt x="221" y="125"/>
                    </a:cubicBezTo>
                    <a:cubicBezTo>
                      <a:pt x="170" y="125"/>
                      <a:pt x="138" y="159"/>
                      <a:pt x="138" y="224"/>
                    </a:cubicBezTo>
                    <a:cubicBezTo>
                      <a:pt x="138" y="494"/>
                      <a:pt x="138" y="494"/>
                      <a:pt x="138" y="494"/>
                    </a:cubicBezTo>
                    <a:cubicBezTo>
                      <a:pt x="0" y="494"/>
                      <a:pt x="0" y="494"/>
                      <a:pt x="0" y="494"/>
                    </a:cubicBezTo>
                    <a:lnTo>
                      <a:pt x="0" y="9"/>
                    </a:ln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48" name="Freeform 7">
                <a:extLst>
                  <a:ext uri="{FF2B5EF4-FFF2-40B4-BE49-F238E27FC236}">
                    <a16:creationId xmlns:a16="http://schemas.microsoft.com/office/drawing/2014/main" id="{AA0572EA-FFDA-D8B6-A96C-DF4D04320440}"/>
                  </a:ext>
                </a:extLst>
              </p:cNvPr>
              <p:cNvSpPr>
                <a:spLocks noEditPoints="1"/>
              </p:cNvSpPr>
              <p:nvPr userDrawn="1"/>
            </p:nvSpPr>
            <p:spPr bwMode="auto">
              <a:xfrm>
                <a:off x="6125971" y="567985"/>
                <a:ext cx="193713" cy="216764"/>
              </a:xfrm>
              <a:custGeom>
                <a:avLst/>
                <a:gdLst>
                  <a:gd name="T0" fmla="*/ 0 w 446"/>
                  <a:gd name="T1" fmla="*/ 351 h 499"/>
                  <a:gd name="T2" fmla="*/ 0 w 446"/>
                  <a:gd name="T3" fmla="*/ 349 h 499"/>
                  <a:gd name="T4" fmla="*/ 195 w 446"/>
                  <a:gd name="T5" fmla="*/ 194 h 499"/>
                  <a:gd name="T6" fmla="*/ 314 w 446"/>
                  <a:gd name="T7" fmla="*/ 214 h 499"/>
                  <a:gd name="T8" fmla="*/ 314 w 446"/>
                  <a:gd name="T9" fmla="*/ 206 h 499"/>
                  <a:gd name="T10" fmla="*/ 210 w 446"/>
                  <a:gd name="T11" fmla="*/ 117 h 499"/>
                  <a:gd name="T12" fmla="*/ 76 w 446"/>
                  <a:gd name="T13" fmla="*/ 144 h 499"/>
                  <a:gd name="T14" fmla="*/ 42 w 446"/>
                  <a:gd name="T15" fmla="*/ 39 h 499"/>
                  <a:gd name="T16" fmla="*/ 230 w 446"/>
                  <a:gd name="T17" fmla="*/ 0 h 499"/>
                  <a:gd name="T18" fmla="*/ 394 w 446"/>
                  <a:gd name="T19" fmla="*/ 54 h 499"/>
                  <a:gd name="T20" fmla="*/ 446 w 446"/>
                  <a:gd name="T21" fmla="*/ 209 h 499"/>
                  <a:gd name="T22" fmla="*/ 446 w 446"/>
                  <a:gd name="T23" fmla="*/ 490 h 499"/>
                  <a:gd name="T24" fmla="*/ 313 w 446"/>
                  <a:gd name="T25" fmla="*/ 490 h 499"/>
                  <a:gd name="T26" fmla="*/ 313 w 446"/>
                  <a:gd name="T27" fmla="*/ 438 h 499"/>
                  <a:gd name="T28" fmla="*/ 166 w 446"/>
                  <a:gd name="T29" fmla="*/ 499 h 499"/>
                  <a:gd name="T30" fmla="*/ 0 w 446"/>
                  <a:gd name="T31" fmla="*/ 351 h 499"/>
                  <a:gd name="T32" fmla="*/ 316 w 446"/>
                  <a:gd name="T33" fmla="*/ 319 h 499"/>
                  <a:gd name="T34" fmla="*/ 316 w 446"/>
                  <a:gd name="T35" fmla="*/ 295 h 499"/>
                  <a:gd name="T36" fmla="*/ 228 w 446"/>
                  <a:gd name="T37" fmla="*/ 277 h 499"/>
                  <a:gd name="T38" fmla="*/ 133 w 446"/>
                  <a:gd name="T39" fmla="*/ 344 h 499"/>
                  <a:gd name="T40" fmla="*/ 133 w 446"/>
                  <a:gd name="T41" fmla="*/ 346 h 499"/>
                  <a:gd name="T42" fmla="*/ 208 w 446"/>
                  <a:gd name="T43" fmla="*/ 404 h 499"/>
                  <a:gd name="T44" fmla="*/ 316 w 446"/>
                  <a:gd name="T45" fmla="*/ 31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499">
                    <a:moveTo>
                      <a:pt x="0" y="351"/>
                    </a:moveTo>
                    <a:cubicBezTo>
                      <a:pt x="0" y="349"/>
                      <a:pt x="0" y="349"/>
                      <a:pt x="0" y="349"/>
                    </a:cubicBezTo>
                    <a:cubicBezTo>
                      <a:pt x="0" y="243"/>
                      <a:pt x="80" y="194"/>
                      <a:pt x="195" y="194"/>
                    </a:cubicBezTo>
                    <a:cubicBezTo>
                      <a:pt x="244" y="194"/>
                      <a:pt x="280" y="202"/>
                      <a:pt x="314" y="214"/>
                    </a:cubicBezTo>
                    <a:cubicBezTo>
                      <a:pt x="314" y="206"/>
                      <a:pt x="314" y="206"/>
                      <a:pt x="314" y="206"/>
                    </a:cubicBezTo>
                    <a:cubicBezTo>
                      <a:pt x="314" y="149"/>
                      <a:pt x="279" y="117"/>
                      <a:pt x="210" y="117"/>
                    </a:cubicBezTo>
                    <a:cubicBezTo>
                      <a:pt x="157" y="117"/>
                      <a:pt x="120" y="127"/>
                      <a:pt x="76" y="144"/>
                    </a:cubicBezTo>
                    <a:cubicBezTo>
                      <a:pt x="42" y="39"/>
                      <a:pt x="42" y="39"/>
                      <a:pt x="42" y="39"/>
                    </a:cubicBezTo>
                    <a:cubicBezTo>
                      <a:pt x="95" y="15"/>
                      <a:pt x="147" y="0"/>
                      <a:pt x="230" y="0"/>
                    </a:cubicBezTo>
                    <a:cubicBezTo>
                      <a:pt x="305" y="0"/>
                      <a:pt x="359" y="20"/>
                      <a:pt x="394" y="54"/>
                    </a:cubicBezTo>
                    <a:cubicBezTo>
                      <a:pt x="430" y="90"/>
                      <a:pt x="446" y="144"/>
                      <a:pt x="446" y="209"/>
                    </a:cubicBezTo>
                    <a:cubicBezTo>
                      <a:pt x="446" y="490"/>
                      <a:pt x="446" y="490"/>
                      <a:pt x="446" y="490"/>
                    </a:cubicBezTo>
                    <a:cubicBezTo>
                      <a:pt x="313" y="490"/>
                      <a:pt x="313" y="490"/>
                      <a:pt x="313" y="490"/>
                    </a:cubicBezTo>
                    <a:cubicBezTo>
                      <a:pt x="313" y="438"/>
                      <a:pt x="313" y="438"/>
                      <a:pt x="313" y="438"/>
                    </a:cubicBezTo>
                    <a:cubicBezTo>
                      <a:pt x="280" y="475"/>
                      <a:pt x="233" y="499"/>
                      <a:pt x="166" y="499"/>
                    </a:cubicBezTo>
                    <a:cubicBezTo>
                      <a:pt x="75" y="499"/>
                      <a:pt x="0" y="447"/>
                      <a:pt x="0" y="351"/>
                    </a:cubicBezTo>
                    <a:close/>
                    <a:moveTo>
                      <a:pt x="316" y="319"/>
                    </a:moveTo>
                    <a:cubicBezTo>
                      <a:pt x="316" y="295"/>
                      <a:pt x="316" y="295"/>
                      <a:pt x="316" y="295"/>
                    </a:cubicBezTo>
                    <a:cubicBezTo>
                      <a:pt x="292" y="284"/>
                      <a:pt x="262" y="277"/>
                      <a:pt x="228" y="277"/>
                    </a:cubicBezTo>
                    <a:cubicBezTo>
                      <a:pt x="169" y="277"/>
                      <a:pt x="133" y="300"/>
                      <a:pt x="133" y="344"/>
                    </a:cubicBezTo>
                    <a:cubicBezTo>
                      <a:pt x="133" y="346"/>
                      <a:pt x="133" y="346"/>
                      <a:pt x="133" y="346"/>
                    </a:cubicBezTo>
                    <a:cubicBezTo>
                      <a:pt x="133" y="383"/>
                      <a:pt x="164" y="404"/>
                      <a:pt x="208" y="404"/>
                    </a:cubicBezTo>
                    <a:cubicBezTo>
                      <a:pt x="272" y="404"/>
                      <a:pt x="316" y="369"/>
                      <a:pt x="316" y="319"/>
                    </a:cubicBez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49" name="Freeform 8">
                <a:extLst>
                  <a:ext uri="{FF2B5EF4-FFF2-40B4-BE49-F238E27FC236}">
                    <a16:creationId xmlns:a16="http://schemas.microsoft.com/office/drawing/2014/main" id="{9BA36A6F-FB71-28DB-07CD-B21FF32CAA76}"/>
                  </a:ext>
                </a:extLst>
              </p:cNvPr>
              <p:cNvSpPr>
                <a:spLocks/>
              </p:cNvSpPr>
              <p:nvPr userDrawn="1"/>
            </p:nvSpPr>
            <p:spPr bwMode="auto">
              <a:xfrm>
                <a:off x="6336529" y="564438"/>
                <a:ext cx="127665"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0" name="Freeform 9">
                <a:extLst>
                  <a:ext uri="{FF2B5EF4-FFF2-40B4-BE49-F238E27FC236}">
                    <a16:creationId xmlns:a16="http://schemas.microsoft.com/office/drawing/2014/main" id="{44D95805-4759-1419-A377-A8CF32C87561}"/>
                  </a:ext>
                </a:extLst>
              </p:cNvPr>
              <p:cNvSpPr>
                <a:spLocks/>
              </p:cNvSpPr>
              <p:nvPr userDrawn="1"/>
            </p:nvSpPr>
            <p:spPr bwMode="auto">
              <a:xfrm>
                <a:off x="6475719" y="516121"/>
                <a:ext cx="134757" cy="268184"/>
              </a:xfrm>
              <a:custGeom>
                <a:avLst/>
                <a:gdLst>
                  <a:gd name="T0" fmla="*/ 58 w 310"/>
                  <a:gd name="T1" fmla="*/ 472 h 617"/>
                  <a:gd name="T2" fmla="*/ 58 w 310"/>
                  <a:gd name="T3" fmla="*/ 242 h 617"/>
                  <a:gd name="T4" fmla="*/ 0 w 310"/>
                  <a:gd name="T5" fmla="*/ 242 h 617"/>
                  <a:gd name="T6" fmla="*/ 0 w 310"/>
                  <a:gd name="T7" fmla="*/ 124 h 617"/>
                  <a:gd name="T8" fmla="*/ 58 w 310"/>
                  <a:gd name="T9" fmla="*/ 124 h 617"/>
                  <a:gd name="T10" fmla="*/ 58 w 310"/>
                  <a:gd name="T11" fmla="*/ 0 h 617"/>
                  <a:gd name="T12" fmla="*/ 196 w 310"/>
                  <a:gd name="T13" fmla="*/ 0 h 617"/>
                  <a:gd name="T14" fmla="*/ 196 w 310"/>
                  <a:gd name="T15" fmla="*/ 124 h 617"/>
                  <a:gd name="T16" fmla="*/ 310 w 310"/>
                  <a:gd name="T17" fmla="*/ 124 h 617"/>
                  <a:gd name="T18" fmla="*/ 310 w 310"/>
                  <a:gd name="T19" fmla="*/ 242 h 617"/>
                  <a:gd name="T20" fmla="*/ 196 w 310"/>
                  <a:gd name="T21" fmla="*/ 242 h 617"/>
                  <a:gd name="T22" fmla="*/ 196 w 310"/>
                  <a:gd name="T23" fmla="*/ 449 h 617"/>
                  <a:gd name="T24" fmla="*/ 240 w 310"/>
                  <a:gd name="T25" fmla="*/ 496 h 617"/>
                  <a:gd name="T26" fmla="*/ 308 w 310"/>
                  <a:gd name="T27" fmla="*/ 479 h 617"/>
                  <a:gd name="T28" fmla="*/ 308 w 310"/>
                  <a:gd name="T29" fmla="*/ 589 h 617"/>
                  <a:gd name="T30" fmla="*/ 199 w 310"/>
                  <a:gd name="T31" fmla="*/ 617 h 617"/>
                  <a:gd name="T32" fmla="*/ 58 w 310"/>
                  <a:gd name="T33" fmla="*/ 472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7">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6" y="0"/>
                      <a:pt x="196" y="0"/>
                      <a:pt x="196" y="0"/>
                    </a:cubicBezTo>
                    <a:cubicBezTo>
                      <a:pt x="196" y="124"/>
                      <a:pt x="196" y="124"/>
                      <a:pt x="196" y="124"/>
                    </a:cubicBezTo>
                    <a:cubicBezTo>
                      <a:pt x="310" y="124"/>
                      <a:pt x="310" y="124"/>
                      <a:pt x="310" y="124"/>
                    </a:cubicBezTo>
                    <a:cubicBezTo>
                      <a:pt x="310" y="242"/>
                      <a:pt x="310" y="242"/>
                      <a:pt x="310" y="242"/>
                    </a:cubicBezTo>
                    <a:cubicBezTo>
                      <a:pt x="196" y="242"/>
                      <a:pt x="196" y="242"/>
                      <a:pt x="196" y="242"/>
                    </a:cubicBezTo>
                    <a:cubicBezTo>
                      <a:pt x="196" y="449"/>
                      <a:pt x="196" y="449"/>
                      <a:pt x="196" y="449"/>
                    </a:cubicBezTo>
                    <a:cubicBezTo>
                      <a:pt x="196" y="481"/>
                      <a:pt x="209" y="496"/>
                      <a:pt x="240" y="496"/>
                    </a:cubicBezTo>
                    <a:cubicBezTo>
                      <a:pt x="265" y="496"/>
                      <a:pt x="288" y="490"/>
                      <a:pt x="308" y="479"/>
                    </a:cubicBezTo>
                    <a:cubicBezTo>
                      <a:pt x="308" y="589"/>
                      <a:pt x="308" y="589"/>
                      <a:pt x="308" y="589"/>
                    </a:cubicBezTo>
                    <a:cubicBezTo>
                      <a:pt x="279" y="607"/>
                      <a:pt x="245" y="617"/>
                      <a:pt x="199" y="617"/>
                    </a:cubicBezTo>
                    <a:cubicBezTo>
                      <a:pt x="115" y="617"/>
                      <a:pt x="58" y="584"/>
                      <a:pt x="58" y="472"/>
                    </a:cubicBez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1" name="Freeform 10">
                <a:extLst>
                  <a:ext uri="{FF2B5EF4-FFF2-40B4-BE49-F238E27FC236}">
                    <a16:creationId xmlns:a16="http://schemas.microsoft.com/office/drawing/2014/main" id="{2EDA3D6C-6EEF-5BB3-A5FE-991573A77F67}"/>
                  </a:ext>
                </a:extLst>
              </p:cNvPr>
              <p:cNvSpPr>
                <a:spLocks noEditPoints="1"/>
              </p:cNvSpPr>
              <p:nvPr userDrawn="1"/>
            </p:nvSpPr>
            <p:spPr bwMode="auto">
              <a:xfrm>
                <a:off x="6618455" y="566212"/>
                <a:ext cx="207012" cy="219424"/>
              </a:xfrm>
              <a:custGeom>
                <a:avLst/>
                <a:gdLst>
                  <a:gd name="T0" fmla="*/ 0 w 476"/>
                  <a:gd name="T1" fmla="*/ 254 h 505"/>
                  <a:gd name="T2" fmla="*/ 0 w 476"/>
                  <a:gd name="T3" fmla="*/ 253 h 505"/>
                  <a:gd name="T4" fmla="*/ 240 w 476"/>
                  <a:gd name="T5" fmla="*/ 0 h 505"/>
                  <a:gd name="T6" fmla="*/ 476 w 476"/>
                  <a:gd name="T7" fmla="*/ 263 h 505"/>
                  <a:gd name="T8" fmla="*/ 475 w 476"/>
                  <a:gd name="T9" fmla="*/ 300 h 505"/>
                  <a:gd name="T10" fmla="*/ 137 w 476"/>
                  <a:gd name="T11" fmla="*/ 300 h 505"/>
                  <a:gd name="T12" fmla="*/ 256 w 476"/>
                  <a:gd name="T13" fmla="*/ 395 h 505"/>
                  <a:gd name="T14" fmla="*/ 373 w 476"/>
                  <a:gd name="T15" fmla="*/ 345 h 505"/>
                  <a:gd name="T16" fmla="*/ 452 w 476"/>
                  <a:gd name="T17" fmla="*/ 415 h 505"/>
                  <a:gd name="T18" fmla="*/ 254 w 476"/>
                  <a:gd name="T19" fmla="*/ 505 h 505"/>
                  <a:gd name="T20" fmla="*/ 0 w 476"/>
                  <a:gd name="T21" fmla="*/ 254 h 505"/>
                  <a:gd name="T22" fmla="*/ 342 w 476"/>
                  <a:gd name="T23" fmla="*/ 214 h 505"/>
                  <a:gd name="T24" fmla="*/ 240 w 476"/>
                  <a:gd name="T25" fmla="*/ 111 h 505"/>
                  <a:gd name="T26" fmla="*/ 135 w 476"/>
                  <a:gd name="T27" fmla="*/ 214 h 505"/>
                  <a:gd name="T28" fmla="*/ 342 w 476"/>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6" h="505">
                    <a:moveTo>
                      <a:pt x="0" y="254"/>
                    </a:moveTo>
                    <a:cubicBezTo>
                      <a:pt x="0" y="253"/>
                      <a:pt x="0" y="253"/>
                      <a:pt x="0" y="253"/>
                    </a:cubicBezTo>
                    <a:cubicBezTo>
                      <a:pt x="0" y="114"/>
                      <a:pt x="99" y="0"/>
                      <a:pt x="240" y="0"/>
                    </a:cubicBezTo>
                    <a:cubicBezTo>
                      <a:pt x="402" y="0"/>
                      <a:pt x="476" y="126"/>
                      <a:pt x="476" y="263"/>
                    </a:cubicBezTo>
                    <a:cubicBezTo>
                      <a:pt x="476"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2" y="214"/>
                    </a:moveTo>
                    <a:cubicBezTo>
                      <a:pt x="334" y="152"/>
                      <a:pt x="298" y="111"/>
                      <a:pt x="240" y="111"/>
                    </a:cubicBezTo>
                    <a:cubicBezTo>
                      <a:pt x="183" y="111"/>
                      <a:pt x="146" y="151"/>
                      <a:pt x="135" y="214"/>
                    </a:cubicBezTo>
                    <a:lnTo>
                      <a:pt x="342" y="214"/>
                    </a:ln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2" name="Freeform 11">
                <a:extLst>
                  <a:ext uri="{FF2B5EF4-FFF2-40B4-BE49-F238E27FC236}">
                    <a16:creationId xmlns:a16="http://schemas.microsoft.com/office/drawing/2014/main" id="{6D486C55-E23B-1872-D405-5DC8D2CA45F3}"/>
                  </a:ext>
                </a:extLst>
              </p:cNvPr>
              <p:cNvSpPr>
                <a:spLocks/>
              </p:cNvSpPr>
              <p:nvPr userDrawn="1"/>
            </p:nvSpPr>
            <p:spPr bwMode="auto">
              <a:xfrm>
                <a:off x="6837879" y="564438"/>
                <a:ext cx="127221"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3" name="Freeform 12">
                <a:extLst>
                  <a:ext uri="{FF2B5EF4-FFF2-40B4-BE49-F238E27FC236}">
                    <a16:creationId xmlns:a16="http://schemas.microsoft.com/office/drawing/2014/main" id="{B6A43306-05AB-DDD0-5F08-A0BE5CD4518B}"/>
                  </a:ext>
                </a:extLst>
              </p:cNvPr>
              <p:cNvSpPr>
                <a:spLocks/>
              </p:cNvSpPr>
              <p:nvPr userDrawn="1"/>
            </p:nvSpPr>
            <p:spPr bwMode="auto">
              <a:xfrm>
                <a:off x="4988072" y="888476"/>
                <a:ext cx="134757" cy="268628"/>
              </a:xfrm>
              <a:custGeom>
                <a:avLst/>
                <a:gdLst>
                  <a:gd name="T0" fmla="*/ 58 w 310"/>
                  <a:gd name="T1" fmla="*/ 472 h 618"/>
                  <a:gd name="T2" fmla="*/ 58 w 310"/>
                  <a:gd name="T3" fmla="*/ 242 h 618"/>
                  <a:gd name="T4" fmla="*/ 0 w 310"/>
                  <a:gd name="T5" fmla="*/ 242 h 618"/>
                  <a:gd name="T6" fmla="*/ 0 w 310"/>
                  <a:gd name="T7" fmla="*/ 124 h 618"/>
                  <a:gd name="T8" fmla="*/ 58 w 310"/>
                  <a:gd name="T9" fmla="*/ 124 h 618"/>
                  <a:gd name="T10" fmla="*/ 58 w 310"/>
                  <a:gd name="T11" fmla="*/ 0 h 618"/>
                  <a:gd name="T12" fmla="*/ 195 w 310"/>
                  <a:gd name="T13" fmla="*/ 0 h 618"/>
                  <a:gd name="T14" fmla="*/ 195 w 310"/>
                  <a:gd name="T15" fmla="*/ 124 h 618"/>
                  <a:gd name="T16" fmla="*/ 310 w 310"/>
                  <a:gd name="T17" fmla="*/ 124 h 618"/>
                  <a:gd name="T18" fmla="*/ 310 w 310"/>
                  <a:gd name="T19" fmla="*/ 242 h 618"/>
                  <a:gd name="T20" fmla="*/ 195 w 310"/>
                  <a:gd name="T21" fmla="*/ 242 h 618"/>
                  <a:gd name="T22" fmla="*/ 195 w 310"/>
                  <a:gd name="T23" fmla="*/ 449 h 618"/>
                  <a:gd name="T24" fmla="*/ 240 w 310"/>
                  <a:gd name="T25" fmla="*/ 496 h 618"/>
                  <a:gd name="T26" fmla="*/ 308 w 310"/>
                  <a:gd name="T27" fmla="*/ 479 h 618"/>
                  <a:gd name="T28" fmla="*/ 308 w 310"/>
                  <a:gd name="T29" fmla="*/ 590 h 618"/>
                  <a:gd name="T30" fmla="*/ 199 w 310"/>
                  <a:gd name="T31" fmla="*/ 618 h 618"/>
                  <a:gd name="T32" fmla="*/ 58 w 310"/>
                  <a:gd name="T33" fmla="*/ 472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8">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5" y="0"/>
                      <a:pt x="195" y="0"/>
                      <a:pt x="195" y="0"/>
                    </a:cubicBezTo>
                    <a:cubicBezTo>
                      <a:pt x="195" y="124"/>
                      <a:pt x="195" y="124"/>
                      <a:pt x="195" y="124"/>
                    </a:cubicBezTo>
                    <a:cubicBezTo>
                      <a:pt x="310" y="124"/>
                      <a:pt x="310" y="124"/>
                      <a:pt x="310" y="124"/>
                    </a:cubicBezTo>
                    <a:cubicBezTo>
                      <a:pt x="310" y="242"/>
                      <a:pt x="310" y="242"/>
                      <a:pt x="310" y="242"/>
                    </a:cubicBezTo>
                    <a:cubicBezTo>
                      <a:pt x="195" y="242"/>
                      <a:pt x="195" y="242"/>
                      <a:pt x="195" y="242"/>
                    </a:cubicBezTo>
                    <a:cubicBezTo>
                      <a:pt x="195" y="449"/>
                      <a:pt x="195" y="449"/>
                      <a:pt x="195" y="449"/>
                    </a:cubicBezTo>
                    <a:cubicBezTo>
                      <a:pt x="195" y="481"/>
                      <a:pt x="209" y="496"/>
                      <a:pt x="240" y="496"/>
                    </a:cubicBezTo>
                    <a:cubicBezTo>
                      <a:pt x="265" y="496"/>
                      <a:pt x="288" y="490"/>
                      <a:pt x="308" y="479"/>
                    </a:cubicBezTo>
                    <a:cubicBezTo>
                      <a:pt x="308" y="590"/>
                      <a:pt x="308" y="590"/>
                      <a:pt x="308" y="590"/>
                    </a:cubicBezTo>
                    <a:cubicBezTo>
                      <a:pt x="279" y="607"/>
                      <a:pt x="245" y="618"/>
                      <a:pt x="199" y="618"/>
                    </a:cubicBezTo>
                    <a:cubicBezTo>
                      <a:pt x="115" y="618"/>
                      <a:pt x="58" y="584"/>
                      <a:pt x="58" y="472"/>
                    </a:cubicBez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4" name="Freeform 13">
                <a:extLst>
                  <a:ext uri="{FF2B5EF4-FFF2-40B4-BE49-F238E27FC236}">
                    <a16:creationId xmlns:a16="http://schemas.microsoft.com/office/drawing/2014/main" id="{D49034F6-E32B-0A8D-D89B-AA4488391FCF}"/>
                  </a:ext>
                </a:extLst>
              </p:cNvPr>
              <p:cNvSpPr>
                <a:spLocks noEditPoints="1"/>
              </p:cNvSpPr>
              <p:nvPr userDrawn="1"/>
            </p:nvSpPr>
            <p:spPr bwMode="auto">
              <a:xfrm>
                <a:off x="5131251" y="938123"/>
                <a:ext cx="207455" cy="219867"/>
              </a:xfrm>
              <a:custGeom>
                <a:avLst/>
                <a:gdLst>
                  <a:gd name="T0" fmla="*/ 0 w 477"/>
                  <a:gd name="T1" fmla="*/ 254 h 505"/>
                  <a:gd name="T2" fmla="*/ 0 w 477"/>
                  <a:gd name="T3" fmla="*/ 253 h 505"/>
                  <a:gd name="T4" fmla="*/ 240 w 477"/>
                  <a:gd name="T5" fmla="*/ 0 h 505"/>
                  <a:gd name="T6" fmla="*/ 477 w 477"/>
                  <a:gd name="T7" fmla="*/ 263 h 505"/>
                  <a:gd name="T8" fmla="*/ 475 w 477"/>
                  <a:gd name="T9" fmla="*/ 300 h 505"/>
                  <a:gd name="T10" fmla="*/ 137 w 477"/>
                  <a:gd name="T11" fmla="*/ 300 h 505"/>
                  <a:gd name="T12" fmla="*/ 256 w 477"/>
                  <a:gd name="T13" fmla="*/ 395 h 505"/>
                  <a:gd name="T14" fmla="*/ 373 w 477"/>
                  <a:gd name="T15" fmla="*/ 345 h 505"/>
                  <a:gd name="T16" fmla="*/ 452 w 477"/>
                  <a:gd name="T17" fmla="*/ 415 h 505"/>
                  <a:gd name="T18" fmla="*/ 254 w 477"/>
                  <a:gd name="T19" fmla="*/ 505 h 505"/>
                  <a:gd name="T20" fmla="*/ 0 w 477"/>
                  <a:gd name="T21" fmla="*/ 254 h 505"/>
                  <a:gd name="T22" fmla="*/ 343 w 477"/>
                  <a:gd name="T23" fmla="*/ 214 h 505"/>
                  <a:gd name="T24" fmla="*/ 240 w 477"/>
                  <a:gd name="T25" fmla="*/ 111 h 505"/>
                  <a:gd name="T26" fmla="*/ 135 w 477"/>
                  <a:gd name="T27" fmla="*/ 214 h 505"/>
                  <a:gd name="T28" fmla="*/ 343 w 477"/>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7" h="505">
                    <a:moveTo>
                      <a:pt x="0" y="254"/>
                    </a:moveTo>
                    <a:cubicBezTo>
                      <a:pt x="0" y="253"/>
                      <a:pt x="0" y="253"/>
                      <a:pt x="0" y="253"/>
                    </a:cubicBezTo>
                    <a:cubicBezTo>
                      <a:pt x="0" y="114"/>
                      <a:pt x="99" y="0"/>
                      <a:pt x="240" y="0"/>
                    </a:cubicBezTo>
                    <a:cubicBezTo>
                      <a:pt x="402" y="0"/>
                      <a:pt x="477" y="126"/>
                      <a:pt x="477" y="263"/>
                    </a:cubicBezTo>
                    <a:cubicBezTo>
                      <a:pt x="477"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3" y="214"/>
                    </a:moveTo>
                    <a:cubicBezTo>
                      <a:pt x="334" y="152"/>
                      <a:pt x="298" y="111"/>
                      <a:pt x="240" y="111"/>
                    </a:cubicBezTo>
                    <a:cubicBezTo>
                      <a:pt x="183" y="111"/>
                      <a:pt x="146" y="151"/>
                      <a:pt x="135" y="214"/>
                    </a:cubicBezTo>
                    <a:lnTo>
                      <a:pt x="343" y="214"/>
                    </a:ln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5" name="Freeform 14">
                <a:extLst>
                  <a:ext uri="{FF2B5EF4-FFF2-40B4-BE49-F238E27FC236}">
                    <a16:creationId xmlns:a16="http://schemas.microsoft.com/office/drawing/2014/main" id="{F7F6E1B7-B4ED-1699-C492-0032C5B8242D}"/>
                  </a:ext>
                </a:extLst>
              </p:cNvPr>
              <p:cNvSpPr>
                <a:spLocks/>
              </p:cNvSpPr>
              <p:nvPr userDrawn="1"/>
            </p:nvSpPr>
            <p:spPr bwMode="auto">
              <a:xfrm>
                <a:off x="5348015" y="938123"/>
                <a:ext cx="195486" cy="219867"/>
              </a:xfrm>
              <a:custGeom>
                <a:avLst/>
                <a:gdLst>
                  <a:gd name="T0" fmla="*/ 0 w 450"/>
                  <a:gd name="T1" fmla="*/ 254 h 505"/>
                  <a:gd name="T2" fmla="*/ 0 w 450"/>
                  <a:gd name="T3" fmla="*/ 253 h 505"/>
                  <a:gd name="T4" fmla="*/ 254 w 450"/>
                  <a:gd name="T5" fmla="*/ 0 h 505"/>
                  <a:gd name="T6" fmla="*/ 448 w 450"/>
                  <a:gd name="T7" fmla="*/ 82 h 505"/>
                  <a:gd name="T8" fmla="*/ 363 w 450"/>
                  <a:gd name="T9" fmla="*/ 172 h 505"/>
                  <a:gd name="T10" fmla="*/ 253 w 450"/>
                  <a:gd name="T11" fmla="*/ 119 h 505"/>
                  <a:gd name="T12" fmla="*/ 135 w 450"/>
                  <a:gd name="T13" fmla="*/ 251 h 505"/>
                  <a:gd name="T14" fmla="*/ 135 w 450"/>
                  <a:gd name="T15" fmla="*/ 253 h 505"/>
                  <a:gd name="T16" fmla="*/ 258 w 450"/>
                  <a:gd name="T17" fmla="*/ 387 h 505"/>
                  <a:gd name="T18" fmla="*/ 370 w 450"/>
                  <a:gd name="T19" fmla="*/ 335 h 505"/>
                  <a:gd name="T20" fmla="*/ 450 w 450"/>
                  <a:gd name="T21" fmla="*/ 416 h 505"/>
                  <a:gd name="T22" fmla="*/ 252 w 450"/>
                  <a:gd name="T23" fmla="*/ 505 h 505"/>
                  <a:gd name="T24" fmla="*/ 0 w 450"/>
                  <a:gd name="T25"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0" h="505">
                    <a:moveTo>
                      <a:pt x="0" y="254"/>
                    </a:moveTo>
                    <a:cubicBezTo>
                      <a:pt x="0" y="253"/>
                      <a:pt x="0" y="253"/>
                      <a:pt x="0" y="253"/>
                    </a:cubicBezTo>
                    <a:cubicBezTo>
                      <a:pt x="0" y="114"/>
                      <a:pt x="106" y="0"/>
                      <a:pt x="254" y="0"/>
                    </a:cubicBezTo>
                    <a:cubicBezTo>
                      <a:pt x="345" y="0"/>
                      <a:pt x="402" y="31"/>
                      <a:pt x="448" y="82"/>
                    </a:cubicBezTo>
                    <a:cubicBezTo>
                      <a:pt x="363" y="172"/>
                      <a:pt x="363" y="172"/>
                      <a:pt x="363" y="172"/>
                    </a:cubicBezTo>
                    <a:cubicBezTo>
                      <a:pt x="333" y="139"/>
                      <a:pt x="302" y="119"/>
                      <a:pt x="253" y="119"/>
                    </a:cubicBezTo>
                    <a:cubicBezTo>
                      <a:pt x="184" y="119"/>
                      <a:pt x="135" y="179"/>
                      <a:pt x="135" y="251"/>
                    </a:cubicBezTo>
                    <a:cubicBezTo>
                      <a:pt x="135" y="253"/>
                      <a:pt x="135" y="253"/>
                      <a:pt x="135" y="253"/>
                    </a:cubicBezTo>
                    <a:cubicBezTo>
                      <a:pt x="135" y="327"/>
                      <a:pt x="183" y="387"/>
                      <a:pt x="258" y="387"/>
                    </a:cubicBezTo>
                    <a:cubicBezTo>
                      <a:pt x="305" y="387"/>
                      <a:pt x="336" y="367"/>
                      <a:pt x="370" y="335"/>
                    </a:cubicBezTo>
                    <a:cubicBezTo>
                      <a:pt x="450" y="416"/>
                      <a:pt x="450" y="416"/>
                      <a:pt x="450" y="416"/>
                    </a:cubicBezTo>
                    <a:cubicBezTo>
                      <a:pt x="403" y="468"/>
                      <a:pt x="349" y="505"/>
                      <a:pt x="252" y="505"/>
                    </a:cubicBezTo>
                    <a:cubicBezTo>
                      <a:pt x="106" y="505"/>
                      <a:pt x="0" y="393"/>
                      <a:pt x="0" y="254"/>
                    </a:cubicBez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6" name="Freeform 15">
                <a:extLst>
                  <a:ext uri="{FF2B5EF4-FFF2-40B4-BE49-F238E27FC236}">
                    <a16:creationId xmlns:a16="http://schemas.microsoft.com/office/drawing/2014/main" id="{114EE99C-9EC5-3C6C-64A0-3764DA0E337F}"/>
                  </a:ext>
                </a:extLst>
              </p:cNvPr>
              <p:cNvSpPr>
                <a:spLocks/>
              </p:cNvSpPr>
              <p:nvPr userDrawn="1"/>
            </p:nvSpPr>
            <p:spPr bwMode="auto">
              <a:xfrm>
                <a:off x="5553254" y="866312"/>
                <a:ext cx="193270" cy="286802"/>
              </a:xfrm>
              <a:custGeom>
                <a:avLst/>
                <a:gdLst>
                  <a:gd name="T0" fmla="*/ 0 w 445"/>
                  <a:gd name="T1" fmla="*/ 0 h 660"/>
                  <a:gd name="T2" fmla="*/ 138 w 445"/>
                  <a:gd name="T3" fmla="*/ 0 h 660"/>
                  <a:gd name="T4" fmla="*/ 138 w 445"/>
                  <a:gd name="T5" fmla="*/ 244 h 660"/>
                  <a:gd name="T6" fmla="*/ 280 w 445"/>
                  <a:gd name="T7" fmla="*/ 166 h 660"/>
                  <a:gd name="T8" fmla="*/ 445 w 445"/>
                  <a:gd name="T9" fmla="*/ 346 h 660"/>
                  <a:gd name="T10" fmla="*/ 445 w 445"/>
                  <a:gd name="T11" fmla="*/ 660 h 660"/>
                  <a:gd name="T12" fmla="*/ 307 w 445"/>
                  <a:gd name="T13" fmla="*/ 660 h 660"/>
                  <a:gd name="T14" fmla="*/ 307 w 445"/>
                  <a:gd name="T15" fmla="*/ 390 h 660"/>
                  <a:gd name="T16" fmla="*/ 224 w 445"/>
                  <a:gd name="T17" fmla="*/ 291 h 660"/>
                  <a:gd name="T18" fmla="*/ 138 w 445"/>
                  <a:gd name="T19" fmla="*/ 390 h 660"/>
                  <a:gd name="T20" fmla="*/ 138 w 445"/>
                  <a:gd name="T21" fmla="*/ 660 h 660"/>
                  <a:gd name="T22" fmla="*/ 0 w 445"/>
                  <a:gd name="T23" fmla="*/ 660 h 660"/>
                  <a:gd name="T24" fmla="*/ 0 w 445"/>
                  <a:gd name="T25" fmla="*/ 0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5" h="660">
                    <a:moveTo>
                      <a:pt x="0" y="0"/>
                    </a:moveTo>
                    <a:cubicBezTo>
                      <a:pt x="138" y="0"/>
                      <a:pt x="138" y="0"/>
                      <a:pt x="138" y="0"/>
                    </a:cubicBezTo>
                    <a:cubicBezTo>
                      <a:pt x="138" y="244"/>
                      <a:pt x="138" y="244"/>
                      <a:pt x="138" y="244"/>
                    </a:cubicBezTo>
                    <a:cubicBezTo>
                      <a:pt x="169" y="203"/>
                      <a:pt x="210" y="166"/>
                      <a:pt x="280" y="166"/>
                    </a:cubicBezTo>
                    <a:cubicBezTo>
                      <a:pt x="384" y="166"/>
                      <a:pt x="445" y="235"/>
                      <a:pt x="445" y="346"/>
                    </a:cubicBezTo>
                    <a:cubicBezTo>
                      <a:pt x="445" y="660"/>
                      <a:pt x="445" y="660"/>
                      <a:pt x="445" y="660"/>
                    </a:cubicBezTo>
                    <a:cubicBezTo>
                      <a:pt x="307" y="660"/>
                      <a:pt x="307" y="660"/>
                      <a:pt x="307" y="660"/>
                    </a:cubicBezTo>
                    <a:cubicBezTo>
                      <a:pt x="307" y="390"/>
                      <a:pt x="307" y="390"/>
                      <a:pt x="307" y="390"/>
                    </a:cubicBezTo>
                    <a:cubicBezTo>
                      <a:pt x="307" y="324"/>
                      <a:pt x="276" y="291"/>
                      <a:pt x="224" y="291"/>
                    </a:cubicBezTo>
                    <a:cubicBezTo>
                      <a:pt x="171" y="291"/>
                      <a:pt x="138" y="324"/>
                      <a:pt x="138" y="390"/>
                    </a:cubicBezTo>
                    <a:cubicBezTo>
                      <a:pt x="138" y="660"/>
                      <a:pt x="138" y="660"/>
                      <a:pt x="138" y="660"/>
                    </a:cubicBezTo>
                    <a:cubicBezTo>
                      <a:pt x="0" y="660"/>
                      <a:pt x="0" y="660"/>
                      <a:pt x="0" y="660"/>
                    </a:cubicBezTo>
                    <a:lnTo>
                      <a:pt x="0" y="0"/>
                    </a:ln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7" name="Freeform 16">
                <a:extLst>
                  <a:ext uri="{FF2B5EF4-FFF2-40B4-BE49-F238E27FC236}">
                    <a16:creationId xmlns:a16="http://schemas.microsoft.com/office/drawing/2014/main" id="{ECCFB330-8F90-459F-B1B5-7717B235054B}"/>
                  </a:ext>
                </a:extLst>
              </p:cNvPr>
              <p:cNvSpPr>
                <a:spLocks/>
              </p:cNvSpPr>
              <p:nvPr userDrawn="1"/>
            </p:nvSpPr>
            <p:spPr bwMode="auto">
              <a:xfrm>
                <a:off x="5762039" y="938123"/>
                <a:ext cx="192827" cy="214991"/>
              </a:xfrm>
              <a:custGeom>
                <a:avLst/>
                <a:gdLst>
                  <a:gd name="T0" fmla="*/ 0 w 444"/>
                  <a:gd name="T1" fmla="*/ 9 h 494"/>
                  <a:gd name="T2" fmla="*/ 137 w 444"/>
                  <a:gd name="T3" fmla="*/ 9 h 494"/>
                  <a:gd name="T4" fmla="*/ 137 w 444"/>
                  <a:gd name="T5" fmla="*/ 78 h 494"/>
                  <a:gd name="T6" fmla="*/ 279 w 444"/>
                  <a:gd name="T7" fmla="*/ 0 h 494"/>
                  <a:gd name="T8" fmla="*/ 444 w 444"/>
                  <a:gd name="T9" fmla="*/ 180 h 494"/>
                  <a:gd name="T10" fmla="*/ 444 w 444"/>
                  <a:gd name="T11" fmla="*/ 494 h 494"/>
                  <a:gd name="T12" fmla="*/ 306 w 444"/>
                  <a:gd name="T13" fmla="*/ 494 h 494"/>
                  <a:gd name="T14" fmla="*/ 306 w 444"/>
                  <a:gd name="T15" fmla="*/ 224 h 494"/>
                  <a:gd name="T16" fmla="*/ 223 w 444"/>
                  <a:gd name="T17" fmla="*/ 125 h 494"/>
                  <a:gd name="T18" fmla="*/ 137 w 444"/>
                  <a:gd name="T19" fmla="*/ 224 h 494"/>
                  <a:gd name="T20" fmla="*/ 137 w 444"/>
                  <a:gd name="T21" fmla="*/ 494 h 494"/>
                  <a:gd name="T22" fmla="*/ 0 w 444"/>
                  <a:gd name="T23" fmla="*/ 494 h 494"/>
                  <a:gd name="T24" fmla="*/ 0 w 444"/>
                  <a:gd name="T25"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4" h="494">
                    <a:moveTo>
                      <a:pt x="0" y="9"/>
                    </a:moveTo>
                    <a:cubicBezTo>
                      <a:pt x="137" y="9"/>
                      <a:pt x="137" y="9"/>
                      <a:pt x="137" y="9"/>
                    </a:cubicBezTo>
                    <a:cubicBezTo>
                      <a:pt x="137" y="78"/>
                      <a:pt x="137" y="78"/>
                      <a:pt x="137" y="78"/>
                    </a:cubicBezTo>
                    <a:cubicBezTo>
                      <a:pt x="169" y="37"/>
                      <a:pt x="210" y="0"/>
                      <a:pt x="279" y="0"/>
                    </a:cubicBezTo>
                    <a:cubicBezTo>
                      <a:pt x="383" y="0"/>
                      <a:pt x="444" y="69"/>
                      <a:pt x="444" y="180"/>
                    </a:cubicBezTo>
                    <a:cubicBezTo>
                      <a:pt x="444" y="494"/>
                      <a:pt x="444" y="494"/>
                      <a:pt x="444" y="494"/>
                    </a:cubicBezTo>
                    <a:cubicBezTo>
                      <a:pt x="306" y="494"/>
                      <a:pt x="306" y="494"/>
                      <a:pt x="306" y="494"/>
                    </a:cubicBezTo>
                    <a:cubicBezTo>
                      <a:pt x="306" y="224"/>
                      <a:pt x="306" y="224"/>
                      <a:pt x="306" y="224"/>
                    </a:cubicBezTo>
                    <a:cubicBezTo>
                      <a:pt x="306" y="158"/>
                      <a:pt x="276" y="125"/>
                      <a:pt x="223" y="125"/>
                    </a:cubicBezTo>
                    <a:cubicBezTo>
                      <a:pt x="171" y="125"/>
                      <a:pt x="137" y="158"/>
                      <a:pt x="137" y="224"/>
                    </a:cubicBezTo>
                    <a:cubicBezTo>
                      <a:pt x="137" y="494"/>
                      <a:pt x="137" y="494"/>
                      <a:pt x="137" y="494"/>
                    </a:cubicBezTo>
                    <a:cubicBezTo>
                      <a:pt x="0" y="494"/>
                      <a:pt x="0" y="494"/>
                      <a:pt x="0" y="494"/>
                    </a:cubicBezTo>
                    <a:lnTo>
                      <a:pt x="0" y="9"/>
                    </a:ln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8" name="Freeform 17">
                <a:extLst>
                  <a:ext uri="{FF2B5EF4-FFF2-40B4-BE49-F238E27FC236}">
                    <a16:creationId xmlns:a16="http://schemas.microsoft.com/office/drawing/2014/main" id="{89A34987-E431-2A93-3D62-912217C1C041}"/>
                  </a:ext>
                </a:extLst>
              </p:cNvPr>
              <p:cNvSpPr>
                <a:spLocks noEditPoints="1"/>
              </p:cNvSpPr>
              <p:nvPr userDrawn="1"/>
            </p:nvSpPr>
            <p:spPr bwMode="auto">
              <a:xfrm>
                <a:off x="5967277" y="938123"/>
                <a:ext cx="228289" cy="219867"/>
              </a:xfrm>
              <a:custGeom>
                <a:avLst/>
                <a:gdLst>
                  <a:gd name="T0" fmla="*/ 0 w 525"/>
                  <a:gd name="T1" fmla="*/ 254 h 505"/>
                  <a:gd name="T2" fmla="*/ 0 w 525"/>
                  <a:gd name="T3" fmla="*/ 253 h 505"/>
                  <a:gd name="T4" fmla="*/ 263 w 525"/>
                  <a:gd name="T5" fmla="*/ 0 h 505"/>
                  <a:gd name="T6" fmla="*/ 525 w 525"/>
                  <a:gd name="T7" fmla="*/ 251 h 505"/>
                  <a:gd name="T8" fmla="*/ 525 w 525"/>
                  <a:gd name="T9" fmla="*/ 253 h 505"/>
                  <a:gd name="T10" fmla="*/ 262 w 525"/>
                  <a:gd name="T11" fmla="*/ 505 h 505"/>
                  <a:gd name="T12" fmla="*/ 0 w 525"/>
                  <a:gd name="T13" fmla="*/ 254 h 505"/>
                  <a:gd name="T14" fmla="*/ 389 w 525"/>
                  <a:gd name="T15" fmla="*/ 254 h 505"/>
                  <a:gd name="T16" fmla="*/ 389 w 525"/>
                  <a:gd name="T17" fmla="*/ 253 h 505"/>
                  <a:gd name="T18" fmla="*/ 262 w 525"/>
                  <a:gd name="T19" fmla="*/ 119 h 505"/>
                  <a:gd name="T20" fmla="*/ 136 w 525"/>
                  <a:gd name="T21" fmla="*/ 251 h 505"/>
                  <a:gd name="T22" fmla="*/ 136 w 525"/>
                  <a:gd name="T23" fmla="*/ 253 h 505"/>
                  <a:gd name="T24" fmla="*/ 263 w 525"/>
                  <a:gd name="T25" fmla="*/ 387 h 505"/>
                  <a:gd name="T26" fmla="*/ 389 w 525"/>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5">
                    <a:moveTo>
                      <a:pt x="0" y="254"/>
                    </a:moveTo>
                    <a:cubicBezTo>
                      <a:pt x="0" y="253"/>
                      <a:pt x="0" y="253"/>
                      <a:pt x="0" y="253"/>
                    </a:cubicBezTo>
                    <a:cubicBezTo>
                      <a:pt x="0" y="113"/>
                      <a:pt x="112" y="0"/>
                      <a:pt x="263" y="0"/>
                    </a:cubicBezTo>
                    <a:cubicBezTo>
                      <a:pt x="414" y="0"/>
                      <a:pt x="525" y="111"/>
                      <a:pt x="525" y="251"/>
                    </a:cubicBezTo>
                    <a:cubicBezTo>
                      <a:pt x="525" y="253"/>
                      <a:pt x="525" y="253"/>
                      <a:pt x="525" y="253"/>
                    </a:cubicBezTo>
                    <a:cubicBezTo>
                      <a:pt x="525" y="392"/>
                      <a:pt x="413" y="505"/>
                      <a:pt x="262" y="505"/>
                    </a:cubicBezTo>
                    <a:cubicBezTo>
                      <a:pt x="111" y="505"/>
                      <a:pt x="0" y="394"/>
                      <a:pt x="0" y="254"/>
                    </a:cubicBezTo>
                    <a:close/>
                    <a:moveTo>
                      <a:pt x="389" y="254"/>
                    </a:moveTo>
                    <a:cubicBezTo>
                      <a:pt x="389" y="253"/>
                      <a:pt x="389" y="253"/>
                      <a:pt x="389" y="253"/>
                    </a:cubicBezTo>
                    <a:cubicBezTo>
                      <a:pt x="389" y="181"/>
                      <a:pt x="338" y="119"/>
                      <a:pt x="262" y="119"/>
                    </a:cubicBezTo>
                    <a:cubicBezTo>
                      <a:pt x="183" y="119"/>
                      <a:pt x="136" y="179"/>
                      <a:pt x="136" y="251"/>
                    </a:cubicBezTo>
                    <a:cubicBezTo>
                      <a:pt x="136" y="253"/>
                      <a:pt x="136" y="253"/>
                      <a:pt x="136" y="253"/>
                    </a:cubicBezTo>
                    <a:cubicBezTo>
                      <a:pt x="136" y="324"/>
                      <a:pt x="187" y="387"/>
                      <a:pt x="263" y="387"/>
                    </a:cubicBezTo>
                    <a:cubicBezTo>
                      <a:pt x="342" y="387"/>
                      <a:pt x="389" y="326"/>
                      <a:pt x="389" y="254"/>
                    </a:cubicBez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9" name="Rectangle 18">
                <a:extLst>
                  <a:ext uri="{FF2B5EF4-FFF2-40B4-BE49-F238E27FC236}">
                    <a16:creationId xmlns:a16="http://schemas.microsoft.com/office/drawing/2014/main" id="{1F951D7F-BED8-991E-3496-7DA93E8148FD}"/>
                  </a:ext>
                </a:extLst>
              </p:cNvPr>
              <p:cNvSpPr>
                <a:spLocks noChangeArrowheads="1"/>
              </p:cNvSpPr>
              <p:nvPr userDrawn="1"/>
            </p:nvSpPr>
            <p:spPr bwMode="auto">
              <a:xfrm>
                <a:off x="6207091" y="866312"/>
                <a:ext cx="59843" cy="286802"/>
              </a:xfrm>
              <a:prstGeom prst="rect">
                <a:avLst/>
              </a:prstGeom>
              <a:solidFill>
                <a:srgbClr val="4D144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60" name="Freeform 19">
                <a:extLst>
                  <a:ext uri="{FF2B5EF4-FFF2-40B4-BE49-F238E27FC236}">
                    <a16:creationId xmlns:a16="http://schemas.microsoft.com/office/drawing/2014/main" id="{272CCB53-F367-9D8A-5671-D442F70CF858}"/>
                  </a:ext>
                </a:extLst>
              </p:cNvPr>
              <p:cNvSpPr>
                <a:spLocks noEditPoints="1"/>
              </p:cNvSpPr>
              <p:nvPr userDrawn="1"/>
            </p:nvSpPr>
            <p:spPr bwMode="auto">
              <a:xfrm>
                <a:off x="6278460" y="938123"/>
                <a:ext cx="228732" cy="219867"/>
              </a:xfrm>
              <a:custGeom>
                <a:avLst/>
                <a:gdLst>
                  <a:gd name="T0" fmla="*/ 0 w 526"/>
                  <a:gd name="T1" fmla="*/ 254 h 505"/>
                  <a:gd name="T2" fmla="*/ 0 w 526"/>
                  <a:gd name="T3" fmla="*/ 253 h 505"/>
                  <a:gd name="T4" fmla="*/ 264 w 526"/>
                  <a:gd name="T5" fmla="*/ 0 h 505"/>
                  <a:gd name="T6" fmla="*/ 526 w 526"/>
                  <a:gd name="T7" fmla="*/ 251 h 505"/>
                  <a:gd name="T8" fmla="*/ 526 w 526"/>
                  <a:gd name="T9" fmla="*/ 253 h 505"/>
                  <a:gd name="T10" fmla="*/ 262 w 526"/>
                  <a:gd name="T11" fmla="*/ 505 h 505"/>
                  <a:gd name="T12" fmla="*/ 0 w 526"/>
                  <a:gd name="T13" fmla="*/ 254 h 505"/>
                  <a:gd name="T14" fmla="*/ 390 w 526"/>
                  <a:gd name="T15" fmla="*/ 254 h 505"/>
                  <a:gd name="T16" fmla="*/ 390 w 526"/>
                  <a:gd name="T17" fmla="*/ 253 h 505"/>
                  <a:gd name="T18" fmla="*/ 262 w 526"/>
                  <a:gd name="T19" fmla="*/ 119 h 505"/>
                  <a:gd name="T20" fmla="*/ 136 w 526"/>
                  <a:gd name="T21" fmla="*/ 251 h 505"/>
                  <a:gd name="T22" fmla="*/ 136 w 526"/>
                  <a:gd name="T23" fmla="*/ 253 h 505"/>
                  <a:gd name="T24" fmla="*/ 264 w 526"/>
                  <a:gd name="T25" fmla="*/ 387 h 505"/>
                  <a:gd name="T26" fmla="*/ 390 w 526"/>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6" h="505">
                    <a:moveTo>
                      <a:pt x="0" y="254"/>
                    </a:moveTo>
                    <a:cubicBezTo>
                      <a:pt x="0" y="253"/>
                      <a:pt x="0" y="253"/>
                      <a:pt x="0" y="253"/>
                    </a:cubicBezTo>
                    <a:cubicBezTo>
                      <a:pt x="0" y="113"/>
                      <a:pt x="113" y="0"/>
                      <a:pt x="264" y="0"/>
                    </a:cubicBezTo>
                    <a:cubicBezTo>
                      <a:pt x="414" y="0"/>
                      <a:pt x="526" y="111"/>
                      <a:pt x="526" y="251"/>
                    </a:cubicBezTo>
                    <a:cubicBezTo>
                      <a:pt x="526" y="253"/>
                      <a:pt x="526" y="253"/>
                      <a:pt x="526" y="253"/>
                    </a:cubicBezTo>
                    <a:cubicBezTo>
                      <a:pt x="526" y="392"/>
                      <a:pt x="413" y="505"/>
                      <a:pt x="262" y="505"/>
                    </a:cubicBezTo>
                    <a:cubicBezTo>
                      <a:pt x="112" y="505"/>
                      <a:pt x="0" y="394"/>
                      <a:pt x="0" y="254"/>
                    </a:cubicBezTo>
                    <a:close/>
                    <a:moveTo>
                      <a:pt x="390" y="254"/>
                    </a:moveTo>
                    <a:cubicBezTo>
                      <a:pt x="390" y="253"/>
                      <a:pt x="390" y="253"/>
                      <a:pt x="390" y="253"/>
                    </a:cubicBezTo>
                    <a:cubicBezTo>
                      <a:pt x="390" y="181"/>
                      <a:pt x="338" y="119"/>
                      <a:pt x="262" y="119"/>
                    </a:cubicBezTo>
                    <a:cubicBezTo>
                      <a:pt x="183" y="119"/>
                      <a:pt x="136" y="179"/>
                      <a:pt x="136" y="251"/>
                    </a:cubicBezTo>
                    <a:cubicBezTo>
                      <a:pt x="136" y="253"/>
                      <a:pt x="136" y="253"/>
                      <a:pt x="136" y="253"/>
                    </a:cubicBezTo>
                    <a:cubicBezTo>
                      <a:pt x="136" y="324"/>
                      <a:pt x="188" y="387"/>
                      <a:pt x="264" y="387"/>
                    </a:cubicBezTo>
                    <a:cubicBezTo>
                      <a:pt x="343" y="387"/>
                      <a:pt x="390" y="326"/>
                      <a:pt x="390" y="254"/>
                    </a:cubicBez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61" name="Freeform 20">
                <a:extLst>
                  <a:ext uri="{FF2B5EF4-FFF2-40B4-BE49-F238E27FC236}">
                    <a16:creationId xmlns:a16="http://schemas.microsoft.com/office/drawing/2014/main" id="{ECF911E9-8158-C08D-23FE-13CCAFED78D2}"/>
                  </a:ext>
                </a:extLst>
              </p:cNvPr>
              <p:cNvSpPr>
                <a:spLocks noEditPoints="1"/>
              </p:cNvSpPr>
              <p:nvPr userDrawn="1"/>
            </p:nvSpPr>
            <p:spPr bwMode="auto">
              <a:xfrm>
                <a:off x="6516057" y="938123"/>
                <a:ext cx="221197" cy="278823"/>
              </a:xfrm>
              <a:custGeom>
                <a:avLst/>
                <a:gdLst>
                  <a:gd name="T0" fmla="*/ 24 w 509"/>
                  <a:gd name="T1" fmla="*/ 590 h 641"/>
                  <a:gd name="T2" fmla="*/ 71 w 509"/>
                  <a:gd name="T3" fmla="*/ 487 h 641"/>
                  <a:gd name="T4" fmla="*/ 235 w 509"/>
                  <a:gd name="T5" fmla="*/ 531 h 641"/>
                  <a:gd name="T6" fmla="*/ 373 w 509"/>
                  <a:gd name="T7" fmla="*/ 399 h 641"/>
                  <a:gd name="T8" fmla="*/ 373 w 509"/>
                  <a:gd name="T9" fmla="*/ 376 h 641"/>
                  <a:gd name="T10" fmla="*/ 215 w 509"/>
                  <a:gd name="T11" fmla="*/ 454 h 641"/>
                  <a:gd name="T12" fmla="*/ 0 w 509"/>
                  <a:gd name="T13" fmla="*/ 228 h 641"/>
                  <a:gd name="T14" fmla="*/ 0 w 509"/>
                  <a:gd name="T15" fmla="*/ 226 h 641"/>
                  <a:gd name="T16" fmla="*/ 215 w 509"/>
                  <a:gd name="T17" fmla="*/ 0 h 641"/>
                  <a:gd name="T18" fmla="*/ 372 w 509"/>
                  <a:gd name="T19" fmla="*/ 72 h 641"/>
                  <a:gd name="T20" fmla="*/ 372 w 509"/>
                  <a:gd name="T21" fmla="*/ 9 h 641"/>
                  <a:gd name="T22" fmla="*/ 509 w 509"/>
                  <a:gd name="T23" fmla="*/ 9 h 641"/>
                  <a:gd name="T24" fmla="*/ 509 w 509"/>
                  <a:gd name="T25" fmla="*/ 385 h 641"/>
                  <a:gd name="T26" fmla="*/ 448 w 509"/>
                  <a:gd name="T27" fmla="*/ 576 h 641"/>
                  <a:gd name="T28" fmla="*/ 239 w 509"/>
                  <a:gd name="T29" fmla="*/ 641 h 641"/>
                  <a:gd name="T30" fmla="*/ 24 w 509"/>
                  <a:gd name="T31" fmla="*/ 590 h 641"/>
                  <a:gd name="T32" fmla="*/ 373 w 509"/>
                  <a:gd name="T33" fmla="*/ 228 h 641"/>
                  <a:gd name="T34" fmla="*/ 373 w 509"/>
                  <a:gd name="T35" fmla="*/ 226 h 641"/>
                  <a:gd name="T36" fmla="*/ 255 w 509"/>
                  <a:gd name="T37" fmla="*/ 114 h 641"/>
                  <a:gd name="T38" fmla="*/ 137 w 509"/>
                  <a:gd name="T39" fmla="*/ 226 h 641"/>
                  <a:gd name="T40" fmla="*/ 137 w 509"/>
                  <a:gd name="T41" fmla="*/ 228 h 641"/>
                  <a:gd name="T42" fmla="*/ 255 w 509"/>
                  <a:gd name="T43" fmla="*/ 340 h 641"/>
                  <a:gd name="T44" fmla="*/ 373 w 509"/>
                  <a:gd name="T45" fmla="*/ 228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9" h="641">
                    <a:moveTo>
                      <a:pt x="24" y="590"/>
                    </a:moveTo>
                    <a:cubicBezTo>
                      <a:pt x="71" y="487"/>
                      <a:pt x="71" y="487"/>
                      <a:pt x="71" y="487"/>
                    </a:cubicBezTo>
                    <a:cubicBezTo>
                      <a:pt x="121" y="515"/>
                      <a:pt x="171" y="531"/>
                      <a:pt x="235" y="531"/>
                    </a:cubicBezTo>
                    <a:cubicBezTo>
                      <a:pt x="329" y="531"/>
                      <a:pt x="373" y="486"/>
                      <a:pt x="373" y="399"/>
                    </a:cubicBezTo>
                    <a:cubicBezTo>
                      <a:pt x="373" y="376"/>
                      <a:pt x="373" y="376"/>
                      <a:pt x="373" y="376"/>
                    </a:cubicBezTo>
                    <a:cubicBezTo>
                      <a:pt x="333" y="425"/>
                      <a:pt x="288" y="454"/>
                      <a:pt x="215" y="454"/>
                    </a:cubicBezTo>
                    <a:cubicBezTo>
                      <a:pt x="102" y="454"/>
                      <a:pt x="0" y="372"/>
                      <a:pt x="0" y="228"/>
                    </a:cubicBezTo>
                    <a:cubicBezTo>
                      <a:pt x="0" y="226"/>
                      <a:pt x="0" y="226"/>
                      <a:pt x="0" y="226"/>
                    </a:cubicBezTo>
                    <a:cubicBezTo>
                      <a:pt x="0" y="82"/>
                      <a:pt x="104" y="0"/>
                      <a:pt x="215" y="0"/>
                    </a:cubicBezTo>
                    <a:cubicBezTo>
                      <a:pt x="290" y="0"/>
                      <a:pt x="334" y="32"/>
                      <a:pt x="372" y="72"/>
                    </a:cubicBezTo>
                    <a:cubicBezTo>
                      <a:pt x="372" y="9"/>
                      <a:pt x="372" y="9"/>
                      <a:pt x="372" y="9"/>
                    </a:cubicBezTo>
                    <a:cubicBezTo>
                      <a:pt x="509" y="9"/>
                      <a:pt x="509" y="9"/>
                      <a:pt x="509" y="9"/>
                    </a:cubicBezTo>
                    <a:cubicBezTo>
                      <a:pt x="509" y="385"/>
                      <a:pt x="509" y="385"/>
                      <a:pt x="509" y="385"/>
                    </a:cubicBezTo>
                    <a:cubicBezTo>
                      <a:pt x="509" y="472"/>
                      <a:pt x="488" y="535"/>
                      <a:pt x="448" y="576"/>
                    </a:cubicBezTo>
                    <a:cubicBezTo>
                      <a:pt x="402" y="621"/>
                      <a:pt x="333" y="641"/>
                      <a:pt x="239" y="641"/>
                    </a:cubicBezTo>
                    <a:cubicBezTo>
                      <a:pt x="160" y="641"/>
                      <a:pt x="86" y="623"/>
                      <a:pt x="24" y="590"/>
                    </a:cubicBezTo>
                    <a:close/>
                    <a:moveTo>
                      <a:pt x="373" y="228"/>
                    </a:moveTo>
                    <a:cubicBezTo>
                      <a:pt x="373" y="226"/>
                      <a:pt x="373" y="226"/>
                      <a:pt x="373" y="226"/>
                    </a:cubicBezTo>
                    <a:cubicBezTo>
                      <a:pt x="373" y="160"/>
                      <a:pt x="322" y="114"/>
                      <a:pt x="255" y="114"/>
                    </a:cubicBezTo>
                    <a:cubicBezTo>
                      <a:pt x="188" y="114"/>
                      <a:pt x="137" y="160"/>
                      <a:pt x="137" y="226"/>
                    </a:cubicBezTo>
                    <a:cubicBezTo>
                      <a:pt x="137" y="228"/>
                      <a:pt x="137" y="228"/>
                      <a:pt x="137" y="228"/>
                    </a:cubicBezTo>
                    <a:cubicBezTo>
                      <a:pt x="137" y="295"/>
                      <a:pt x="188" y="340"/>
                      <a:pt x="255" y="340"/>
                    </a:cubicBezTo>
                    <a:cubicBezTo>
                      <a:pt x="322" y="340"/>
                      <a:pt x="373" y="294"/>
                      <a:pt x="373" y="228"/>
                    </a:cubicBez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62" name="Freeform 21">
                <a:extLst>
                  <a:ext uri="{FF2B5EF4-FFF2-40B4-BE49-F238E27FC236}">
                    <a16:creationId xmlns:a16="http://schemas.microsoft.com/office/drawing/2014/main" id="{094B2A0F-EF14-8BE6-B468-54D6F6277E81}"/>
                  </a:ext>
                </a:extLst>
              </p:cNvPr>
              <p:cNvSpPr>
                <a:spLocks/>
              </p:cNvSpPr>
              <p:nvPr userDrawn="1"/>
            </p:nvSpPr>
            <p:spPr bwMode="auto">
              <a:xfrm>
                <a:off x="6747450" y="942113"/>
                <a:ext cx="219424" cy="275277"/>
              </a:xfrm>
              <a:custGeom>
                <a:avLst/>
                <a:gdLst>
                  <a:gd name="T0" fmla="*/ 362 w 505"/>
                  <a:gd name="T1" fmla="*/ 0 h 633"/>
                  <a:gd name="T2" fmla="*/ 505 w 505"/>
                  <a:gd name="T3" fmla="*/ 0 h 633"/>
                  <a:gd name="T4" fmla="*/ 319 w 505"/>
                  <a:gd name="T5" fmla="*/ 497 h 633"/>
                  <a:gd name="T6" fmla="*/ 159 w 505"/>
                  <a:gd name="T7" fmla="*/ 633 h 633"/>
                  <a:gd name="T8" fmla="*/ 37 w 505"/>
                  <a:gd name="T9" fmla="*/ 599 h 633"/>
                  <a:gd name="T10" fmla="*/ 83 w 505"/>
                  <a:gd name="T11" fmla="*/ 500 h 633"/>
                  <a:gd name="T12" fmla="*/ 142 w 505"/>
                  <a:gd name="T13" fmla="*/ 519 h 633"/>
                  <a:gd name="T14" fmla="*/ 190 w 505"/>
                  <a:gd name="T15" fmla="*/ 487 h 633"/>
                  <a:gd name="T16" fmla="*/ 0 w 505"/>
                  <a:gd name="T17" fmla="*/ 0 h 633"/>
                  <a:gd name="T18" fmla="*/ 146 w 505"/>
                  <a:gd name="T19" fmla="*/ 0 h 633"/>
                  <a:gd name="T20" fmla="*/ 256 w 505"/>
                  <a:gd name="T21" fmla="*/ 331 h 633"/>
                  <a:gd name="T22" fmla="*/ 362 w 505"/>
                  <a:gd name="T23" fmla="*/ 0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5" h="633">
                    <a:moveTo>
                      <a:pt x="362" y="0"/>
                    </a:moveTo>
                    <a:cubicBezTo>
                      <a:pt x="505" y="0"/>
                      <a:pt x="505" y="0"/>
                      <a:pt x="505" y="0"/>
                    </a:cubicBezTo>
                    <a:cubicBezTo>
                      <a:pt x="319" y="497"/>
                      <a:pt x="319" y="497"/>
                      <a:pt x="319" y="497"/>
                    </a:cubicBezTo>
                    <a:cubicBezTo>
                      <a:pt x="282" y="596"/>
                      <a:pt x="242" y="633"/>
                      <a:pt x="159" y="633"/>
                    </a:cubicBezTo>
                    <a:cubicBezTo>
                      <a:pt x="110" y="633"/>
                      <a:pt x="73" y="620"/>
                      <a:pt x="37" y="599"/>
                    </a:cubicBezTo>
                    <a:cubicBezTo>
                      <a:pt x="83" y="500"/>
                      <a:pt x="83" y="500"/>
                      <a:pt x="83" y="500"/>
                    </a:cubicBezTo>
                    <a:cubicBezTo>
                      <a:pt x="101" y="511"/>
                      <a:pt x="124" y="519"/>
                      <a:pt x="142" y="519"/>
                    </a:cubicBezTo>
                    <a:cubicBezTo>
                      <a:pt x="166" y="519"/>
                      <a:pt x="178" y="512"/>
                      <a:pt x="190" y="487"/>
                    </a:cubicBezTo>
                    <a:cubicBezTo>
                      <a:pt x="0" y="0"/>
                      <a:pt x="0" y="0"/>
                      <a:pt x="0" y="0"/>
                    </a:cubicBezTo>
                    <a:cubicBezTo>
                      <a:pt x="146" y="0"/>
                      <a:pt x="146" y="0"/>
                      <a:pt x="146" y="0"/>
                    </a:cubicBezTo>
                    <a:cubicBezTo>
                      <a:pt x="256" y="331"/>
                      <a:pt x="256" y="331"/>
                      <a:pt x="256" y="331"/>
                    </a:cubicBezTo>
                    <a:lnTo>
                      <a:pt x="362" y="0"/>
                    </a:ln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63" name="Freeform 22">
                <a:extLst>
                  <a:ext uri="{FF2B5EF4-FFF2-40B4-BE49-F238E27FC236}">
                    <a16:creationId xmlns:a16="http://schemas.microsoft.com/office/drawing/2014/main" id="{BD80DF37-D70A-5EC4-04A2-4E73C4038CB0}"/>
                  </a:ext>
                </a:extLst>
              </p:cNvPr>
              <p:cNvSpPr>
                <a:spLocks/>
              </p:cNvSpPr>
              <p:nvPr userDrawn="1"/>
            </p:nvSpPr>
            <p:spPr bwMode="auto">
              <a:xfrm>
                <a:off x="6005842" y="1258171"/>
                <a:ext cx="132541" cy="290348"/>
              </a:xfrm>
              <a:custGeom>
                <a:avLst/>
                <a:gdLst>
                  <a:gd name="T0" fmla="*/ 57 w 305"/>
                  <a:gd name="T1" fmla="*/ 299 h 667"/>
                  <a:gd name="T2" fmla="*/ 0 w 305"/>
                  <a:gd name="T3" fmla="*/ 299 h 667"/>
                  <a:gd name="T4" fmla="*/ 0 w 305"/>
                  <a:gd name="T5" fmla="*/ 186 h 667"/>
                  <a:gd name="T6" fmla="*/ 57 w 305"/>
                  <a:gd name="T7" fmla="*/ 186 h 667"/>
                  <a:gd name="T8" fmla="*/ 57 w 305"/>
                  <a:gd name="T9" fmla="*/ 155 h 667"/>
                  <a:gd name="T10" fmla="*/ 96 w 305"/>
                  <a:gd name="T11" fmla="*/ 38 h 667"/>
                  <a:gd name="T12" fmla="*/ 208 w 305"/>
                  <a:gd name="T13" fmla="*/ 0 h 667"/>
                  <a:gd name="T14" fmla="*/ 305 w 305"/>
                  <a:gd name="T15" fmla="*/ 13 h 667"/>
                  <a:gd name="T16" fmla="*/ 305 w 305"/>
                  <a:gd name="T17" fmla="*/ 127 h 667"/>
                  <a:gd name="T18" fmla="*/ 243 w 305"/>
                  <a:gd name="T19" fmla="*/ 115 h 667"/>
                  <a:gd name="T20" fmla="*/ 193 w 305"/>
                  <a:gd name="T21" fmla="*/ 168 h 667"/>
                  <a:gd name="T22" fmla="*/ 193 w 305"/>
                  <a:gd name="T23" fmla="*/ 187 h 667"/>
                  <a:gd name="T24" fmla="*/ 305 w 305"/>
                  <a:gd name="T25" fmla="*/ 187 h 667"/>
                  <a:gd name="T26" fmla="*/ 305 w 305"/>
                  <a:gd name="T27" fmla="*/ 299 h 667"/>
                  <a:gd name="T28" fmla="*/ 195 w 305"/>
                  <a:gd name="T29" fmla="*/ 299 h 667"/>
                  <a:gd name="T30" fmla="*/ 195 w 305"/>
                  <a:gd name="T31" fmla="*/ 667 h 667"/>
                  <a:gd name="T32" fmla="*/ 57 w 305"/>
                  <a:gd name="T33" fmla="*/ 667 h 667"/>
                  <a:gd name="T34" fmla="*/ 57 w 305"/>
                  <a:gd name="T35" fmla="*/ 299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5" h="667">
                    <a:moveTo>
                      <a:pt x="57" y="299"/>
                    </a:moveTo>
                    <a:cubicBezTo>
                      <a:pt x="0" y="299"/>
                      <a:pt x="0" y="299"/>
                      <a:pt x="0" y="299"/>
                    </a:cubicBezTo>
                    <a:cubicBezTo>
                      <a:pt x="0" y="186"/>
                      <a:pt x="0" y="186"/>
                      <a:pt x="0" y="186"/>
                    </a:cubicBezTo>
                    <a:cubicBezTo>
                      <a:pt x="57" y="186"/>
                      <a:pt x="57" y="186"/>
                      <a:pt x="57" y="186"/>
                    </a:cubicBezTo>
                    <a:cubicBezTo>
                      <a:pt x="57" y="155"/>
                      <a:pt x="57" y="155"/>
                      <a:pt x="57" y="155"/>
                    </a:cubicBezTo>
                    <a:cubicBezTo>
                      <a:pt x="57" y="102"/>
                      <a:pt x="71" y="63"/>
                      <a:pt x="96" y="38"/>
                    </a:cubicBezTo>
                    <a:cubicBezTo>
                      <a:pt x="122" y="12"/>
                      <a:pt x="159" y="0"/>
                      <a:pt x="208" y="0"/>
                    </a:cubicBezTo>
                    <a:cubicBezTo>
                      <a:pt x="251" y="0"/>
                      <a:pt x="280" y="5"/>
                      <a:pt x="305" y="13"/>
                    </a:cubicBezTo>
                    <a:cubicBezTo>
                      <a:pt x="305" y="127"/>
                      <a:pt x="305" y="127"/>
                      <a:pt x="305" y="127"/>
                    </a:cubicBezTo>
                    <a:cubicBezTo>
                      <a:pt x="286" y="120"/>
                      <a:pt x="267" y="115"/>
                      <a:pt x="243" y="115"/>
                    </a:cubicBezTo>
                    <a:cubicBezTo>
                      <a:pt x="211" y="115"/>
                      <a:pt x="193" y="132"/>
                      <a:pt x="193" y="168"/>
                    </a:cubicBezTo>
                    <a:cubicBezTo>
                      <a:pt x="193" y="187"/>
                      <a:pt x="193" y="187"/>
                      <a:pt x="193" y="187"/>
                    </a:cubicBezTo>
                    <a:cubicBezTo>
                      <a:pt x="305" y="187"/>
                      <a:pt x="305" y="187"/>
                      <a:pt x="305" y="187"/>
                    </a:cubicBezTo>
                    <a:cubicBezTo>
                      <a:pt x="305" y="299"/>
                      <a:pt x="305" y="299"/>
                      <a:pt x="305" y="299"/>
                    </a:cubicBezTo>
                    <a:cubicBezTo>
                      <a:pt x="195" y="299"/>
                      <a:pt x="195" y="299"/>
                      <a:pt x="195" y="299"/>
                    </a:cubicBezTo>
                    <a:cubicBezTo>
                      <a:pt x="195" y="667"/>
                      <a:pt x="195" y="667"/>
                      <a:pt x="195" y="667"/>
                    </a:cubicBezTo>
                    <a:cubicBezTo>
                      <a:pt x="57" y="667"/>
                      <a:pt x="57" y="667"/>
                      <a:pt x="57" y="667"/>
                    </a:cubicBezTo>
                    <a:lnTo>
                      <a:pt x="57" y="299"/>
                    </a:ln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64" name="Freeform 23">
                <a:extLst>
                  <a:ext uri="{FF2B5EF4-FFF2-40B4-BE49-F238E27FC236}">
                    <a16:creationId xmlns:a16="http://schemas.microsoft.com/office/drawing/2014/main" id="{0D00C6D5-7EC4-0318-A93F-CD6F5C708422}"/>
                  </a:ext>
                </a:extLst>
              </p:cNvPr>
              <p:cNvSpPr>
                <a:spLocks noEditPoints="1"/>
              </p:cNvSpPr>
              <p:nvPr userDrawn="1"/>
            </p:nvSpPr>
            <p:spPr bwMode="auto">
              <a:xfrm>
                <a:off x="6137497" y="1333086"/>
                <a:ext cx="228289" cy="219867"/>
              </a:xfrm>
              <a:custGeom>
                <a:avLst/>
                <a:gdLst>
                  <a:gd name="T0" fmla="*/ 0 w 525"/>
                  <a:gd name="T1" fmla="*/ 255 h 506"/>
                  <a:gd name="T2" fmla="*/ 0 w 525"/>
                  <a:gd name="T3" fmla="*/ 253 h 506"/>
                  <a:gd name="T4" fmla="*/ 263 w 525"/>
                  <a:gd name="T5" fmla="*/ 0 h 506"/>
                  <a:gd name="T6" fmla="*/ 525 w 525"/>
                  <a:gd name="T7" fmla="*/ 251 h 506"/>
                  <a:gd name="T8" fmla="*/ 525 w 525"/>
                  <a:gd name="T9" fmla="*/ 253 h 506"/>
                  <a:gd name="T10" fmla="*/ 261 w 525"/>
                  <a:gd name="T11" fmla="*/ 506 h 506"/>
                  <a:gd name="T12" fmla="*/ 0 w 525"/>
                  <a:gd name="T13" fmla="*/ 255 h 506"/>
                  <a:gd name="T14" fmla="*/ 389 w 525"/>
                  <a:gd name="T15" fmla="*/ 255 h 506"/>
                  <a:gd name="T16" fmla="*/ 389 w 525"/>
                  <a:gd name="T17" fmla="*/ 253 h 506"/>
                  <a:gd name="T18" fmla="*/ 261 w 525"/>
                  <a:gd name="T19" fmla="*/ 119 h 506"/>
                  <a:gd name="T20" fmla="*/ 135 w 525"/>
                  <a:gd name="T21" fmla="*/ 251 h 506"/>
                  <a:gd name="T22" fmla="*/ 135 w 525"/>
                  <a:gd name="T23" fmla="*/ 253 h 506"/>
                  <a:gd name="T24" fmla="*/ 263 w 525"/>
                  <a:gd name="T25" fmla="*/ 387 h 506"/>
                  <a:gd name="T26" fmla="*/ 389 w 525"/>
                  <a:gd name="T27" fmla="*/ 255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6">
                    <a:moveTo>
                      <a:pt x="0" y="255"/>
                    </a:moveTo>
                    <a:cubicBezTo>
                      <a:pt x="0" y="253"/>
                      <a:pt x="0" y="253"/>
                      <a:pt x="0" y="253"/>
                    </a:cubicBezTo>
                    <a:cubicBezTo>
                      <a:pt x="0" y="114"/>
                      <a:pt x="112" y="0"/>
                      <a:pt x="263" y="0"/>
                    </a:cubicBezTo>
                    <a:cubicBezTo>
                      <a:pt x="413" y="0"/>
                      <a:pt x="525" y="112"/>
                      <a:pt x="525" y="251"/>
                    </a:cubicBezTo>
                    <a:cubicBezTo>
                      <a:pt x="525" y="253"/>
                      <a:pt x="525" y="253"/>
                      <a:pt x="525" y="253"/>
                    </a:cubicBezTo>
                    <a:cubicBezTo>
                      <a:pt x="525" y="392"/>
                      <a:pt x="412" y="506"/>
                      <a:pt x="261" y="506"/>
                    </a:cubicBezTo>
                    <a:cubicBezTo>
                      <a:pt x="111" y="506"/>
                      <a:pt x="0" y="394"/>
                      <a:pt x="0" y="255"/>
                    </a:cubicBezTo>
                    <a:close/>
                    <a:moveTo>
                      <a:pt x="389" y="255"/>
                    </a:moveTo>
                    <a:cubicBezTo>
                      <a:pt x="389" y="253"/>
                      <a:pt x="389" y="253"/>
                      <a:pt x="389" y="253"/>
                    </a:cubicBezTo>
                    <a:cubicBezTo>
                      <a:pt x="389" y="182"/>
                      <a:pt x="337" y="119"/>
                      <a:pt x="261" y="119"/>
                    </a:cubicBezTo>
                    <a:cubicBezTo>
                      <a:pt x="183" y="119"/>
                      <a:pt x="135" y="180"/>
                      <a:pt x="135" y="251"/>
                    </a:cubicBezTo>
                    <a:cubicBezTo>
                      <a:pt x="135" y="253"/>
                      <a:pt x="135" y="253"/>
                      <a:pt x="135" y="253"/>
                    </a:cubicBezTo>
                    <a:cubicBezTo>
                      <a:pt x="135" y="325"/>
                      <a:pt x="187" y="387"/>
                      <a:pt x="263" y="387"/>
                    </a:cubicBezTo>
                    <a:cubicBezTo>
                      <a:pt x="342" y="387"/>
                      <a:pt x="389" y="326"/>
                      <a:pt x="389" y="255"/>
                    </a:cubicBez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65" name="Freeform 24">
                <a:extLst>
                  <a:ext uri="{FF2B5EF4-FFF2-40B4-BE49-F238E27FC236}">
                    <a16:creationId xmlns:a16="http://schemas.microsoft.com/office/drawing/2014/main" id="{AEB26B91-4BD3-875D-141D-DEA322007DD9}"/>
                  </a:ext>
                </a:extLst>
              </p:cNvPr>
              <p:cNvSpPr>
                <a:spLocks/>
              </p:cNvSpPr>
              <p:nvPr userDrawn="1"/>
            </p:nvSpPr>
            <p:spPr bwMode="auto">
              <a:xfrm>
                <a:off x="6379084" y="1331756"/>
                <a:ext cx="127665" cy="216764"/>
              </a:xfrm>
              <a:custGeom>
                <a:avLst/>
                <a:gdLst>
                  <a:gd name="T0" fmla="*/ 0 w 293"/>
                  <a:gd name="T1" fmla="*/ 13 h 498"/>
                  <a:gd name="T2" fmla="*/ 138 w 293"/>
                  <a:gd name="T3" fmla="*/ 13 h 498"/>
                  <a:gd name="T4" fmla="*/ 138 w 293"/>
                  <a:gd name="T5" fmla="*/ 110 h 498"/>
                  <a:gd name="T6" fmla="*/ 293 w 293"/>
                  <a:gd name="T7" fmla="*/ 3 h 498"/>
                  <a:gd name="T8" fmla="*/ 293 w 293"/>
                  <a:gd name="T9" fmla="*/ 147 h 498"/>
                  <a:gd name="T10" fmla="*/ 286 w 293"/>
                  <a:gd name="T11" fmla="*/ 147 h 498"/>
                  <a:gd name="T12" fmla="*/ 138 w 293"/>
                  <a:gd name="T13" fmla="*/ 318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0"/>
                      <a:pt x="138" y="110"/>
                      <a:pt x="138" y="110"/>
                    </a:cubicBezTo>
                    <a:cubicBezTo>
                      <a:pt x="166" y="43"/>
                      <a:pt x="211" y="0"/>
                      <a:pt x="293" y="3"/>
                    </a:cubicBezTo>
                    <a:cubicBezTo>
                      <a:pt x="293" y="147"/>
                      <a:pt x="293" y="147"/>
                      <a:pt x="293" y="147"/>
                    </a:cubicBezTo>
                    <a:cubicBezTo>
                      <a:pt x="286" y="147"/>
                      <a:pt x="286" y="147"/>
                      <a:pt x="286" y="147"/>
                    </a:cubicBezTo>
                    <a:cubicBezTo>
                      <a:pt x="194" y="147"/>
                      <a:pt x="138" y="203"/>
                      <a:pt x="138" y="318"/>
                    </a:cubicBezTo>
                    <a:cubicBezTo>
                      <a:pt x="138" y="498"/>
                      <a:pt x="138" y="498"/>
                      <a:pt x="138" y="498"/>
                    </a:cubicBezTo>
                    <a:cubicBezTo>
                      <a:pt x="0" y="498"/>
                      <a:pt x="0" y="498"/>
                      <a:pt x="0" y="498"/>
                    </a:cubicBezTo>
                    <a:lnTo>
                      <a:pt x="0" y="13"/>
                    </a:ln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66" name="Freeform 25">
                <a:extLst>
                  <a:ext uri="{FF2B5EF4-FFF2-40B4-BE49-F238E27FC236}">
                    <a16:creationId xmlns:a16="http://schemas.microsoft.com/office/drawing/2014/main" id="{4F49B36A-46DF-8CB3-3466-3A29AEB0F380}"/>
                  </a:ext>
                </a:extLst>
              </p:cNvPr>
              <p:cNvSpPr>
                <a:spLocks noEditPoints="1"/>
              </p:cNvSpPr>
              <p:nvPr userDrawn="1"/>
            </p:nvSpPr>
            <p:spPr bwMode="auto">
              <a:xfrm>
                <a:off x="6582993" y="1334859"/>
                <a:ext cx="194157" cy="217207"/>
              </a:xfrm>
              <a:custGeom>
                <a:avLst/>
                <a:gdLst>
                  <a:gd name="T0" fmla="*/ 0 w 446"/>
                  <a:gd name="T1" fmla="*/ 351 h 500"/>
                  <a:gd name="T2" fmla="*/ 0 w 446"/>
                  <a:gd name="T3" fmla="*/ 349 h 500"/>
                  <a:gd name="T4" fmla="*/ 195 w 446"/>
                  <a:gd name="T5" fmla="*/ 195 h 500"/>
                  <a:gd name="T6" fmla="*/ 314 w 446"/>
                  <a:gd name="T7" fmla="*/ 215 h 500"/>
                  <a:gd name="T8" fmla="*/ 314 w 446"/>
                  <a:gd name="T9" fmla="*/ 206 h 500"/>
                  <a:gd name="T10" fmla="*/ 210 w 446"/>
                  <a:gd name="T11" fmla="*/ 118 h 500"/>
                  <a:gd name="T12" fmla="*/ 76 w 446"/>
                  <a:gd name="T13" fmla="*/ 144 h 500"/>
                  <a:gd name="T14" fmla="*/ 42 w 446"/>
                  <a:gd name="T15" fmla="*/ 39 h 500"/>
                  <a:gd name="T16" fmla="*/ 230 w 446"/>
                  <a:gd name="T17" fmla="*/ 0 h 500"/>
                  <a:gd name="T18" fmla="*/ 394 w 446"/>
                  <a:gd name="T19" fmla="*/ 54 h 500"/>
                  <a:gd name="T20" fmla="*/ 446 w 446"/>
                  <a:gd name="T21" fmla="*/ 209 h 500"/>
                  <a:gd name="T22" fmla="*/ 446 w 446"/>
                  <a:gd name="T23" fmla="*/ 491 h 500"/>
                  <a:gd name="T24" fmla="*/ 313 w 446"/>
                  <a:gd name="T25" fmla="*/ 491 h 500"/>
                  <a:gd name="T26" fmla="*/ 313 w 446"/>
                  <a:gd name="T27" fmla="*/ 438 h 500"/>
                  <a:gd name="T28" fmla="*/ 167 w 446"/>
                  <a:gd name="T29" fmla="*/ 500 h 500"/>
                  <a:gd name="T30" fmla="*/ 0 w 446"/>
                  <a:gd name="T31" fmla="*/ 351 h 500"/>
                  <a:gd name="T32" fmla="*/ 316 w 446"/>
                  <a:gd name="T33" fmla="*/ 320 h 500"/>
                  <a:gd name="T34" fmla="*/ 316 w 446"/>
                  <a:gd name="T35" fmla="*/ 295 h 500"/>
                  <a:gd name="T36" fmla="*/ 228 w 446"/>
                  <a:gd name="T37" fmla="*/ 277 h 500"/>
                  <a:gd name="T38" fmla="*/ 133 w 446"/>
                  <a:gd name="T39" fmla="*/ 344 h 500"/>
                  <a:gd name="T40" fmla="*/ 133 w 446"/>
                  <a:gd name="T41" fmla="*/ 346 h 500"/>
                  <a:gd name="T42" fmla="*/ 208 w 446"/>
                  <a:gd name="T43" fmla="*/ 405 h 500"/>
                  <a:gd name="T44" fmla="*/ 316 w 446"/>
                  <a:gd name="T45" fmla="*/ 32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500">
                    <a:moveTo>
                      <a:pt x="0" y="351"/>
                    </a:moveTo>
                    <a:cubicBezTo>
                      <a:pt x="0" y="349"/>
                      <a:pt x="0" y="349"/>
                      <a:pt x="0" y="349"/>
                    </a:cubicBezTo>
                    <a:cubicBezTo>
                      <a:pt x="0" y="244"/>
                      <a:pt x="81" y="195"/>
                      <a:pt x="195" y="195"/>
                    </a:cubicBezTo>
                    <a:cubicBezTo>
                      <a:pt x="244" y="195"/>
                      <a:pt x="280" y="203"/>
                      <a:pt x="314" y="215"/>
                    </a:cubicBezTo>
                    <a:cubicBezTo>
                      <a:pt x="314" y="206"/>
                      <a:pt x="314" y="206"/>
                      <a:pt x="314" y="206"/>
                    </a:cubicBezTo>
                    <a:cubicBezTo>
                      <a:pt x="314" y="149"/>
                      <a:pt x="279" y="118"/>
                      <a:pt x="210" y="118"/>
                    </a:cubicBezTo>
                    <a:cubicBezTo>
                      <a:pt x="157" y="118"/>
                      <a:pt x="120" y="128"/>
                      <a:pt x="76" y="144"/>
                    </a:cubicBezTo>
                    <a:cubicBezTo>
                      <a:pt x="42" y="39"/>
                      <a:pt x="42" y="39"/>
                      <a:pt x="42" y="39"/>
                    </a:cubicBezTo>
                    <a:cubicBezTo>
                      <a:pt x="95" y="15"/>
                      <a:pt x="148" y="0"/>
                      <a:pt x="230" y="0"/>
                    </a:cubicBezTo>
                    <a:cubicBezTo>
                      <a:pt x="305" y="0"/>
                      <a:pt x="359" y="20"/>
                      <a:pt x="394" y="54"/>
                    </a:cubicBezTo>
                    <a:cubicBezTo>
                      <a:pt x="430" y="91"/>
                      <a:pt x="446" y="144"/>
                      <a:pt x="446" y="209"/>
                    </a:cubicBezTo>
                    <a:cubicBezTo>
                      <a:pt x="446" y="491"/>
                      <a:pt x="446" y="491"/>
                      <a:pt x="446" y="491"/>
                    </a:cubicBezTo>
                    <a:cubicBezTo>
                      <a:pt x="313" y="491"/>
                      <a:pt x="313" y="491"/>
                      <a:pt x="313" y="491"/>
                    </a:cubicBezTo>
                    <a:cubicBezTo>
                      <a:pt x="313" y="438"/>
                      <a:pt x="313" y="438"/>
                      <a:pt x="313" y="438"/>
                    </a:cubicBezTo>
                    <a:cubicBezTo>
                      <a:pt x="280" y="475"/>
                      <a:pt x="234" y="500"/>
                      <a:pt x="167" y="500"/>
                    </a:cubicBezTo>
                    <a:cubicBezTo>
                      <a:pt x="75" y="500"/>
                      <a:pt x="0" y="447"/>
                      <a:pt x="0" y="351"/>
                    </a:cubicBezTo>
                    <a:close/>
                    <a:moveTo>
                      <a:pt x="316" y="320"/>
                    </a:moveTo>
                    <a:cubicBezTo>
                      <a:pt x="316" y="295"/>
                      <a:pt x="316" y="295"/>
                      <a:pt x="316" y="295"/>
                    </a:cubicBezTo>
                    <a:cubicBezTo>
                      <a:pt x="292" y="284"/>
                      <a:pt x="262" y="277"/>
                      <a:pt x="228" y="277"/>
                    </a:cubicBezTo>
                    <a:cubicBezTo>
                      <a:pt x="169" y="277"/>
                      <a:pt x="133" y="301"/>
                      <a:pt x="133" y="344"/>
                    </a:cubicBezTo>
                    <a:cubicBezTo>
                      <a:pt x="133" y="346"/>
                      <a:pt x="133" y="346"/>
                      <a:pt x="133" y="346"/>
                    </a:cubicBezTo>
                    <a:cubicBezTo>
                      <a:pt x="133" y="383"/>
                      <a:pt x="164" y="405"/>
                      <a:pt x="208" y="405"/>
                    </a:cubicBezTo>
                    <a:cubicBezTo>
                      <a:pt x="272" y="405"/>
                      <a:pt x="316" y="369"/>
                      <a:pt x="316" y="320"/>
                    </a:cubicBez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67" name="Rectangle 26">
                <a:extLst>
                  <a:ext uri="{FF2B5EF4-FFF2-40B4-BE49-F238E27FC236}">
                    <a16:creationId xmlns:a16="http://schemas.microsoft.com/office/drawing/2014/main" id="{F840654A-F47B-BC37-57E2-0E27690D567F}"/>
                  </a:ext>
                </a:extLst>
              </p:cNvPr>
              <p:cNvSpPr>
                <a:spLocks noChangeArrowheads="1"/>
              </p:cNvSpPr>
              <p:nvPr userDrawn="1"/>
            </p:nvSpPr>
            <p:spPr bwMode="auto">
              <a:xfrm>
                <a:off x="6801973" y="1260831"/>
                <a:ext cx="59843" cy="287689"/>
              </a:xfrm>
              <a:prstGeom prst="rect">
                <a:avLst/>
              </a:prstGeom>
              <a:solidFill>
                <a:srgbClr val="4D144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68" name="Rectangle 27">
                <a:extLst>
                  <a:ext uri="{FF2B5EF4-FFF2-40B4-BE49-F238E27FC236}">
                    <a16:creationId xmlns:a16="http://schemas.microsoft.com/office/drawing/2014/main" id="{9ADC6671-2EE5-8226-E787-2FB7A9BBA46B}"/>
                  </a:ext>
                </a:extLst>
              </p:cNvPr>
              <p:cNvSpPr>
                <a:spLocks noChangeArrowheads="1"/>
              </p:cNvSpPr>
              <p:nvPr userDrawn="1"/>
            </p:nvSpPr>
            <p:spPr bwMode="auto">
              <a:xfrm>
                <a:off x="6886639" y="1260831"/>
                <a:ext cx="59399" cy="287689"/>
              </a:xfrm>
              <a:prstGeom prst="rect">
                <a:avLst/>
              </a:prstGeom>
              <a:solidFill>
                <a:srgbClr val="4D144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
          <p:nvSpPr>
            <p:cNvPr id="38" name="Rectangle 28">
              <a:extLst>
                <a:ext uri="{FF2B5EF4-FFF2-40B4-BE49-F238E27FC236}">
                  <a16:creationId xmlns:a16="http://schemas.microsoft.com/office/drawing/2014/main" id="{17537E70-E667-DC44-A43A-E53A50AD305E}"/>
                </a:ext>
              </a:extLst>
            </p:cNvPr>
            <p:cNvSpPr>
              <a:spLocks noChangeArrowheads="1"/>
            </p:cNvSpPr>
            <p:nvPr userDrawn="1"/>
          </p:nvSpPr>
          <p:spPr bwMode="auto">
            <a:xfrm>
              <a:off x="11556230" y="767096"/>
              <a:ext cx="634181" cy="189869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350"/>
            </a:p>
          </p:txBody>
        </p:sp>
        <p:grpSp>
          <p:nvGrpSpPr>
            <p:cNvPr id="39" name="Group 38">
              <a:extLst>
                <a:ext uri="{FF2B5EF4-FFF2-40B4-BE49-F238E27FC236}">
                  <a16:creationId xmlns:a16="http://schemas.microsoft.com/office/drawing/2014/main" id="{290A113E-9CD9-B2B2-74CC-01FC73534AA3}"/>
                </a:ext>
              </a:extLst>
            </p:cNvPr>
            <p:cNvGrpSpPr/>
            <p:nvPr userDrawn="1"/>
          </p:nvGrpSpPr>
          <p:grpSpPr>
            <a:xfrm>
              <a:off x="11701122" y="936748"/>
              <a:ext cx="321494" cy="1552800"/>
              <a:chOff x="7313961" y="501936"/>
              <a:chExt cx="323594" cy="1566108"/>
            </a:xfrm>
          </p:grpSpPr>
          <p:sp>
            <p:nvSpPr>
              <p:cNvPr id="40" name="Freeform 29">
                <a:extLst>
                  <a:ext uri="{FF2B5EF4-FFF2-40B4-BE49-F238E27FC236}">
                    <a16:creationId xmlns:a16="http://schemas.microsoft.com/office/drawing/2014/main" id="{60FE0670-46BE-A30C-6A81-3F4ACF4BDA08}"/>
                  </a:ext>
                </a:extLst>
              </p:cNvPr>
              <p:cNvSpPr>
                <a:spLocks/>
              </p:cNvSpPr>
              <p:nvPr userDrawn="1"/>
            </p:nvSpPr>
            <p:spPr bwMode="auto">
              <a:xfrm>
                <a:off x="7383556" y="1311808"/>
                <a:ext cx="249567" cy="247350"/>
              </a:xfrm>
              <a:custGeom>
                <a:avLst/>
                <a:gdLst>
                  <a:gd name="T0" fmla="*/ 0 w 574"/>
                  <a:gd name="T1" fmla="*/ 229 h 569"/>
                  <a:gd name="T2" fmla="*/ 90 w 574"/>
                  <a:gd name="T3" fmla="*/ 413 h 569"/>
                  <a:gd name="T4" fmla="*/ 90 w 574"/>
                  <a:gd name="T5" fmla="*/ 413 h 569"/>
                  <a:gd name="T6" fmla="*/ 90 w 574"/>
                  <a:gd name="T7" fmla="*/ 413 h 569"/>
                  <a:gd name="T8" fmla="*/ 9 w 574"/>
                  <a:gd name="T9" fmla="*/ 413 h 569"/>
                  <a:gd name="T10" fmla="*/ 9 w 574"/>
                  <a:gd name="T11" fmla="*/ 569 h 569"/>
                  <a:gd name="T12" fmla="*/ 574 w 574"/>
                  <a:gd name="T13" fmla="*/ 569 h 569"/>
                  <a:gd name="T14" fmla="*/ 574 w 574"/>
                  <a:gd name="T15" fmla="*/ 413 h 569"/>
                  <a:gd name="T16" fmla="*/ 253 w 574"/>
                  <a:gd name="T17" fmla="*/ 413 h 569"/>
                  <a:gd name="T18" fmla="*/ 133 w 574"/>
                  <a:gd name="T19" fmla="*/ 286 h 569"/>
                  <a:gd name="T20" fmla="*/ 253 w 574"/>
                  <a:gd name="T21" fmla="*/ 155 h 569"/>
                  <a:gd name="T22" fmla="*/ 574 w 574"/>
                  <a:gd name="T23" fmla="*/ 155 h 569"/>
                  <a:gd name="T24" fmla="*/ 574 w 574"/>
                  <a:gd name="T25" fmla="*/ 0 h 569"/>
                  <a:gd name="T26" fmla="*/ 224 w 574"/>
                  <a:gd name="T27" fmla="*/ 0 h 569"/>
                  <a:gd name="T28" fmla="*/ 0 w 574"/>
                  <a:gd name="T29" fmla="*/ 229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4" h="569">
                    <a:moveTo>
                      <a:pt x="0" y="229"/>
                    </a:moveTo>
                    <a:cubicBezTo>
                      <a:pt x="0" y="294"/>
                      <a:pt x="30" y="368"/>
                      <a:pt x="90" y="413"/>
                    </a:cubicBezTo>
                    <a:cubicBezTo>
                      <a:pt x="90" y="413"/>
                      <a:pt x="90" y="413"/>
                      <a:pt x="90" y="413"/>
                    </a:cubicBezTo>
                    <a:cubicBezTo>
                      <a:pt x="90" y="413"/>
                      <a:pt x="90" y="413"/>
                      <a:pt x="90" y="413"/>
                    </a:cubicBezTo>
                    <a:cubicBezTo>
                      <a:pt x="9" y="413"/>
                      <a:pt x="9" y="413"/>
                      <a:pt x="9" y="413"/>
                    </a:cubicBezTo>
                    <a:cubicBezTo>
                      <a:pt x="9" y="569"/>
                      <a:pt x="9" y="569"/>
                      <a:pt x="9" y="569"/>
                    </a:cubicBezTo>
                    <a:cubicBezTo>
                      <a:pt x="574" y="569"/>
                      <a:pt x="574" y="569"/>
                      <a:pt x="574" y="569"/>
                    </a:cubicBezTo>
                    <a:cubicBezTo>
                      <a:pt x="574" y="413"/>
                      <a:pt x="574" y="413"/>
                      <a:pt x="574" y="413"/>
                    </a:cubicBezTo>
                    <a:cubicBezTo>
                      <a:pt x="253" y="413"/>
                      <a:pt x="253" y="413"/>
                      <a:pt x="253" y="413"/>
                    </a:cubicBezTo>
                    <a:cubicBezTo>
                      <a:pt x="195" y="413"/>
                      <a:pt x="133" y="369"/>
                      <a:pt x="133" y="286"/>
                    </a:cubicBezTo>
                    <a:cubicBezTo>
                      <a:pt x="133" y="221"/>
                      <a:pt x="178" y="155"/>
                      <a:pt x="253" y="155"/>
                    </a:cubicBezTo>
                    <a:cubicBezTo>
                      <a:pt x="574" y="155"/>
                      <a:pt x="574" y="155"/>
                      <a:pt x="574" y="155"/>
                    </a:cubicBezTo>
                    <a:cubicBezTo>
                      <a:pt x="574" y="0"/>
                      <a:pt x="574" y="0"/>
                      <a:pt x="574" y="0"/>
                    </a:cubicBezTo>
                    <a:cubicBezTo>
                      <a:pt x="224" y="0"/>
                      <a:pt x="224" y="0"/>
                      <a:pt x="224" y="0"/>
                    </a:cubicBezTo>
                    <a:cubicBezTo>
                      <a:pt x="94" y="0"/>
                      <a:pt x="0" y="93"/>
                      <a:pt x="0" y="22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41" name="Freeform 30">
                <a:extLst>
                  <a:ext uri="{FF2B5EF4-FFF2-40B4-BE49-F238E27FC236}">
                    <a16:creationId xmlns:a16="http://schemas.microsoft.com/office/drawing/2014/main" id="{6E17D649-B42A-09BD-CF61-B8C1A7112E92}"/>
                  </a:ext>
                </a:extLst>
              </p:cNvPr>
              <p:cNvSpPr>
                <a:spLocks/>
              </p:cNvSpPr>
              <p:nvPr userDrawn="1"/>
            </p:nvSpPr>
            <p:spPr bwMode="auto">
              <a:xfrm>
                <a:off x="7387546" y="755049"/>
                <a:ext cx="245577" cy="276163"/>
              </a:xfrm>
              <a:custGeom>
                <a:avLst/>
                <a:gdLst>
                  <a:gd name="T0" fmla="*/ 0 w 554"/>
                  <a:gd name="T1" fmla="*/ 174 h 623"/>
                  <a:gd name="T2" fmla="*/ 377 w 554"/>
                  <a:gd name="T3" fmla="*/ 311 h 623"/>
                  <a:gd name="T4" fmla="*/ 0 w 554"/>
                  <a:gd name="T5" fmla="*/ 450 h 623"/>
                  <a:gd name="T6" fmla="*/ 0 w 554"/>
                  <a:gd name="T7" fmla="*/ 623 h 623"/>
                  <a:gd name="T8" fmla="*/ 554 w 554"/>
                  <a:gd name="T9" fmla="*/ 395 h 623"/>
                  <a:gd name="T10" fmla="*/ 554 w 554"/>
                  <a:gd name="T11" fmla="*/ 228 h 623"/>
                  <a:gd name="T12" fmla="*/ 0 w 554"/>
                  <a:gd name="T13" fmla="*/ 0 h 623"/>
                  <a:gd name="T14" fmla="*/ 0 w 554"/>
                  <a:gd name="T15" fmla="*/ 174 h 6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4" h="623">
                    <a:moveTo>
                      <a:pt x="0" y="174"/>
                    </a:moveTo>
                    <a:lnTo>
                      <a:pt x="377" y="311"/>
                    </a:lnTo>
                    <a:lnTo>
                      <a:pt x="0" y="450"/>
                    </a:lnTo>
                    <a:lnTo>
                      <a:pt x="0" y="623"/>
                    </a:lnTo>
                    <a:lnTo>
                      <a:pt x="554" y="395"/>
                    </a:lnTo>
                    <a:lnTo>
                      <a:pt x="554" y="228"/>
                    </a:lnTo>
                    <a:lnTo>
                      <a:pt x="0" y="0"/>
                    </a:lnTo>
                    <a:lnTo>
                      <a:pt x="0" y="17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42" name="Freeform 31">
                <a:extLst>
                  <a:ext uri="{FF2B5EF4-FFF2-40B4-BE49-F238E27FC236}">
                    <a16:creationId xmlns:a16="http://schemas.microsoft.com/office/drawing/2014/main" id="{8687873F-7C76-382B-60A8-B49C4C184DBA}"/>
                  </a:ext>
                </a:extLst>
              </p:cNvPr>
              <p:cNvSpPr>
                <a:spLocks noEditPoints="1"/>
              </p:cNvSpPr>
              <p:nvPr userDrawn="1"/>
            </p:nvSpPr>
            <p:spPr bwMode="auto">
              <a:xfrm>
                <a:off x="7383556" y="1583096"/>
                <a:ext cx="253999" cy="256659"/>
              </a:xfrm>
              <a:custGeom>
                <a:avLst/>
                <a:gdLst>
                  <a:gd name="T0" fmla="*/ 401 w 584"/>
                  <a:gd name="T1" fmla="*/ 110 h 590"/>
                  <a:gd name="T2" fmla="*/ 460 w 584"/>
                  <a:gd name="T3" fmla="*/ 272 h 590"/>
                  <a:gd name="T4" fmla="*/ 415 w 584"/>
                  <a:gd name="T5" fmla="*/ 397 h 590"/>
                  <a:gd name="T6" fmla="*/ 250 w 584"/>
                  <a:gd name="T7" fmla="*/ 0 h 590"/>
                  <a:gd name="T8" fmla="*/ 92 w 584"/>
                  <a:gd name="T9" fmla="*/ 68 h 590"/>
                  <a:gd name="T10" fmla="*/ 0 w 584"/>
                  <a:gd name="T11" fmla="*/ 291 h 590"/>
                  <a:gd name="T12" fmla="*/ 292 w 584"/>
                  <a:gd name="T13" fmla="*/ 590 h 590"/>
                  <a:gd name="T14" fmla="*/ 584 w 584"/>
                  <a:gd name="T15" fmla="*/ 274 h 590"/>
                  <a:gd name="T16" fmla="*/ 476 w 584"/>
                  <a:gd name="T17" fmla="*/ 12 h 590"/>
                  <a:gd name="T18" fmla="*/ 401 w 584"/>
                  <a:gd name="T19" fmla="*/ 110 h 590"/>
                  <a:gd name="T20" fmla="*/ 179 w 584"/>
                  <a:gd name="T21" fmla="*/ 408 h 590"/>
                  <a:gd name="T22" fmla="*/ 123 w 584"/>
                  <a:gd name="T23" fmla="*/ 288 h 590"/>
                  <a:gd name="T24" fmla="*/ 202 w 584"/>
                  <a:gd name="T25" fmla="*/ 168 h 590"/>
                  <a:gd name="T26" fmla="*/ 315 w 584"/>
                  <a:gd name="T27" fmla="*/ 439 h 590"/>
                  <a:gd name="T28" fmla="*/ 179 w 584"/>
                  <a:gd name="T29" fmla="*/ 408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84" h="590">
                    <a:moveTo>
                      <a:pt x="401" y="110"/>
                    </a:moveTo>
                    <a:cubicBezTo>
                      <a:pt x="449" y="175"/>
                      <a:pt x="460" y="212"/>
                      <a:pt x="460" y="272"/>
                    </a:cubicBezTo>
                    <a:cubicBezTo>
                      <a:pt x="460" y="325"/>
                      <a:pt x="444" y="367"/>
                      <a:pt x="415" y="397"/>
                    </a:cubicBezTo>
                    <a:cubicBezTo>
                      <a:pt x="250" y="0"/>
                      <a:pt x="250" y="0"/>
                      <a:pt x="250" y="0"/>
                    </a:cubicBezTo>
                    <a:cubicBezTo>
                      <a:pt x="189" y="9"/>
                      <a:pt x="134" y="32"/>
                      <a:pt x="92" y="68"/>
                    </a:cubicBezTo>
                    <a:cubicBezTo>
                      <a:pt x="32" y="120"/>
                      <a:pt x="0" y="197"/>
                      <a:pt x="0" y="291"/>
                    </a:cubicBezTo>
                    <a:cubicBezTo>
                      <a:pt x="0" y="462"/>
                      <a:pt x="126" y="590"/>
                      <a:pt x="292" y="590"/>
                    </a:cubicBezTo>
                    <a:cubicBezTo>
                      <a:pt x="462" y="590"/>
                      <a:pt x="584" y="462"/>
                      <a:pt x="584" y="274"/>
                    </a:cubicBezTo>
                    <a:cubicBezTo>
                      <a:pt x="584" y="169"/>
                      <a:pt x="534" y="62"/>
                      <a:pt x="476" y="12"/>
                    </a:cubicBezTo>
                    <a:lnTo>
                      <a:pt x="401" y="110"/>
                    </a:lnTo>
                    <a:close/>
                    <a:moveTo>
                      <a:pt x="179" y="408"/>
                    </a:moveTo>
                    <a:cubicBezTo>
                      <a:pt x="144" y="381"/>
                      <a:pt x="123" y="339"/>
                      <a:pt x="123" y="288"/>
                    </a:cubicBezTo>
                    <a:cubicBezTo>
                      <a:pt x="123" y="232"/>
                      <a:pt x="155" y="190"/>
                      <a:pt x="202" y="168"/>
                    </a:cubicBezTo>
                    <a:cubicBezTo>
                      <a:pt x="315" y="439"/>
                      <a:pt x="315" y="439"/>
                      <a:pt x="315" y="439"/>
                    </a:cubicBezTo>
                    <a:cubicBezTo>
                      <a:pt x="257" y="447"/>
                      <a:pt x="212" y="432"/>
                      <a:pt x="179" y="40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43" name="Freeform 32">
                <a:extLst>
                  <a:ext uri="{FF2B5EF4-FFF2-40B4-BE49-F238E27FC236}">
                    <a16:creationId xmlns:a16="http://schemas.microsoft.com/office/drawing/2014/main" id="{FBF838FB-60C5-AA46-F549-F323F6F945C5}"/>
                  </a:ext>
                </a:extLst>
              </p:cNvPr>
              <p:cNvSpPr>
                <a:spLocks/>
              </p:cNvSpPr>
              <p:nvPr userDrawn="1"/>
            </p:nvSpPr>
            <p:spPr bwMode="auto">
              <a:xfrm>
                <a:off x="7313961" y="1846404"/>
                <a:ext cx="319161" cy="221640"/>
              </a:xfrm>
              <a:custGeom>
                <a:avLst/>
                <a:gdLst>
                  <a:gd name="T0" fmla="*/ 580 w 720"/>
                  <a:gd name="T1" fmla="*/ 0 h 500"/>
                  <a:gd name="T2" fmla="*/ 580 w 720"/>
                  <a:gd name="T3" fmla="*/ 346 h 500"/>
                  <a:gd name="T4" fmla="*/ 0 w 720"/>
                  <a:gd name="T5" fmla="*/ 346 h 500"/>
                  <a:gd name="T6" fmla="*/ 0 w 720"/>
                  <a:gd name="T7" fmla="*/ 500 h 500"/>
                  <a:gd name="T8" fmla="*/ 720 w 720"/>
                  <a:gd name="T9" fmla="*/ 500 h 500"/>
                  <a:gd name="T10" fmla="*/ 720 w 720"/>
                  <a:gd name="T11" fmla="*/ 0 h 500"/>
                  <a:gd name="T12" fmla="*/ 580 w 720"/>
                  <a:gd name="T13" fmla="*/ 0 h 500"/>
                </a:gdLst>
                <a:ahLst/>
                <a:cxnLst>
                  <a:cxn ang="0">
                    <a:pos x="T0" y="T1"/>
                  </a:cxn>
                  <a:cxn ang="0">
                    <a:pos x="T2" y="T3"/>
                  </a:cxn>
                  <a:cxn ang="0">
                    <a:pos x="T4" y="T5"/>
                  </a:cxn>
                  <a:cxn ang="0">
                    <a:pos x="T6" y="T7"/>
                  </a:cxn>
                  <a:cxn ang="0">
                    <a:pos x="T8" y="T9"/>
                  </a:cxn>
                  <a:cxn ang="0">
                    <a:pos x="T10" y="T11"/>
                  </a:cxn>
                  <a:cxn ang="0">
                    <a:pos x="T12" y="T13"/>
                  </a:cxn>
                </a:cxnLst>
                <a:rect l="0" t="0" r="r" b="b"/>
                <a:pathLst>
                  <a:path w="720" h="500">
                    <a:moveTo>
                      <a:pt x="580" y="0"/>
                    </a:moveTo>
                    <a:lnTo>
                      <a:pt x="580" y="346"/>
                    </a:lnTo>
                    <a:lnTo>
                      <a:pt x="0" y="346"/>
                    </a:lnTo>
                    <a:lnTo>
                      <a:pt x="0" y="500"/>
                    </a:lnTo>
                    <a:lnTo>
                      <a:pt x="720" y="500"/>
                    </a:lnTo>
                    <a:lnTo>
                      <a:pt x="720" y="0"/>
                    </a:lnTo>
                    <a:lnTo>
                      <a:pt x="58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44" name="Freeform 33">
                <a:extLst>
                  <a:ext uri="{FF2B5EF4-FFF2-40B4-BE49-F238E27FC236}">
                    <a16:creationId xmlns:a16="http://schemas.microsoft.com/office/drawing/2014/main" id="{FA747742-768F-6F28-36C9-B9E27D07E2BD}"/>
                  </a:ext>
                </a:extLst>
              </p:cNvPr>
              <p:cNvSpPr>
                <a:spLocks noEditPoints="1"/>
              </p:cNvSpPr>
              <p:nvPr userDrawn="1"/>
            </p:nvSpPr>
            <p:spPr bwMode="auto">
              <a:xfrm>
                <a:off x="7383556" y="501936"/>
                <a:ext cx="253999" cy="263752"/>
              </a:xfrm>
              <a:custGeom>
                <a:avLst/>
                <a:gdLst>
                  <a:gd name="T0" fmla="*/ 584 w 584"/>
                  <a:gd name="T1" fmla="*/ 304 h 607"/>
                  <a:gd name="T2" fmla="*/ 292 w 584"/>
                  <a:gd name="T3" fmla="*/ 607 h 607"/>
                  <a:gd name="T4" fmla="*/ 0 w 584"/>
                  <a:gd name="T5" fmla="*/ 302 h 607"/>
                  <a:gd name="T6" fmla="*/ 292 w 584"/>
                  <a:gd name="T7" fmla="*/ 0 h 607"/>
                  <a:gd name="T8" fmla="*/ 584 w 584"/>
                  <a:gd name="T9" fmla="*/ 304 h 607"/>
                  <a:gd name="T10" fmla="*/ 133 w 584"/>
                  <a:gd name="T11" fmla="*/ 304 h 607"/>
                  <a:gd name="T12" fmla="*/ 292 w 584"/>
                  <a:gd name="T13" fmla="*/ 454 h 607"/>
                  <a:gd name="T14" fmla="*/ 451 w 584"/>
                  <a:gd name="T15" fmla="*/ 302 h 607"/>
                  <a:gd name="T16" fmla="*/ 292 w 584"/>
                  <a:gd name="T17" fmla="*/ 153 h 607"/>
                  <a:gd name="T18" fmla="*/ 133 w 584"/>
                  <a:gd name="T19" fmla="*/ 304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4"/>
                    </a:moveTo>
                    <a:cubicBezTo>
                      <a:pt x="584" y="474"/>
                      <a:pt x="457" y="607"/>
                      <a:pt x="292" y="607"/>
                    </a:cubicBezTo>
                    <a:cubicBezTo>
                      <a:pt x="128" y="607"/>
                      <a:pt x="0" y="473"/>
                      <a:pt x="0" y="302"/>
                    </a:cubicBezTo>
                    <a:cubicBezTo>
                      <a:pt x="0" y="133"/>
                      <a:pt x="126" y="0"/>
                      <a:pt x="292" y="0"/>
                    </a:cubicBezTo>
                    <a:cubicBezTo>
                      <a:pt x="455" y="0"/>
                      <a:pt x="584" y="133"/>
                      <a:pt x="584" y="304"/>
                    </a:cubicBezTo>
                    <a:moveTo>
                      <a:pt x="133" y="304"/>
                    </a:moveTo>
                    <a:cubicBezTo>
                      <a:pt x="133" y="391"/>
                      <a:pt x="198" y="454"/>
                      <a:pt x="292" y="454"/>
                    </a:cubicBezTo>
                    <a:cubicBezTo>
                      <a:pt x="381" y="454"/>
                      <a:pt x="451" y="387"/>
                      <a:pt x="451" y="302"/>
                    </a:cubicBezTo>
                    <a:cubicBezTo>
                      <a:pt x="451" y="216"/>
                      <a:pt x="383" y="153"/>
                      <a:pt x="292" y="153"/>
                    </a:cubicBezTo>
                    <a:cubicBezTo>
                      <a:pt x="203" y="153"/>
                      <a:pt x="133" y="219"/>
                      <a:pt x="133" y="30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45" name="Freeform 34">
                <a:extLst>
                  <a:ext uri="{FF2B5EF4-FFF2-40B4-BE49-F238E27FC236}">
                    <a16:creationId xmlns:a16="http://schemas.microsoft.com/office/drawing/2014/main" id="{93DF03F5-A85B-C364-024C-8BB97454FB21}"/>
                  </a:ext>
                </a:extLst>
              </p:cNvPr>
              <p:cNvSpPr>
                <a:spLocks noEditPoints="1"/>
              </p:cNvSpPr>
              <p:nvPr userDrawn="1"/>
            </p:nvSpPr>
            <p:spPr bwMode="auto">
              <a:xfrm>
                <a:off x="7383556" y="1021017"/>
                <a:ext cx="253999" cy="263752"/>
              </a:xfrm>
              <a:custGeom>
                <a:avLst/>
                <a:gdLst>
                  <a:gd name="T0" fmla="*/ 584 w 584"/>
                  <a:gd name="T1" fmla="*/ 305 h 607"/>
                  <a:gd name="T2" fmla="*/ 292 w 584"/>
                  <a:gd name="T3" fmla="*/ 607 h 607"/>
                  <a:gd name="T4" fmla="*/ 0 w 584"/>
                  <a:gd name="T5" fmla="*/ 303 h 607"/>
                  <a:gd name="T6" fmla="*/ 292 w 584"/>
                  <a:gd name="T7" fmla="*/ 0 h 607"/>
                  <a:gd name="T8" fmla="*/ 584 w 584"/>
                  <a:gd name="T9" fmla="*/ 305 h 607"/>
                  <a:gd name="T10" fmla="*/ 133 w 584"/>
                  <a:gd name="T11" fmla="*/ 305 h 607"/>
                  <a:gd name="T12" fmla="*/ 292 w 584"/>
                  <a:gd name="T13" fmla="*/ 454 h 607"/>
                  <a:gd name="T14" fmla="*/ 451 w 584"/>
                  <a:gd name="T15" fmla="*/ 303 h 607"/>
                  <a:gd name="T16" fmla="*/ 292 w 584"/>
                  <a:gd name="T17" fmla="*/ 153 h 607"/>
                  <a:gd name="T18" fmla="*/ 133 w 584"/>
                  <a:gd name="T19" fmla="*/ 305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5"/>
                    </a:moveTo>
                    <a:cubicBezTo>
                      <a:pt x="584" y="474"/>
                      <a:pt x="457" y="607"/>
                      <a:pt x="292" y="607"/>
                    </a:cubicBezTo>
                    <a:cubicBezTo>
                      <a:pt x="128" y="607"/>
                      <a:pt x="0" y="474"/>
                      <a:pt x="0" y="303"/>
                    </a:cubicBezTo>
                    <a:cubicBezTo>
                      <a:pt x="0" y="133"/>
                      <a:pt x="126" y="0"/>
                      <a:pt x="292" y="0"/>
                    </a:cubicBezTo>
                    <a:cubicBezTo>
                      <a:pt x="455" y="0"/>
                      <a:pt x="584" y="134"/>
                      <a:pt x="584" y="305"/>
                    </a:cubicBezTo>
                    <a:moveTo>
                      <a:pt x="133" y="305"/>
                    </a:moveTo>
                    <a:cubicBezTo>
                      <a:pt x="133" y="391"/>
                      <a:pt x="198" y="454"/>
                      <a:pt x="292" y="454"/>
                    </a:cubicBezTo>
                    <a:cubicBezTo>
                      <a:pt x="381" y="454"/>
                      <a:pt x="451" y="388"/>
                      <a:pt x="451" y="303"/>
                    </a:cubicBezTo>
                    <a:cubicBezTo>
                      <a:pt x="451" y="216"/>
                      <a:pt x="383" y="153"/>
                      <a:pt x="292" y="153"/>
                    </a:cubicBezTo>
                    <a:cubicBezTo>
                      <a:pt x="203" y="153"/>
                      <a:pt x="133" y="220"/>
                      <a:pt x="133" y="30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grpSp>
    </p:spTree>
    <p:extLst>
      <p:ext uri="{BB962C8B-B14F-4D97-AF65-F5344CB8AC3E}">
        <p14:creationId xmlns:p14="http://schemas.microsoft.com/office/powerpoint/2010/main" val="2197459652"/>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_Closing Slide_Black">
    <p:bg>
      <p:bgPr>
        <a:solidFill>
          <a:srgbClr val="1E0113"/>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7F7FEAA-CD25-31FD-0E8A-E47145F5F9EB}"/>
              </a:ext>
            </a:extLst>
          </p:cNvPr>
          <p:cNvGrpSpPr/>
          <p:nvPr userDrawn="1"/>
        </p:nvGrpSpPr>
        <p:grpSpPr>
          <a:xfrm>
            <a:off x="7044578" y="767096"/>
            <a:ext cx="2100612" cy="1898696"/>
            <a:chOff x="9390324" y="767096"/>
            <a:chExt cx="2800087" cy="1898696"/>
          </a:xfrm>
        </p:grpSpPr>
        <p:grpSp>
          <p:nvGrpSpPr>
            <p:cNvPr id="63" name="Group 62">
              <a:extLst>
                <a:ext uri="{FF2B5EF4-FFF2-40B4-BE49-F238E27FC236}">
                  <a16:creationId xmlns:a16="http://schemas.microsoft.com/office/drawing/2014/main" id="{DBC4C027-8FC0-71EF-963F-3B8A0447C1E8}"/>
                </a:ext>
              </a:extLst>
            </p:cNvPr>
            <p:cNvGrpSpPr/>
            <p:nvPr userDrawn="1"/>
          </p:nvGrpSpPr>
          <p:grpSpPr>
            <a:xfrm>
              <a:off x="9390324" y="936748"/>
              <a:ext cx="1965963" cy="1042086"/>
              <a:chOff x="4988072" y="501936"/>
              <a:chExt cx="1978802" cy="1051017"/>
            </a:xfrm>
            <a:solidFill>
              <a:schemeClr val="bg1"/>
            </a:solidFill>
          </p:grpSpPr>
          <p:sp>
            <p:nvSpPr>
              <p:cNvPr id="72" name="Freeform 5">
                <a:extLst>
                  <a:ext uri="{FF2B5EF4-FFF2-40B4-BE49-F238E27FC236}">
                    <a16:creationId xmlns:a16="http://schemas.microsoft.com/office/drawing/2014/main" id="{AC114BA7-B808-0C61-F4C4-498846EB2C1F}"/>
                  </a:ext>
                </a:extLst>
              </p:cNvPr>
              <p:cNvSpPr>
                <a:spLocks/>
              </p:cNvSpPr>
              <p:nvPr userDrawn="1"/>
            </p:nvSpPr>
            <p:spPr bwMode="auto">
              <a:xfrm>
                <a:off x="5559016" y="501936"/>
                <a:ext cx="218094" cy="282813"/>
              </a:xfrm>
              <a:custGeom>
                <a:avLst/>
                <a:gdLst>
                  <a:gd name="T0" fmla="*/ 0 w 502"/>
                  <a:gd name="T1" fmla="*/ 550 h 651"/>
                  <a:gd name="T2" fmla="*/ 83 w 502"/>
                  <a:gd name="T3" fmla="*/ 451 h 651"/>
                  <a:gd name="T4" fmla="*/ 272 w 502"/>
                  <a:gd name="T5" fmla="*/ 528 h 651"/>
                  <a:gd name="T6" fmla="*/ 363 w 502"/>
                  <a:gd name="T7" fmla="*/ 469 h 651"/>
                  <a:gd name="T8" fmla="*/ 363 w 502"/>
                  <a:gd name="T9" fmla="*/ 467 h 651"/>
                  <a:gd name="T10" fmla="*/ 236 w 502"/>
                  <a:gd name="T11" fmla="*/ 386 h 651"/>
                  <a:gd name="T12" fmla="*/ 26 w 502"/>
                  <a:gd name="T13" fmla="*/ 192 h 651"/>
                  <a:gd name="T14" fmla="*/ 26 w 502"/>
                  <a:gd name="T15" fmla="*/ 191 h 651"/>
                  <a:gd name="T16" fmla="*/ 247 w 502"/>
                  <a:gd name="T17" fmla="*/ 0 h 651"/>
                  <a:gd name="T18" fmla="*/ 483 w 502"/>
                  <a:gd name="T19" fmla="*/ 80 h 651"/>
                  <a:gd name="T20" fmla="*/ 410 w 502"/>
                  <a:gd name="T21" fmla="*/ 185 h 651"/>
                  <a:gd name="T22" fmla="*/ 246 w 502"/>
                  <a:gd name="T23" fmla="*/ 123 h 651"/>
                  <a:gd name="T24" fmla="*/ 164 w 502"/>
                  <a:gd name="T25" fmla="*/ 178 h 651"/>
                  <a:gd name="T26" fmla="*/ 164 w 502"/>
                  <a:gd name="T27" fmla="*/ 180 h 651"/>
                  <a:gd name="T28" fmla="*/ 301 w 502"/>
                  <a:gd name="T29" fmla="*/ 263 h 651"/>
                  <a:gd name="T30" fmla="*/ 502 w 502"/>
                  <a:gd name="T31" fmla="*/ 453 h 651"/>
                  <a:gd name="T32" fmla="*/ 502 w 502"/>
                  <a:gd name="T33" fmla="*/ 455 h 651"/>
                  <a:gd name="T34" fmla="*/ 269 w 502"/>
                  <a:gd name="T35" fmla="*/ 651 h 651"/>
                  <a:gd name="T36" fmla="*/ 0 w 502"/>
                  <a:gd name="T37" fmla="*/ 550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2" h="651">
                    <a:moveTo>
                      <a:pt x="0" y="550"/>
                    </a:moveTo>
                    <a:cubicBezTo>
                      <a:pt x="83" y="451"/>
                      <a:pt x="83" y="451"/>
                      <a:pt x="83" y="451"/>
                    </a:cubicBezTo>
                    <a:cubicBezTo>
                      <a:pt x="140" y="498"/>
                      <a:pt x="200" y="528"/>
                      <a:pt x="272" y="528"/>
                    </a:cubicBezTo>
                    <a:cubicBezTo>
                      <a:pt x="329" y="528"/>
                      <a:pt x="363" y="506"/>
                      <a:pt x="363" y="469"/>
                    </a:cubicBezTo>
                    <a:cubicBezTo>
                      <a:pt x="363" y="467"/>
                      <a:pt x="363" y="467"/>
                      <a:pt x="363" y="467"/>
                    </a:cubicBezTo>
                    <a:cubicBezTo>
                      <a:pt x="363" y="431"/>
                      <a:pt x="342" y="413"/>
                      <a:pt x="236" y="386"/>
                    </a:cubicBezTo>
                    <a:cubicBezTo>
                      <a:pt x="108" y="354"/>
                      <a:pt x="26" y="318"/>
                      <a:pt x="26" y="192"/>
                    </a:cubicBezTo>
                    <a:cubicBezTo>
                      <a:pt x="26" y="191"/>
                      <a:pt x="26" y="191"/>
                      <a:pt x="26" y="191"/>
                    </a:cubicBezTo>
                    <a:cubicBezTo>
                      <a:pt x="26" y="76"/>
                      <a:pt x="118" y="0"/>
                      <a:pt x="247" y="0"/>
                    </a:cubicBezTo>
                    <a:cubicBezTo>
                      <a:pt x="340" y="0"/>
                      <a:pt x="419" y="29"/>
                      <a:pt x="483" y="80"/>
                    </a:cubicBezTo>
                    <a:cubicBezTo>
                      <a:pt x="410" y="185"/>
                      <a:pt x="410" y="185"/>
                      <a:pt x="410" y="185"/>
                    </a:cubicBezTo>
                    <a:cubicBezTo>
                      <a:pt x="354" y="146"/>
                      <a:pt x="299" y="123"/>
                      <a:pt x="246" y="123"/>
                    </a:cubicBezTo>
                    <a:cubicBezTo>
                      <a:pt x="192" y="123"/>
                      <a:pt x="164" y="147"/>
                      <a:pt x="164" y="178"/>
                    </a:cubicBezTo>
                    <a:cubicBezTo>
                      <a:pt x="164" y="180"/>
                      <a:pt x="164" y="180"/>
                      <a:pt x="164" y="180"/>
                    </a:cubicBezTo>
                    <a:cubicBezTo>
                      <a:pt x="164" y="221"/>
                      <a:pt x="191" y="235"/>
                      <a:pt x="301" y="263"/>
                    </a:cubicBezTo>
                    <a:cubicBezTo>
                      <a:pt x="429" y="297"/>
                      <a:pt x="502" y="343"/>
                      <a:pt x="502" y="453"/>
                    </a:cubicBezTo>
                    <a:cubicBezTo>
                      <a:pt x="502" y="455"/>
                      <a:pt x="502" y="455"/>
                      <a:pt x="502" y="455"/>
                    </a:cubicBezTo>
                    <a:cubicBezTo>
                      <a:pt x="502" y="581"/>
                      <a:pt x="406" y="651"/>
                      <a:pt x="269" y="651"/>
                    </a:cubicBezTo>
                    <a:cubicBezTo>
                      <a:pt x="173" y="651"/>
                      <a:pt x="76" y="618"/>
                      <a:pt x="0" y="5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3" name="Freeform 6">
                <a:extLst>
                  <a:ext uri="{FF2B5EF4-FFF2-40B4-BE49-F238E27FC236}">
                    <a16:creationId xmlns:a16="http://schemas.microsoft.com/office/drawing/2014/main" id="{03055FF5-EB33-F09D-784D-C7AD01880326}"/>
                  </a:ext>
                </a:extLst>
              </p:cNvPr>
              <p:cNvSpPr>
                <a:spLocks/>
              </p:cNvSpPr>
              <p:nvPr userDrawn="1"/>
            </p:nvSpPr>
            <p:spPr bwMode="auto">
              <a:xfrm>
                <a:off x="5791295" y="566212"/>
                <a:ext cx="322264" cy="214547"/>
              </a:xfrm>
              <a:custGeom>
                <a:avLst/>
                <a:gdLst>
                  <a:gd name="T0" fmla="*/ 0 w 741"/>
                  <a:gd name="T1" fmla="*/ 9 h 494"/>
                  <a:gd name="T2" fmla="*/ 138 w 741"/>
                  <a:gd name="T3" fmla="*/ 9 h 494"/>
                  <a:gd name="T4" fmla="*/ 138 w 741"/>
                  <a:gd name="T5" fmla="*/ 78 h 494"/>
                  <a:gd name="T6" fmla="*/ 281 w 741"/>
                  <a:gd name="T7" fmla="*/ 0 h 494"/>
                  <a:gd name="T8" fmla="*/ 418 w 741"/>
                  <a:gd name="T9" fmla="*/ 77 h 494"/>
                  <a:gd name="T10" fmla="*/ 577 w 741"/>
                  <a:gd name="T11" fmla="*/ 0 h 494"/>
                  <a:gd name="T12" fmla="*/ 741 w 741"/>
                  <a:gd name="T13" fmla="*/ 178 h 494"/>
                  <a:gd name="T14" fmla="*/ 741 w 741"/>
                  <a:gd name="T15" fmla="*/ 494 h 494"/>
                  <a:gd name="T16" fmla="*/ 603 w 741"/>
                  <a:gd name="T17" fmla="*/ 494 h 494"/>
                  <a:gd name="T18" fmla="*/ 603 w 741"/>
                  <a:gd name="T19" fmla="*/ 224 h 494"/>
                  <a:gd name="T20" fmla="*/ 523 w 741"/>
                  <a:gd name="T21" fmla="*/ 125 h 494"/>
                  <a:gd name="T22" fmla="*/ 439 w 741"/>
                  <a:gd name="T23" fmla="*/ 224 h 494"/>
                  <a:gd name="T24" fmla="*/ 439 w 741"/>
                  <a:gd name="T25" fmla="*/ 494 h 494"/>
                  <a:gd name="T26" fmla="*/ 302 w 741"/>
                  <a:gd name="T27" fmla="*/ 494 h 494"/>
                  <a:gd name="T28" fmla="*/ 302 w 741"/>
                  <a:gd name="T29" fmla="*/ 224 h 494"/>
                  <a:gd name="T30" fmla="*/ 221 w 741"/>
                  <a:gd name="T31" fmla="*/ 125 h 494"/>
                  <a:gd name="T32" fmla="*/ 138 w 741"/>
                  <a:gd name="T33" fmla="*/ 224 h 494"/>
                  <a:gd name="T34" fmla="*/ 138 w 741"/>
                  <a:gd name="T35" fmla="*/ 494 h 494"/>
                  <a:gd name="T36" fmla="*/ 0 w 741"/>
                  <a:gd name="T37" fmla="*/ 494 h 494"/>
                  <a:gd name="T38" fmla="*/ 0 w 741"/>
                  <a:gd name="T39"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41" h="494">
                    <a:moveTo>
                      <a:pt x="0" y="9"/>
                    </a:moveTo>
                    <a:cubicBezTo>
                      <a:pt x="138" y="9"/>
                      <a:pt x="138" y="9"/>
                      <a:pt x="138" y="9"/>
                    </a:cubicBezTo>
                    <a:cubicBezTo>
                      <a:pt x="138" y="78"/>
                      <a:pt x="138" y="78"/>
                      <a:pt x="138" y="78"/>
                    </a:cubicBezTo>
                    <a:cubicBezTo>
                      <a:pt x="170" y="37"/>
                      <a:pt x="211" y="0"/>
                      <a:pt x="281" y="0"/>
                    </a:cubicBezTo>
                    <a:cubicBezTo>
                      <a:pt x="344" y="0"/>
                      <a:pt x="392" y="28"/>
                      <a:pt x="418" y="77"/>
                    </a:cubicBezTo>
                    <a:cubicBezTo>
                      <a:pt x="460" y="27"/>
                      <a:pt x="511" y="0"/>
                      <a:pt x="577" y="0"/>
                    </a:cubicBezTo>
                    <a:cubicBezTo>
                      <a:pt x="679" y="0"/>
                      <a:pt x="741" y="62"/>
                      <a:pt x="741" y="178"/>
                    </a:cubicBezTo>
                    <a:cubicBezTo>
                      <a:pt x="741" y="494"/>
                      <a:pt x="741" y="494"/>
                      <a:pt x="741" y="494"/>
                    </a:cubicBezTo>
                    <a:cubicBezTo>
                      <a:pt x="603" y="494"/>
                      <a:pt x="603" y="494"/>
                      <a:pt x="603" y="494"/>
                    </a:cubicBezTo>
                    <a:cubicBezTo>
                      <a:pt x="603" y="224"/>
                      <a:pt x="603" y="224"/>
                      <a:pt x="603" y="224"/>
                    </a:cubicBezTo>
                    <a:cubicBezTo>
                      <a:pt x="603" y="159"/>
                      <a:pt x="574" y="125"/>
                      <a:pt x="523" y="125"/>
                    </a:cubicBezTo>
                    <a:cubicBezTo>
                      <a:pt x="471" y="125"/>
                      <a:pt x="439" y="159"/>
                      <a:pt x="439" y="224"/>
                    </a:cubicBezTo>
                    <a:cubicBezTo>
                      <a:pt x="439" y="494"/>
                      <a:pt x="439" y="494"/>
                      <a:pt x="439" y="494"/>
                    </a:cubicBezTo>
                    <a:cubicBezTo>
                      <a:pt x="302" y="494"/>
                      <a:pt x="302" y="494"/>
                      <a:pt x="302" y="494"/>
                    </a:cubicBezTo>
                    <a:cubicBezTo>
                      <a:pt x="302" y="224"/>
                      <a:pt x="302" y="224"/>
                      <a:pt x="302" y="224"/>
                    </a:cubicBezTo>
                    <a:cubicBezTo>
                      <a:pt x="302" y="159"/>
                      <a:pt x="273" y="125"/>
                      <a:pt x="221" y="125"/>
                    </a:cubicBezTo>
                    <a:cubicBezTo>
                      <a:pt x="170" y="125"/>
                      <a:pt x="138" y="159"/>
                      <a:pt x="138" y="224"/>
                    </a:cubicBezTo>
                    <a:cubicBezTo>
                      <a:pt x="138" y="494"/>
                      <a:pt x="138" y="494"/>
                      <a:pt x="138" y="494"/>
                    </a:cubicBezTo>
                    <a:cubicBezTo>
                      <a:pt x="0" y="494"/>
                      <a:pt x="0" y="494"/>
                      <a:pt x="0" y="494"/>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4" name="Freeform 7">
                <a:extLst>
                  <a:ext uri="{FF2B5EF4-FFF2-40B4-BE49-F238E27FC236}">
                    <a16:creationId xmlns:a16="http://schemas.microsoft.com/office/drawing/2014/main" id="{EF0C28DE-3EA0-613C-F6F5-A668E5A933D2}"/>
                  </a:ext>
                </a:extLst>
              </p:cNvPr>
              <p:cNvSpPr>
                <a:spLocks noEditPoints="1"/>
              </p:cNvSpPr>
              <p:nvPr userDrawn="1"/>
            </p:nvSpPr>
            <p:spPr bwMode="auto">
              <a:xfrm>
                <a:off x="6125971" y="567985"/>
                <a:ext cx="193713" cy="216764"/>
              </a:xfrm>
              <a:custGeom>
                <a:avLst/>
                <a:gdLst>
                  <a:gd name="T0" fmla="*/ 0 w 446"/>
                  <a:gd name="T1" fmla="*/ 351 h 499"/>
                  <a:gd name="T2" fmla="*/ 0 w 446"/>
                  <a:gd name="T3" fmla="*/ 349 h 499"/>
                  <a:gd name="T4" fmla="*/ 195 w 446"/>
                  <a:gd name="T5" fmla="*/ 194 h 499"/>
                  <a:gd name="T6" fmla="*/ 314 w 446"/>
                  <a:gd name="T7" fmla="*/ 214 h 499"/>
                  <a:gd name="T8" fmla="*/ 314 w 446"/>
                  <a:gd name="T9" fmla="*/ 206 h 499"/>
                  <a:gd name="T10" fmla="*/ 210 w 446"/>
                  <a:gd name="T11" fmla="*/ 117 h 499"/>
                  <a:gd name="T12" fmla="*/ 76 w 446"/>
                  <a:gd name="T13" fmla="*/ 144 h 499"/>
                  <a:gd name="T14" fmla="*/ 42 w 446"/>
                  <a:gd name="T15" fmla="*/ 39 h 499"/>
                  <a:gd name="T16" fmla="*/ 230 w 446"/>
                  <a:gd name="T17" fmla="*/ 0 h 499"/>
                  <a:gd name="T18" fmla="*/ 394 w 446"/>
                  <a:gd name="T19" fmla="*/ 54 h 499"/>
                  <a:gd name="T20" fmla="*/ 446 w 446"/>
                  <a:gd name="T21" fmla="*/ 209 h 499"/>
                  <a:gd name="T22" fmla="*/ 446 w 446"/>
                  <a:gd name="T23" fmla="*/ 490 h 499"/>
                  <a:gd name="T24" fmla="*/ 313 w 446"/>
                  <a:gd name="T25" fmla="*/ 490 h 499"/>
                  <a:gd name="T26" fmla="*/ 313 w 446"/>
                  <a:gd name="T27" fmla="*/ 438 h 499"/>
                  <a:gd name="T28" fmla="*/ 166 w 446"/>
                  <a:gd name="T29" fmla="*/ 499 h 499"/>
                  <a:gd name="T30" fmla="*/ 0 w 446"/>
                  <a:gd name="T31" fmla="*/ 351 h 499"/>
                  <a:gd name="T32" fmla="*/ 316 w 446"/>
                  <a:gd name="T33" fmla="*/ 319 h 499"/>
                  <a:gd name="T34" fmla="*/ 316 w 446"/>
                  <a:gd name="T35" fmla="*/ 295 h 499"/>
                  <a:gd name="T36" fmla="*/ 228 w 446"/>
                  <a:gd name="T37" fmla="*/ 277 h 499"/>
                  <a:gd name="T38" fmla="*/ 133 w 446"/>
                  <a:gd name="T39" fmla="*/ 344 h 499"/>
                  <a:gd name="T40" fmla="*/ 133 w 446"/>
                  <a:gd name="T41" fmla="*/ 346 h 499"/>
                  <a:gd name="T42" fmla="*/ 208 w 446"/>
                  <a:gd name="T43" fmla="*/ 404 h 499"/>
                  <a:gd name="T44" fmla="*/ 316 w 446"/>
                  <a:gd name="T45" fmla="*/ 31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499">
                    <a:moveTo>
                      <a:pt x="0" y="351"/>
                    </a:moveTo>
                    <a:cubicBezTo>
                      <a:pt x="0" y="349"/>
                      <a:pt x="0" y="349"/>
                      <a:pt x="0" y="349"/>
                    </a:cubicBezTo>
                    <a:cubicBezTo>
                      <a:pt x="0" y="243"/>
                      <a:pt x="80" y="194"/>
                      <a:pt x="195" y="194"/>
                    </a:cubicBezTo>
                    <a:cubicBezTo>
                      <a:pt x="244" y="194"/>
                      <a:pt x="280" y="202"/>
                      <a:pt x="314" y="214"/>
                    </a:cubicBezTo>
                    <a:cubicBezTo>
                      <a:pt x="314" y="206"/>
                      <a:pt x="314" y="206"/>
                      <a:pt x="314" y="206"/>
                    </a:cubicBezTo>
                    <a:cubicBezTo>
                      <a:pt x="314" y="149"/>
                      <a:pt x="279" y="117"/>
                      <a:pt x="210" y="117"/>
                    </a:cubicBezTo>
                    <a:cubicBezTo>
                      <a:pt x="157" y="117"/>
                      <a:pt x="120" y="127"/>
                      <a:pt x="76" y="144"/>
                    </a:cubicBezTo>
                    <a:cubicBezTo>
                      <a:pt x="42" y="39"/>
                      <a:pt x="42" y="39"/>
                      <a:pt x="42" y="39"/>
                    </a:cubicBezTo>
                    <a:cubicBezTo>
                      <a:pt x="95" y="15"/>
                      <a:pt x="147" y="0"/>
                      <a:pt x="230" y="0"/>
                    </a:cubicBezTo>
                    <a:cubicBezTo>
                      <a:pt x="305" y="0"/>
                      <a:pt x="359" y="20"/>
                      <a:pt x="394" y="54"/>
                    </a:cubicBezTo>
                    <a:cubicBezTo>
                      <a:pt x="430" y="90"/>
                      <a:pt x="446" y="144"/>
                      <a:pt x="446" y="209"/>
                    </a:cubicBezTo>
                    <a:cubicBezTo>
                      <a:pt x="446" y="490"/>
                      <a:pt x="446" y="490"/>
                      <a:pt x="446" y="490"/>
                    </a:cubicBezTo>
                    <a:cubicBezTo>
                      <a:pt x="313" y="490"/>
                      <a:pt x="313" y="490"/>
                      <a:pt x="313" y="490"/>
                    </a:cubicBezTo>
                    <a:cubicBezTo>
                      <a:pt x="313" y="438"/>
                      <a:pt x="313" y="438"/>
                      <a:pt x="313" y="438"/>
                    </a:cubicBezTo>
                    <a:cubicBezTo>
                      <a:pt x="280" y="475"/>
                      <a:pt x="233" y="499"/>
                      <a:pt x="166" y="499"/>
                    </a:cubicBezTo>
                    <a:cubicBezTo>
                      <a:pt x="75" y="499"/>
                      <a:pt x="0" y="447"/>
                      <a:pt x="0" y="351"/>
                    </a:cubicBezTo>
                    <a:close/>
                    <a:moveTo>
                      <a:pt x="316" y="319"/>
                    </a:moveTo>
                    <a:cubicBezTo>
                      <a:pt x="316" y="295"/>
                      <a:pt x="316" y="295"/>
                      <a:pt x="316" y="295"/>
                    </a:cubicBezTo>
                    <a:cubicBezTo>
                      <a:pt x="292" y="284"/>
                      <a:pt x="262" y="277"/>
                      <a:pt x="228" y="277"/>
                    </a:cubicBezTo>
                    <a:cubicBezTo>
                      <a:pt x="169" y="277"/>
                      <a:pt x="133" y="300"/>
                      <a:pt x="133" y="344"/>
                    </a:cubicBezTo>
                    <a:cubicBezTo>
                      <a:pt x="133" y="346"/>
                      <a:pt x="133" y="346"/>
                      <a:pt x="133" y="346"/>
                    </a:cubicBezTo>
                    <a:cubicBezTo>
                      <a:pt x="133" y="383"/>
                      <a:pt x="164" y="404"/>
                      <a:pt x="208" y="404"/>
                    </a:cubicBezTo>
                    <a:cubicBezTo>
                      <a:pt x="272" y="404"/>
                      <a:pt x="316" y="369"/>
                      <a:pt x="316" y="3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5" name="Freeform 8">
                <a:extLst>
                  <a:ext uri="{FF2B5EF4-FFF2-40B4-BE49-F238E27FC236}">
                    <a16:creationId xmlns:a16="http://schemas.microsoft.com/office/drawing/2014/main" id="{AA3A9144-5E21-1340-D82E-781E8E03088B}"/>
                  </a:ext>
                </a:extLst>
              </p:cNvPr>
              <p:cNvSpPr>
                <a:spLocks/>
              </p:cNvSpPr>
              <p:nvPr userDrawn="1"/>
            </p:nvSpPr>
            <p:spPr bwMode="auto">
              <a:xfrm>
                <a:off x="6336529" y="564438"/>
                <a:ext cx="127665"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6" name="Freeform 9">
                <a:extLst>
                  <a:ext uri="{FF2B5EF4-FFF2-40B4-BE49-F238E27FC236}">
                    <a16:creationId xmlns:a16="http://schemas.microsoft.com/office/drawing/2014/main" id="{16E502AF-0487-43AF-00DB-14F962B92CFF}"/>
                  </a:ext>
                </a:extLst>
              </p:cNvPr>
              <p:cNvSpPr>
                <a:spLocks/>
              </p:cNvSpPr>
              <p:nvPr userDrawn="1"/>
            </p:nvSpPr>
            <p:spPr bwMode="auto">
              <a:xfrm>
                <a:off x="6475719" y="516121"/>
                <a:ext cx="134757" cy="268184"/>
              </a:xfrm>
              <a:custGeom>
                <a:avLst/>
                <a:gdLst>
                  <a:gd name="T0" fmla="*/ 58 w 310"/>
                  <a:gd name="T1" fmla="*/ 472 h 617"/>
                  <a:gd name="T2" fmla="*/ 58 w 310"/>
                  <a:gd name="T3" fmla="*/ 242 h 617"/>
                  <a:gd name="T4" fmla="*/ 0 w 310"/>
                  <a:gd name="T5" fmla="*/ 242 h 617"/>
                  <a:gd name="T6" fmla="*/ 0 w 310"/>
                  <a:gd name="T7" fmla="*/ 124 h 617"/>
                  <a:gd name="T8" fmla="*/ 58 w 310"/>
                  <a:gd name="T9" fmla="*/ 124 h 617"/>
                  <a:gd name="T10" fmla="*/ 58 w 310"/>
                  <a:gd name="T11" fmla="*/ 0 h 617"/>
                  <a:gd name="T12" fmla="*/ 196 w 310"/>
                  <a:gd name="T13" fmla="*/ 0 h 617"/>
                  <a:gd name="T14" fmla="*/ 196 w 310"/>
                  <a:gd name="T15" fmla="*/ 124 h 617"/>
                  <a:gd name="T16" fmla="*/ 310 w 310"/>
                  <a:gd name="T17" fmla="*/ 124 h 617"/>
                  <a:gd name="T18" fmla="*/ 310 w 310"/>
                  <a:gd name="T19" fmla="*/ 242 h 617"/>
                  <a:gd name="T20" fmla="*/ 196 w 310"/>
                  <a:gd name="T21" fmla="*/ 242 h 617"/>
                  <a:gd name="T22" fmla="*/ 196 w 310"/>
                  <a:gd name="T23" fmla="*/ 449 h 617"/>
                  <a:gd name="T24" fmla="*/ 240 w 310"/>
                  <a:gd name="T25" fmla="*/ 496 h 617"/>
                  <a:gd name="T26" fmla="*/ 308 w 310"/>
                  <a:gd name="T27" fmla="*/ 479 h 617"/>
                  <a:gd name="T28" fmla="*/ 308 w 310"/>
                  <a:gd name="T29" fmla="*/ 589 h 617"/>
                  <a:gd name="T30" fmla="*/ 199 w 310"/>
                  <a:gd name="T31" fmla="*/ 617 h 617"/>
                  <a:gd name="T32" fmla="*/ 58 w 310"/>
                  <a:gd name="T33" fmla="*/ 472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7">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6" y="0"/>
                      <a:pt x="196" y="0"/>
                      <a:pt x="196" y="0"/>
                    </a:cubicBezTo>
                    <a:cubicBezTo>
                      <a:pt x="196" y="124"/>
                      <a:pt x="196" y="124"/>
                      <a:pt x="196" y="124"/>
                    </a:cubicBezTo>
                    <a:cubicBezTo>
                      <a:pt x="310" y="124"/>
                      <a:pt x="310" y="124"/>
                      <a:pt x="310" y="124"/>
                    </a:cubicBezTo>
                    <a:cubicBezTo>
                      <a:pt x="310" y="242"/>
                      <a:pt x="310" y="242"/>
                      <a:pt x="310" y="242"/>
                    </a:cubicBezTo>
                    <a:cubicBezTo>
                      <a:pt x="196" y="242"/>
                      <a:pt x="196" y="242"/>
                      <a:pt x="196" y="242"/>
                    </a:cubicBezTo>
                    <a:cubicBezTo>
                      <a:pt x="196" y="449"/>
                      <a:pt x="196" y="449"/>
                      <a:pt x="196" y="449"/>
                    </a:cubicBezTo>
                    <a:cubicBezTo>
                      <a:pt x="196" y="481"/>
                      <a:pt x="209" y="496"/>
                      <a:pt x="240" y="496"/>
                    </a:cubicBezTo>
                    <a:cubicBezTo>
                      <a:pt x="265" y="496"/>
                      <a:pt x="288" y="490"/>
                      <a:pt x="308" y="479"/>
                    </a:cubicBezTo>
                    <a:cubicBezTo>
                      <a:pt x="308" y="589"/>
                      <a:pt x="308" y="589"/>
                      <a:pt x="308" y="589"/>
                    </a:cubicBezTo>
                    <a:cubicBezTo>
                      <a:pt x="279" y="607"/>
                      <a:pt x="245" y="617"/>
                      <a:pt x="199" y="617"/>
                    </a:cubicBezTo>
                    <a:cubicBezTo>
                      <a:pt x="115" y="617"/>
                      <a:pt x="58" y="584"/>
                      <a:pt x="58" y="4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7" name="Freeform 10">
                <a:extLst>
                  <a:ext uri="{FF2B5EF4-FFF2-40B4-BE49-F238E27FC236}">
                    <a16:creationId xmlns:a16="http://schemas.microsoft.com/office/drawing/2014/main" id="{0DE8FD0D-C28A-B61F-DFEE-6F90FAD7BFAA}"/>
                  </a:ext>
                </a:extLst>
              </p:cNvPr>
              <p:cNvSpPr>
                <a:spLocks noEditPoints="1"/>
              </p:cNvSpPr>
              <p:nvPr userDrawn="1"/>
            </p:nvSpPr>
            <p:spPr bwMode="auto">
              <a:xfrm>
                <a:off x="6618455" y="566212"/>
                <a:ext cx="207012" cy="219424"/>
              </a:xfrm>
              <a:custGeom>
                <a:avLst/>
                <a:gdLst>
                  <a:gd name="T0" fmla="*/ 0 w 476"/>
                  <a:gd name="T1" fmla="*/ 254 h 505"/>
                  <a:gd name="T2" fmla="*/ 0 w 476"/>
                  <a:gd name="T3" fmla="*/ 253 h 505"/>
                  <a:gd name="T4" fmla="*/ 240 w 476"/>
                  <a:gd name="T5" fmla="*/ 0 h 505"/>
                  <a:gd name="T6" fmla="*/ 476 w 476"/>
                  <a:gd name="T7" fmla="*/ 263 h 505"/>
                  <a:gd name="T8" fmla="*/ 475 w 476"/>
                  <a:gd name="T9" fmla="*/ 300 h 505"/>
                  <a:gd name="T10" fmla="*/ 137 w 476"/>
                  <a:gd name="T11" fmla="*/ 300 h 505"/>
                  <a:gd name="T12" fmla="*/ 256 w 476"/>
                  <a:gd name="T13" fmla="*/ 395 h 505"/>
                  <a:gd name="T14" fmla="*/ 373 w 476"/>
                  <a:gd name="T15" fmla="*/ 345 h 505"/>
                  <a:gd name="T16" fmla="*/ 452 w 476"/>
                  <a:gd name="T17" fmla="*/ 415 h 505"/>
                  <a:gd name="T18" fmla="*/ 254 w 476"/>
                  <a:gd name="T19" fmla="*/ 505 h 505"/>
                  <a:gd name="T20" fmla="*/ 0 w 476"/>
                  <a:gd name="T21" fmla="*/ 254 h 505"/>
                  <a:gd name="T22" fmla="*/ 342 w 476"/>
                  <a:gd name="T23" fmla="*/ 214 h 505"/>
                  <a:gd name="T24" fmla="*/ 240 w 476"/>
                  <a:gd name="T25" fmla="*/ 111 h 505"/>
                  <a:gd name="T26" fmla="*/ 135 w 476"/>
                  <a:gd name="T27" fmla="*/ 214 h 505"/>
                  <a:gd name="T28" fmla="*/ 342 w 476"/>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6" h="505">
                    <a:moveTo>
                      <a:pt x="0" y="254"/>
                    </a:moveTo>
                    <a:cubicBezTo>
                      <a:pt x="0" y="253"/>
                      <a:pt x="0" y="253"/>
                      <a:pt x="0" y="253"/>
                    </a:cubicBezTo>
                    <a:cubicBezTo>
                      <a:pt x="0" y="114"/>
                      <a:pt x="99" y="0"/>
                      <a:pt x="240" y="0"/>
                    </a:cubicBezTo>
                    <a:cubicBezTo>
                      <a:pt x="402" y="0"/>
                      <a:pt x="476" y="126"/>
                      <a:pt x="476" y="263"/>
                    </a:cubicBezTo>
                    <a:cubicBezTo>
                      <a:pt x="476"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2" y="214"/>
                    </a:moveTo>
                    <a:cubicBezTo>
                      <a:pt x="334" y="152"/>
                      <a:pt x="298" y="111"/>
                      <a:pt x="240" y="111"/>
                    </a:cubicBezTo>
                    <a:cubicBezTo>
                      <a:pt x="183" y="111"/>
                      <a:pt x="146" y="151"/>
                      <a:pt x="135" y="214"/>
                    </a:cubicBezTo>
                    <a:lnTo>
                      <a:pt x="342"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8" name="Freeform 11">
                <a:extLst>
                  <a:ext uri="{FF2B5EF4-FFF2-40B4-BE49-F238E27FC236}">
                    <a16:creationId xmlns:a16="http://schemas.microsoft.com/office/drawing/2014/main" id="{F351CFF9-9DD1-E9B5-EE76-334AE5F03491}"/>
                  </a:ext>
                </a:extLst>
              </p:cNvPr>
              <p:cNvSpPr>
                <a:spLocks/>
              </p:cNvSpPr>
              <p:nvPr userDrawn="1"/>
            </p:nvSpPr>
            <p:spPr bwMode="auto">
              <a:xfrm>
                <a:off x="6837879" y="564438"/>
                <a:ext cx="127221"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9" name="Freeform 12">
                <a:extLst>
                  <a:ext uri="{FF2B5EF4-FFF2-40B4-BE49-F238E27FC236}">
                    <a16:creationId xmlns:a16="http://schemas.microsoft.com/office/drawing/2014/main" id="{5CBDFCA1-F27C-774F-EB38-070587A34AB2}"/>
                  </a:ext>
                </a:extLst>
              </p:cNvPr>
              <p:cNvSpPr>
                <a:spLocks/>
              </p:cNvSpPr>
              <p:nvPr userDrawn="1"/>
            </p:nvSpPr>
            <p:spPr bwMode="auto">
              <a:xfrm>
                <a:off x="4988072" y="888476"/>
                <a:ext cx="134757" cy="268628"/>
              </a:xfrm>
              <a:custGeom>
                <a:avLst/>
                <a:gdLst>
                  <a:gd name="T0" fmla="*/ 58 w 310"/>
                  <a:gd name="T1" fmla="*/ 472 h 618"/>
                  <a:gd name="T2" fmla="*/ 58 w 310"/>
                  <a:gd name="T3" fmla="*/ 242 h 618"/>
                  <a:gd name="T4" fmla="*/ 0 w 310"/>
                  <a:gd name="T5" fmla="*/ 242 h 618"/>
                  <a:gd name="T6" fmla="*/ 0 w 310"/>
                  <a:gd name="T7" fmla="*/ 124 h 618"/>
                  <a:gd name="T8" fmla="*/ 58 w 310"/>
                  <a:gd name="T9" fmla="*/ 124 h 618"/>
                  <a:gd name="T10" fmla="*/ 58 w 310"/>
                  <a:gd name="T11" fmla="*/ 0 h 618"/>
                  <a:gd name="T12" fmla="*/ 195 w 310"/>
                  <a:gd name="T13" fmla="*/ 0 h 618"/>
                  <a:gd name="T14" fmla="*/ 195 w 310"/>
                  <a:gd name="T15" fmla="*/ 124 h 618"/>
                  <a:gd name="T16" fmla="*/ 310 w 310"/>
                  <a:gd name="T17" fmla="*/ 124 h 618"/>
                  <a:gd name="T18" fmla="*/ 310 w 310"/>
                  <a:gd name="T19" fmla="*/ 242 h 618"/>
                  <a:gd name="T20" fmla="*/ 195 w 310"/>
                  <a:gd name="T21" fmla="*/ 242 h 618"/>
                  <a:gd name="T22" fmla="*/ 195 w 310"/>
                  <a:gd name="T23" fmla="*/ 449 h 618"/>
                  <a:gd name="T24" fmla="*/ 240 w 310"/>
                  <a:gd name="T25" fmla="*/ 496 h 618"/>
                  <a:gd name="T26" fmla="*/ 308 w 310"/>
                  <a:gd name="T27" fmla="*/ 479 h 618"/>
                  <a:gd name="T28" fmla="*/ 308 w 310"/>
                  <a:gd name="T29" fmla="*/ 590 h 618"/>
                  <a:gd name="T30" fmla="*/ 199 w 310"/>
                  <a:gd name="T31" fmla="*/ 618 h 618"/>
                  <a:gd name="T32" fmla="*/ 58 w 310"/>
                  <a:gd name="T33" fmla="*/ 472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8">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5" y="0"/>
                      <a:pt x="195" y="0"/>
                      <a:pt x="195" y="0"/>
                    </a:cubicBezTo>
                    <a:cubicBezTo>
                      <a:pt x="195" y="124"/>
                      <a:pt x="195" y="124"/>
                      <a:pt x="195" y="124"/>
                    </a:cubicBezTo>
                    <a:cubicBezTo>
                      <a:pt x="310" y="124"/>
                      <a:pt x="310" y="124"/>
                      <a:pt x="310" y="124"/>
                    </a:cubicBezTo>
                    <a:cubicBezTo>
                      <a:pt x="310" y="242"/>
                      <a:pt x="310" y="242"/>
                      <a:pt x="310" y="242"/>
                    </a:cubicBezTo>
                    <a:cubicBezTo>
                      <a:pt x="195" y="242"/>
                      <a:pt x="195" y="242"/>
                      <a:pt x="195" y="242"/>
                    </a:cubicBezTo>
                    <a:cubicBezTo>
                      <a:pt x="195" y="449"/>
                      <a:pt x="195" y="449"/>
                      <a:pt x="195" y="449"/>
                    </a:cubicBezTo>
                    <a:cubicBezTo>
                      <a:pt x="195" y="481"/>
                      <a:pt x="209" y="496"/>
                      <a:pt x="240" y="496"/>
                    </a:cubicBezTo>
                    <a:cubicBezTo>
                      <a:pt x="265" y="496"/>
                      <a:pt x="288" y="490"/>
                      <a:pt x="308" y="479"/>
                    </a:cubicBezTo>
                    <a:cubicBezTo>
                      <a:pt x="308" y="590"/>
                      <a:pt x="308" y="590"/>
                      <a:pt x="308" y="590"/>
                    </a:cubicBezTo>
                    <a:cubicBezTo>
                      <a:pt x="279" y="607"/>
                      <a:pt x="245" y="618"/>
                      <a:pt x="199" y="618"/>
                    </a:cubicBezTo>
                    <a:cubicBezTo>
                      <a:pt x="115" y="618"/>
                      <a:pt x="58" y="584"/>
                      <a:pt x="58" y="4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0" name="Freeform 13">
                <a:extLst>
                  <a:ext uri="{FF2B5EF4-FFF2-40B4-BE49-F238E27FC236}">
                    <a16:creationId xmlns:a16="http://schemas.microsoft.com/office/drawing/2014/main" id="{32C7C41D-9C2F-F9CB-F801-1289ECF5E586}"/>
                  </a:ext>
                </a:extLst>
              </p:cNvPr>
              <p:cNvSpPr>
                <a:spLocks noEditPoints="1"/>
              </p:cNvSpPr>
              <p:nvPr userDrawn="1"/>
            </p:nvSpPr>
            <p:spPr bwMode="auto">
              <a:xfrm>
                <a:off x="5131251" y="938123"/>
                <a:ext cx="207455" cy="219867"/>
              </a:xfrm>
              <a:custGeom>
                <a:avLst/>
                <a:gdLst>
                  <a:gd name="T0" fmla="*/ 0 w 477"/>
                  <a:gd name="T1" fmla="*/ 254 h 505"/>
                  <a:gd name="T2" fmla="*/ 0 w 477"/>
                  <a:gd name="T3" fmla="*/ 253 h 505"/>
                  <a:gd name="T4" fmla="*/ 240 w 477"/>
                  <a:gd name="T5" fmla="*/ 0 h 505"/>
                  <a:gd name="T6" fmla="*/ 477 w 477"/>
                  <a:gd name="T7" fmla="*/ 263 h 505"/>
                  <a:gd name="T8" fmla="*/ 475 w 477"/>
                  <a:gd name="T9" fmla="*/ 300 h 505"/>
                  <a:gd name="T10" fmla="*/ 137 w 477"/>
                  <a:gd name="T11" fmla="*/ 300 h 505"/>
                  <a:gd name="T12" fmla="*/ 256 w 477"/>
                  <a:gd name="T13" fmla="*/ 395 h 505"/>
                  <a:gd name="T14" fmla="*/ 373 w 477"/>
                  <a:gd name="T15" fmla="*/ 345 h 505"/>
                  <a:gd name="T16" fmla="*/ 452 w 477"/>
                  <a:gd name="T17" fmla="*/ 415 h 505"/>
                  <a:gd name="T18" fmla="*/ 254 w 477"/>
                  <a:gd name="T19" fmla="*/ 505 h 505"/>
                  <a:gd name="T20" fmla="*/ 0 w 477"/>
                  <a:gd name="T21" fmla="*/ 254 h 505"/>
                  <a:gd name="T22" fmla="*/ 343 w 477"/>
                  <a:gd name="T23" fmla="*/ 214 h 505"/>
                  <a:gd name="T24" fmla="*/ 240 w 477"/>
                  <a:gd name="T25" fmla="*/ 111 h 505"/>
                  <a:gd name="T26" fmla="*/ 135 w 477"/>
                  <a:gd name="T27" fmla="*/ 214 h 505"/>
                  <a:gd name="T28" fmla="*/ 343 w 477"/>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7" h="505">
                    <a:moveTo>
                      <a:pt x="0" y="254"/>
                    </a:moveTo>
                    <a:cubicBezTo>
                      <a:pt x="0" y="253"/>
                      <a:pt x="0" y="253"/>
                      <a:pt x="0" y="253"/>
                    </a:cubicBezTo>
                    <a:cubicBezTo>
                      <a:pt x="0" y="114"/>
                      <a:pt x="99" y="0"/>
                      <a:pt x="240" y="0"/>
                    </a:cubicBezTo>
                    <a:cubicBezTo>
                      <a:pt x="402" y="0"/>
                      <a:pt x="477" y="126"/>
                      <a:pt x="477" y="263"/>
                    </a:cubicBezTo>
                    <a:cubicBezTo>
                      <a:pt x="477"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3" y="214"/>
                    </a:moveTo>
                    <a:cubicBezTo>
                      <a:pt x="334" y="152"/>
                      <a:pt x="298" y="111"/>
                      <a:pt x="240" y="111"/>
                    </a:cubicBezTo>
                    <a:cubicBezTo>
                      <a:pt x="183" y="111"/>
                      <a:pt x="146" y="151"/>
                      <a:pt x="135" y="214"/>
                    </a:cubicBezTo>
                    <a:lnTo>
                      <a:pt x="343"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1" name="Freeform 14">
                <a:extLst>
                  <a:ext uri="{FF2B5EF4-FFF2-40B4-BE49-F238E27FC236}">
                    <a16:creationId xmlns:a16="http://schemas.microsoft.com/office/drawing/2014/main" id="{D3D8F53A-7C54-73FF-7202-68AF9530CEF8}"/>
                  </a:ext>
                </a:extLst>
              </p:cNvPr>
              <p:cNvSpPr>
                <a:spLocks/>
              </p:cNvSpPr>
              <p:nvPr userDrawn="1"/>
            </p:nvSpPr>
            <p:spPr bwMode="auto">
              <a:xfrm>
                <a:off x="5348015" y="938123"/>
                <a:ext cx="195486" cy="219867"/>
              </a:xfrm>
              <a:custGeom>
                <a:avLst/>
                <a:gdLst>
                  <a:gd name="T0" fmla="*/ 0 w 450"/>
                  <a:gd name="T1" fmla="*/ 254 h 505"/>
                  <a:gd name="T2" fmla="*/ 0 w 450"/>
                  <a:gd name="T3" fmla="*/ 253 h 505"/>
                  <a:gd name="T4" fmla="*/ 254 w 450"/>
                  <a:gd name="T5" fmla="*/ 0 h 505"/>
                  <a:gd name="T6" fmla="*/ 448 w 450"/>
                  <a:gd name="T7" fmla="*/ 82 h 505"/>
                  <a:gd name="T8" fmla="*/ 363 w 450"/>
                  <a:gd name="T9" fmla="*/ 172 h 505"/>
                  <a:gd name="T10" fmla="*/ 253 w 450"/>
                  <a:gd name="T11" fmla="*/ 119 h 505"/>
                  <a:gd name="T12" fmla="*/ 135 w 450"/>
                  <a:gd name="T13" fmla="*/ 251 h 505"/>
                  <a:gd name="T14" fmla="*/ 135 w 450"/>
                  <a:gd name="T15" fmla="*/ 253 h 505"/>
                  <a:gd name="T16" fmla="*/ 258 w 450"/>
                  <a:gd name="T17" fmla="*/ 387 h 505"/>
                  <a:gd name="T18" fmla="*/ 370 w 450"/>
                  <a:gd name="T19" fmla="*/ 335 h 505"/>
                  <a:gd name="T20" fmla="*/ 450 w 450"/>
                  <a:gd name="T21" fmla="*/ 416 h 505"/>
                  <a:gd name="T22" fmla="*/ 252 w 450"/>
                  <a:gd name="T23" fmla="*/ 505 h 505"/>
                  <a:gd name="T24" fmla="*/ 0 w 450"/>
                  <a:gd name="T25"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0" h="505">
                    <a:moveTo>
                      <a:pt x="0" y="254"/>
                    </a:moveTo>
                    <a:cubicBezTo>
                      <a:pt x="0" y="253"/>
                      <a:pt x="0" y="253"/>
                      <a:pt x="0" y="253"/>
                    </a:cubicBezTo>
                    <a:cubicBezTo>
                      <a:pt x="0" y="114"/>
                      <a:pt x="106" y="0"/>
                      <a:pt x="254" y="0"/>
                    </a:cubicBezTo>
                    <a:cubicBezTo>
                      <a:pt x="345" y="0"/>
                      <a:pt x="402" y="31"/>
                      <a:pt x="448" y="82"/>
                    </a:cubicBezTo>
                    <a:cubicBezTo>
                      <a:pt x="363" y="172"/>
                      <a:pt x="363" y="172"/>
                      <a:pt x="363" y="172"/>
                    </a:cubicBezTo>
                    <a:cubicBezTo>
                      <a:pt x="333" y="139"/>
                      <a:pt x="302" y="119"/>
                      <a:pt x="253" y="119"/>
                    </a:cubicBezTo>
                    <a:cubicBezTo>
                      <a:pt x="184" y="119"/>
                      <a:pt x="135" y="179"/>
                      <a:pt x="135" y="251"/>
                    </a:cubicBezTo>
                    <a:cubicBezTo>
                      <a:pt x="135" y="253"/>
                      <a:pt x="135" y="253"/>
                      <a:pt x="135" y="253"/>
                    </a:cubicBezTo>
                    <a:cubicBezTo>
                      <a:pt x="135" y="327"/>
                      <a:pt x="183" y="387"/>
                      <a:pt x="258" y="387"/>
                    </a:cubicBezTo>
                    <a:cubicBezTo>
                      <a:pt x="305" y="387"/>
                      <a:pt x="336" y="367"/>
                      <a:pt x="370" y="335"/>
                    </a:cubicBezTo>
                    <a:cubicBezTo>
                      <a:pt x="450" y="416"/>
                      <a:pt x="450" y="416"/>
                      <a:pt x="450" y="416"/>
                    </a:cubicBezTo>
                    <a:cubicBezTo>
                      <a:pt x="403" y="468"/>
                      <a:pt x="349" y="505"/>
                      <a:pt x="252" y="505"/>
                    </a:cubicBezTo>
                    <a:cubicBezTo>
                      <a:pt x="106" y="505"/>
                      <a:pt x="0" y="393"/>
                      <a:pt x="0"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2" name="Freeform 15">
                <a:extLst>
                  <a:ext uri="{FF2B5EF4-FFF2-40B4-BE49-F238E27FC236}">
                    <a16:creationId xmlns:a16="http://schemas.microsoft.com/office/drawing/2014/main" id="{BD2B90D5-630B-CFC6-CE5B-4A3E77847404}"/>
                  </a:ext>
                </a:extLst>
              </p:cNvPr>
              <p:cNvSpPr>
                <a:spLocks/>
              </p:cNvSpPr>
              <p:nvPr userDrawn="1"/>
            </p:nvSpPr>
            <p:spPr bwMode="auto">
              <a:xfrm>
                <a:off x="5553254" y="866312"/>
                <a:ext cx="193270" cy="286802"/>
              </a:xfrm>
              <a:custGeom>
                <a:avLst/>
                <a:gdLst>
                  <a:gd name="T0" fmla="*/ 0 w 445"/>
                  <a:gd name="T1" fmla="*/ 0 h 660"/>
                  <a:gd name="T2" fmla="*/ 138 w 445"/>
                  <a:gd name="T3" fmla="*/ 0 h 660"/>
                  <a:gd name="T4" fmla="*/ 138 w 445"/>
                  <a:gd name="T5" fmla="*/ 244 h 660"/>
                  <a:gd name="T6" fmla="*/ 280 w 445"/>
                  <a:gd name="T7" fmla="*/ 166 h 660"/>
                  <a:gd name="T8" fmla="*/ 445 w 445"/>
                  <a:gd name="T9" fmla="*/ 346 h 660"/>
                  <a:gd name="T10" fmla="*/ 445 w 445"/>
                  <a:gd name="T11" fmla="*/ 660 h 660"/>
                  <a:gd name="T12" fmla="*/ 307 w 445"/>
                  <a:gd name="T13" fmla="*/ 660 h 660"/>
                  <a:gd name="T14" fmla="*/ 307 w 445"/>
                  <a:gd name="T15" fmla="*/ 390 h 660"/>
                  <a:gd name="T16" fmla="*/ 224 w 445"/>
                  <a:gd name="T17" fmla="*/ 291 h 660"/>
                  <a:gd name="T18" fmla="*/ 138 w 445"/>
                  <a:gd name="T19" fmla="*/ 390 h 660"/>
                  <a:gd name="T20" fmla="*/ 138 w 445"/>
                  <a:gd name="T21" fmla="*/ 660 h 660"/>
                  <a:gd name="T22" fmla="*/ 0 w 445"/>
                  <a:gd name="T23" fmla="*/ 660 h 660"/>
                  <a:gd name="T24" fmla="*/ 0 w 445"/>
                  <a:gd name="T25" fmla="*/ 0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5" h="660">
                    <a:moveTo>
                      <a:pt x="0" y="0"/>
                    </a:moveTo>
                    <a:cubicBezTo>
                      <a:pt x="138" y="0"/>
                      <a:pt x="138" y="0"/>
                      <a:pt x="138" y="0"/>
                    </a:cubicBezTo>
                    <a:cubicBezTo>
                      <a:pt x="138" y="244"/>
                      <a:pt x="138" y="244"/>
                      <a:pt x="138" y="244"/>
                    </a:cubicBezTo>
                    <a:cubicBezTo>
                      <a:pt x="169" y="203"/>
                      <a:pt x="210" y="166"/>
                      <a:pt x="280" y="166"/>
                    </a:cubicBezTo>
                    <a:cubicBezTo>
                      <a:pt x="384" y="166"/>
                      <a:pt x="445" y="235"/>
                      <a:pt x="445" y="346"/>
                    </a:cubicBezTo>
                    <a:cubicBezTo>
                      <a:pt x="445" y="660"/>
                      <a:pt x="445" y="660"/>
                      <a:pt x="445" y="660"/>
                    </a:cubicBezTo>
                    <a:cubicBezTo>
                      <a:pt x="307" y="660"/>
                      <a:pt x="307" y="660"/>
                      <a:pt x="307" y="660"/>
                    </a:cubicBezTo>
                    <a:cubicBezTo>
                      <a:pt x="307" y="390"/>
                      <a:pt x="307" y="390"/>
                      <a:pt x="307" y="390"/>
                    </a:cubicBezTo>
                    <a:cubicBezTo>
                      <a:pt x="307" y="324"/>
                      <a:pt x="276" y="291"/>
                      <a:pt x="224" y="291"/>
                    </a:cubicBezTo>
                    <a:cubicBezTo>
                      <a:pt x="171" y="291"/>
                      <a:pt x="138" y="324"/>
                      <a:pt x="138" y="390"/>
                    </a:cubicBezTo>
                    <a:cubicBezTo>
                      <a:pt x="138" y="660"/>
                      <a:pt x="138" y="660"/>
                      <a:pt x="138" y="660"/>
                    </a:cubicBezTo>
                    <a:cubicBezTo>
                      <a:pt x="0" y="660"/>
                      <a:pt x="0" y="660"/>
                      <a:pt x="0" y="66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3" name="Freeform 16">
                <a:extLst>
                  <a:ext uri="{FF2B5EF4-FFF2-40B4-BE49-F238E27FC236}">
                    <a16:creationId xmlns:a16="http://schemas.microsoft.com/office/drawing/2014/main" id="{44BDC175-2104-E7E3-2519-DA2F92A4A931}"/>
                  </a:ext>
                </a:extLst>
              </p:cNvPr>
              <p:cNvSpPr>
                <a:spLocks/>
              </p:cNvSpPr>
              <p:nvPr userDrawn="1"/>
            </p:nvSpPr>
            <p:spPr bwMode="auto">
              <a:xfrm>
                <a:off x="5762039" y="938123"/>
                <a:ext cx="192827" cy="214991"/>
              </a:xfrm>
              <a:custGeom>
                <a:avLst/>
                <a:gdLst>
                  <a:gd name="T0" fmla="*/ 0 w 444"/>
                  <a:gd name="T1" fmla="*/ 9 h 494"/>
                  <a:gd name="T2" fmla="*/ 137 w 444"/>
                  <a:gd name="T3" fmla="*/ 9 h 494"/>
                  <a:gd name="T4" fmla="*/ 137 w 444"/>
                  <a:gd name="T5" fmla="*/ 78 h 494"/>
                  <a:gd name="T6" fmla="*/ 279 w 444"/>
                  <a:gd name="T7" fmla="*/ 0 h 494"/>
                  <a:gd name="T8" fmla="*/ 444 w 444"/>
                  <a:gd name="T9" fmla="*/ 180 h 494"/>
                  <a:gd name="T10" fmla="*/ 444 w 444"/>
                  <a:gd name="T11" fmla="*/ 494 h 494"/>
                  <a:gd name="T12" fmla="*/ 306 w 444"/>
                  <a:gd name="T13" fmla="*/ 494 h 494"/>
                  <a:gd name="T14" fmla="*/ 306 w 444"/>
                  <a:gd name="T15" fmla="*/ 224 h 494"/>
                  <a:gd name="T16" fmla="*/ 223 w 444"/>
                  <a:gd name="T17" fmla="*/ 125 h 494"/>
                  <a:gd name="T18" fmla="*/ 137 w 444"/>
                  <a:gd name="T19" fmla="*/ 224 h 494"/>
                  <a:gd name="T20" fmla="*/ 137 w 444"/>
                  <a:gd name="T21" fmla="*/ 494 h 494"/>
                  <a:gd name="T22" fmla="*/ 0 w 444"/>
                  <a:gd name="T23" fmla="*/ 494 h 494"/>
                  <a:gd name="T24" fmla="*/ 0 w 444"/>
                  <a:gd name="T25"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4" h="494">
                    <a:moveTo>
                      <a:pt x="0" y="9"/>
                    </a:moveTo>
                    <a:cubicBezTo>
                      <a:pt x="137" y="9"/>
                      <a:pt x="137" y="9"/>
                      <a:pt x="137" y="9"/>
                    </a:cubicBezTo>
                    <a:cubicBezTo>
                      <a:pt x="137" y="78"/>
                      <a:pt x="137" y="78"/>
                      <a:pt x="137" y="78"/>
                    </a:cubicBezTo>
                    <a:cubicBezTo>
                      <a:pt x="169" y="37"/>
                      <a:pt x="210" y="0"/>
                      <a:pt x="279" y="0"/>
                    </a:cubicBezTo>
                    <a:cubicBezTo>
                      <a:pt x="383" y="0"/>
                      <a:pt x="444" y="69"/>
                      <a:pt x="444" y="180"/>
                    </a:cubicBezTo>
                    <a:cubicBezTo>
                      <a:pt x="444" y="494"/>
                      <a:pt x="444" y="494"/>
                      <a:pt x="444" y="494"/>
                    </a:cubicBezTo>
                    <a:cubicBezTo>
                      <a:pt x="306" y="494"/>
                      <a:pt x="306" y="494"/>
                      <a:pt x="306" y="494"/>
                    </a:cubicBezTo>
                    <a:cubicBezTo>
                      <a:pt x="306" y="224"/>
                      <a:pt x="306" y="224"/>
                      <a:pt x="306" y="224"/>
                    </a:cubicBezTo>
                    <a:cubicBezTo>
                      <a:pt x="306" y="158"/>
                      <a:pt x="276" y="125"/>
                      <a:pt x="223" y="125"/>
                    </a:cubicBezTo>
                    <a:cubicBezTo>
                      <a:pt x="171" y="125"/>
                      <a:pt x="137" y="158"/>
                      <a:pt x="137" y="224"/>
                    </a:cubicBezTo>
                    <a:cubicBezTo>
                      <a:pt x="137" y="494"/>
                      <a:pt x="137" y="494"/>
                      <a:pt x="137" y="494"/>
                    </a:cubicBezTo>
                    <a:cubicBezTo>
                      <a:pt x="0" y="494"/>
                      <a:pt x="0" y="494"/>
                      <a:pt x="0" y="494"/>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4" name="Freeform 17">
                <a:extLst>
                  <a:ext uri="{FF2B5EF4-FFF2-40B4-BE49-F238E27FC236}">
                    <a16:creationId xmlns:a16="http://schemas.microsoft.com/office/drawing/2014/main" id="{E76CB955-2FC2-83C2-AC09-AD01BCCF18B2}"/>
                  </a:ext>
                </a:extLst>
              </p:cNvPr>
              <p:cNvSpPr>
                <a:spLocks noEditPoints="1"/>
              </p:cNvSpPr>
              <p:nvPr userDrawn="1"/>
            </p:nvSpPr>
            <p:spPr bwMode="auto">
              <a:xfrm>
                <a:off x="5967277" y="938123"/>
                <a:ext cx="228289" cy="219867"/>
              </a:xfrm>
              <a:custGeom>
                <a:avLst/>
                <a:gdLst>
                  <a:gd name="T0" fmla="*/ 0 w 525"/>
                  <a:gd name="T1" fmla="*/ 254 h 505"/>
                  <a:gd name="T2" fmla="*/ 0 w 525"/>
                  <a:gd name="T3" fmla="*/ 253 h 505"/>
                  <a:gd name="T4" fmla="*/ 263 w 525"/>
                  <a:gd name="T5" fmla="*/ 0 h 505"/>
                  <a:gd name="T6" fmla="*/ 525 w 525"/>
                  <a:gd name="T7" fmla="*/ 251 h 505"/>
                  <a:gd name="T8" fmla="*/ 525 w 525"/>
                  <a:gd name="T9" fmla="*/ 253 h 505"/>
                  <a:gd name="T10" fmla="*/ 262 w 525"/>
                  <a:gd name="T11" fmla="*/ 505 h 505"/>
                  <a:gd name="T12" fmla="*/ 0 w 525"/>
                  <a:gd name="T13" fmla="*/ 254 h 505"/>
                  <a:gd name="T14" fmla="*/ 389 w 525"/>
                  <a:gd name="T15" fmla="*/ 254 h 505"/>
                  <a:gd name="T16" fmla="*/ 389 w 525"/>
                  <a:gd name="T17" fmla="*/ 253 h 505"/>
                  <a:gd name="T18" fmla="*/ 262 w 525"/>
                  <a:gd name="T19" fmla="*/ 119 h 505"/>
                  <a:gd name="T20" fmla="*/ 136 w 525"/>
                  <a:gd name="T21" fmla="*/ 251 h 505"/>
                  <a:gd name="T22" fmla="*/ 136 w 525"/>
                  <a:gd name="T23" fmla="*/ 253 h 505"/>
                  <a:gd name="T24" fmla="*/ 263 w 525"/>
                  <a:gd name="T25" fmla="*/ 387 h 505"/>
                  <a:gd name="T26" fmla="*/ 389 w 525"/>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5">
                    <a:moveTo>
                      <a:pt x="0" y="254"/>
                    </a:moveTo>
                    <a:cubicBezTo>
                      <a:pt x="0" y="253"/>
                      <a:pt x="0" y="253"/>
                      <a:pt x="0" y="253"/>
                    </a:cubicBezTo>
                    <a:cubicBezTo>
                      <a:pt x="0" y="113"/>
                      <a:pt x="112" y="0"/>
                      <a:pt x="263" y="0"/>
                    </a:cubicBezTo>
                    <a:cubicBezTo>
                      <a:pt x="414" y="0"/>
                      <a:pt x="525" y="111"/>
                      <a:pt x="525" y="251"/>
                    </a:cubicBezTo>
                    <a:cubicBezTo>
                      <a:pt x="525" y="253"/>
                      <a:pt x="525" y="253"/>
                      <a:pt x="525" y="253"/>
                    </a:cubicBezTo>
                    <a:cubicBezTo>
                      <a:pt x="525" y="392"/>
                      <a:pt x="413" y="505"/>
                      <a:pt x="262" y="505"/>
                    </a:cubicBezTo>
                    <a:cubicBezTo>
                      <a:pt x="111" y="505"/>
                      <a:pt x="0" y="394"/>
                      <a:pt x="0" y="254"/>
                    </a:cubicBezTo>
                    <a:close/>
                    <a:moveTo>
                      <a:pt x="389" y="254"/>
                    </a:moveTo>
                    <a:cubicBezTo>
                      <a:pt x="389" y="253"/>
                      <a:pt x="389" y="253"/>
                      <a:pt x="389" y="253"/>
                    </a:cubicBezTo>
                    <a:cubicBezTo>
                      <a:pt x="389" y="181"/>
                      <a:pt x="338" y="119"/>
                      <a:pt x="262" y="119"/>
                    </a:cubicBezTo>
                    <a:cubicBezTo>
                      <a:pt x="183" y="119"/>
                      <a:pt x="136" y="179"/>
                      <a:pt x="136" y="251"/>
                    </a:cubicBezTo>
                    <a:cubicBezTo>
                      <a:pt x="136" y="253"/>
                      <a:pt x="136" y="253"/>
                      <a:pt x="136" y="253"/>
                    </a:cubicBezTo>
                    <a:cubicBezTo>
                      <a:pt x="136" y="324"/>
                      <a:pt x="187" y="387"/>
                      <a:pt x="263" y="387"/>
                    </a:cubicBezTo>
                    <a:cubicBezTo>
                      <a:pt x="342" y="387"/>
                      <a:pt x="389" y="326"/>
                      <a:pt x="389"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5" name="Rectangle 18">
                <a:extLst>
                  <a:ext uri="{FF2B5EF4-FFF2-40B4-BE49-F238E27FC236}">
                    <a16:creationId xmlns:a16="http://schemas.microsoft.com/office/drawing/2014/main" id="{BB15E459-A560-CBA7-38D2-49EC0DF1798C}"/>
                  </a:ext>
                </a:extLst>
              </p:cNvPr>
              <p:cNvSpPr>
                <a:spLocks noChangeArrowheads="1"/>
              </p:cNvSpPr>
              <p:nvPr userDrawn="1"/>
            </p:nvSpPr>
            <p:spPr bwMode="auto">
              <a:xfrm>
                <a:off x="6207091" y="866312"/>
                <a:ext cx="59843" cy="28680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6" name="Freeform 19">
                <a:extLst>
                  <a:ext uri="{FF2B5EF4-FFF2-40B4-BE49-F238E27FC236}">
                    <a16:creationId xmlns:a16="http://schemas.microsoft.com/office/drawing/2014/main" id="{A894E637-6612-023A-5D26-292EB224BB2E}"/>
                  </a:ext>
                </a:extLst>
              </p:cNvPr>
              <p:cNvSpPr>
                <a:spLocks noEditPoints="1"/>
              </p:cNvSpPr>
              <p:nvPr userDrawn="1"/>
            </p:nvSpPr>
            <p:spPr bwMode="auto">
              <a:xfrm>
                <a:off x="6278460" y="938123"/>
                <a:ext cx="228732" cy="219867"/>
              </a:xfrm>
              <a:custGeom>
                <a:avLst/>
                <a:gdLst>
                  <a:gd name="T0" fmla="*/ 0 w 526"/>
                  <a:gd name="T1" fmla="*/ 254 h 505"/>
                  <a:gd name="T2" fmla="*/ 0 w 526"/>
                  <a:gd name="T3" fmla="*/ 253 h 505"/>
                  <a:gd name="T4" fmla="*/ 264 w 526"/>
                  <a:gd name="T5" fmla="*/ 0 h 505"/>
                  <a:gd name="T6" fmla="*/ 526 w 526"/>
                  <a:gd name="T7" fmla="*/ 251 h 505"/>
                  <a:gd name="T8" fmla="*/ 526 w 526"/>
                  <a:gd name="T9" fmla="*/ 253 h 505"/>
                  <a:gd name="T10" fmla="*/ 262 w 526"/>
                  <a:gd name="T11" fmla="*/ 505 h 505"/>
                  <a:gd name="T12" fmla="*/ 0 w 526"/>
                  <a:gd name="T13" fmla="*/ 254 h 505"/>
                  <a:gd name="T14" fmla="*/ 390 w 526"/>
                  <a:gd name="T15" fmla="*/ 254 h 505"/>
                  <a:gd name="T16" fmla="*/ 390 w 526"/>
                  <a:gd name="T17" fmla="*/ 253 h 505"/>
                  <a:gd name="T18" fmla="*/ 262 w 526"/>
                  <a:gd name="T19" fmla="*/ 119 h 505"/>
                  <a:gd name="T20" fmla="*/ 136 w 526"/>
                  <a:gd name="T21" fmla="*/ 251 h 505"/>
                  <a:gd name="T22" fmla="*/ 136 w 526"/>
                  <a:gd name="T23" fmla="*/ 253 h 505"/>
                  <a:gd name="T24" fmla="*/ 264 w 526"/>
                  <a:gd name="T25" fmla="*/ 387 h 505"/>
                  <a:gd name="T26" fmla="*/ 390 w 526"/>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6" h="505">
                    <a:moveTo>
                      <a:pt x="0" y="254"/>
                    </a:moveTo>
                    <a:cubicBezTo>
                      <a:pt x="0" y="253"/>
                      <a:pt x="0" y="253"/>
                      <a:pt x="0" y="253"/>
                    </a:cubicBezTo>
                    <a:cubicBezTo>
                      <a:pt x="0" y="113"/>
                      <a:pt x="113" y="0"/>
                      <a:pt x="264" y="0"/>
                    </a:cubicBezTo>
                    <a:cubicBezTo>
                      <a:pt x="414" y="0"/>
                      <a:pt x="526" y="111"/>
                      <a:pt x="526" y="251"/>
                    </a:cubicBezTo>
                    <a:cubicBezTo>
                      <a:pt x="526" y="253"/>
                      <a:pt x="526" y="253"/>
                      <a:pt x="526" y="253"/>
                    </a:cubicBezTo>
                    <a:cubicBezTo>
                      <a:pt x="526" y="392"/>
                      <a:pt x="413" y="505"/>
                      <a:pt x="262" y="505"/>
                    </a:cubicBezTo>
                    <a:cubicBezTo>
                      <a:pt x="112" y="505"/>
                      <a:pt x="0" y="394"/>
                      <a:pt x="0" y="254"/>
                    </a:cubicBezTo>
                    <a:close/>
                    <a:moveTo>
                      <a:pt x="390" y="254"/>
                    </a:moveTo>
                    <a:cubicBezTo>
                      <a:pt x="390" y="253"/>
                      <a:pt x="390" y="253"/>
                      <a:pt x="390" y="253"/>
                    </a:cubicBezTo>
                    <a:cubicBezTo>
                      <a:pt x="390" y="181"/>
                      <a:pt x="338" y="119"/>
                      <a:pt x="262" y="119"/>
                    </a:cubicBezTo>
                    <a:cubicBezTo>
                      <a:pt x="183" y="119"/>
                      <a:pt x="136" y="179"/>
                      <a:pt x="136" y="251"/>
                    </a:cubicBezTo>
                    <a:cubicBezTo>
                      <a:pt x="136" y="253"/>
                      <a:pt x="136" y="253"/>
                      <a:pt x="136" y="253"/>
                    </a:cubicBezTo>
                    <a:cubicBezTo>
                      <a:pt x="136" y="324"/>
                      <a:pt x="188" y="387"/>
                      <a:pt x="264" y="387"/>
                    </a:cubicBezTo>
                    <a:cubicBezTo>
                      <a:pt x="343" y="387"/>
                      <a:pt x="390" y="326"/>
                      <a:pt x="390"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7" name="Freeform 20">
                <a:extLst>
                  <a:ext uri="{FF2B5EF4-FFF2-40B4-BE49-F238E27FC236}">
                    <a16:creationId xmlns:a16="http://schemas.microsoft.com/office/drawing/2014/main" id="{C612BEEF-FFCF-00C7-83E8-3D6CD89DD8B2}"/>
                  </a:ext>
                </a:extLst>
              </p:cNvPr>
              <p:cNvSpPr>
                <a:spLocks noEditPoints="1"/>
              </p:cNvSpPr>
              <p:nvPr userDrawn="1"/>
            </p:nvSpPr>
            <p:spPr bwMode="auto">
              <a:xfrm>
                <a:off x="6516057" y="938123"/>
                <a:ext cx="221197" cy="278823"/>
              </a:xfrm>
              <a:custGeom>
                <a:avLst/>
                <a:gdLst>
                  <a:gd name="T0" fmla="*/ 24 w 509"/>
                  <a:gd name="T1" fmla="*/ 590 h 641"/>
                  <a:gd name="T2" fmla="*/ 71 w 509"/>
                  <a:gd name="T3" fmla="*/ 487 h 641"/>
                  <a:gd name="T4" fmla="*/ 235 w 509"/>
                  <a:gd name="T5" fmla="*/ 531 h 641"/>
                  <a:gd name="T6" fmla="*/ 373 w 509"/>
                  <a:gd name="T7" fmla="*/ 399 h 641"/>
                  <a:gd name="T8" fmla="*/ 373 w 509"/>
                  <a:gd name="T9" fmla="*/ 376 h 641"/>
                  <a:gd name="T10" fmla="*/ 215 w 509"/>
                  <a:gd name="T11" fmla="*/ 454 h 641"/>
                  <a:gd name="T12" fmla="*/ 0 w 509"/>
                  <a:gd name="T13" fmla="*/ 228 h 641"/>
                  <a:gd name="T14" fmla="*/ 0 w 509"/>
                  <a:gd name="T15" fmla="*/ 226 h 641"/>
                  <a:gd name="T16" fmla="*/ 215 w 509"/>
                  <a:gd name="T17" fmla="*/ 0 h 641"/>
                  <a:gd name="T18" fmla="*/ 372 w 509"/>
                  <a:gd name="T19" fmla="*/ 72 h 641"/>
                  <a:gd name="T20" fmla="*/ 372 w 509"/>
                  <a:gd name="T21" fmla="*/ 9 h 641"/>
                  <a:gd name="T22" fmla="*/ 509 w 509"/>
                  <a:gd name="T23" fmla="*/ 9 h 641"/>
                  <a:gd name="T24" fmla="*/ 509 w 509"/>
                  <a:gd name="T25" fmla="*/ 385 h 641"/>
                  <a:gd name="T26" fmla="*/ 448 w 509"/>
                  <a:gd name="T27" fmla="*/ 576 h 641"/>
                  <a:gd name="T28" fmla="*/ 239 w 509"/>
                  <a:gd name="T29" fmla="*/ 641 h 641"/>
                  <a:gd name="T30" fmla="*/ 24 w 509"/>
                  <a:gd name="T31" fmla="*/ 590 h 641"/>
                  <a:gd name="T32" fmla="*/ 373 w 509"/>
                  <a:gd name="T33" fmla="*/ 228 h 641"/>
                  <a:gd name="T34" fmla="*/ 373 w 509"/>
                  <a:gd name="T35" fmla="*/ 226 h 641"/>
                  <a:gd name="T36" fmla="*/ 255 w 509"/>
                  <a:gd name="T37" fmla="*/ 114 h 641"/>
                  <a:gd name="T38" fmla="*/ 137 w 509"/>
                  <a:gd name="T39" fmla="*/ 226 h 641"/>
                  <a:gd name="T40" fmla="*/ 137 w 509"/>
                  <a:gd name="T41" fmla="*/ 228 h 641"/>
                  <a:gd name="T42" fmla="*/ 255 w 509"/>
                  <a:gd name="T43" fmla="*/ 340 h 641"/>
                  <a:gd name="T44" fmla="*/ 373 w 509"/>
                  <a:gd name="T45" fmla="*/ 228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9" h="641">
                    <a:moveTo>
                      <a:pt x="24" y="590"/>
                    </a:moveTo>
                    <a:cubicBezTo>
                      <a:pt x="71" y="487"/>
                      <a:pt x="71" y="487"/>
                      <a:pt x="71" y="487"/>
                    </a:cubicBezTo>
                    <a:cubicBezTo>
                      <a:pt x="121" y="515"/>
                      <a:pt x="171" y="531"/>
                      <a:pt x="235" y="531"/>
                    </a:cubicBezTo>
                    <a:cubicBezTo>
                      <a:pt x="329" y="531"/>
                      <a:pt x="373" y="486"/>
                      <a:pt x="373" y="399"/>
                    </a:cubicBezTo>
                    <a:cubicBezTo>
                      <a:pt x="373" y="376"/>
                      <a:pt x="373" y="376"/>
                      <a:pt x="373" y="376"/>
                    </a:cubicBezTo>
                    <a:cubicBezTo>
                      <a:pt x="333" y="425"/>
                      <a:pt x="288" y="454"/>
                      <a:pt x="215" y="454"/>
                    </a:cubicBezTo>
                    <a:cubicBezTo>
                      <a:pt x="102" y="454"/>
                      <a:pt x="0" y="372"/>
                      <a:pt x="0" y="228"/>
                    </a:cubicBezTo>
                    <a:cubicBezTo>
                      <a:pt x="0" y="226"/>
                      <a:pt x="0" y="226"/>
                      <a:pt x="0" y="226"/>
                    </a:cubicBezTo>
                    <a:cubicBezTo>
                      <a:pt x="0" y="82"/>
                      <a:pt x="104" y="0"/>
                      <a:pt x="215" y="0"/>
                    </a:cubicBezTo>
                    <a:cubicBezTo>
                      <a:pt x="290" y="0"/>
                      <a:pt x="334" y="32"/>
                      <a:pt x="372" y="72"/>
                    </a:cubicBezTo>
                    <a:cubicBezTo>
                      <a:pt x="372" y="9"/>
                      <a:pt x="372" y="9"/>
                      <a:pt x="372" y="9"/>
                    </a:cubicBezTo>
                    <a:cubicBezTo>
                      <a:pt x="509" y="9"/>
                      <a:pt x="509" y="9"/>
                      <a:pt x="509" y="9"/>
                    </a:cubicBezTo>
                    <a:cubicBezTo>
                      <a:pt x="509" y="385"/>
                      <a:pt x="509" y="385"/>
                      <a:pt x="509" y="385"/>
                    </a:cubicBezTo>
                    <a:cubicBezTo>
                      <a:pt x="509" y="472"/>
                      <a:pt x="488" y="535"/>
                      <a:pt x="448" y="576"/>
                    </a:cubicBezTo>
                    <a:cubicBezTo>
                      <a:pt x="402" y="621"/>
                      <a:pt x="333" y="641"/>
                      <a:pt x="239" y="641"/>
                    </a:cubicBezTo>
                    <a:cubicBezTo>
                      <a:pt x="160" y="641"/>
                      <a:pt x="86" y="623"/>
                      <a:pt x="24" y="590"/>
                    </a:cubicBezTo>
                    <a:close/>
                    <a:moveTo>
                      <a:pt x="373" y="228"/>
                    </a:moveTo>
                    <a:cubicBezTo>
                      <a:pt x="373" y="226"/>
                      <a:pt x="373" y="226"/>
                      <a:pt x="373" y="226"/>
                    </a:cubicBezTo>
                    <a:cubicBezTo>
                      <a:pt x="373" y="160"/>
                      <a:pt x="322" y="114"/>
                      <a:pt x="255" y="114"/>
                    </a:cubicBezTo>
                    <a:cubicBezTo>
                      <a:pt x="188" y="114"/>
                      <a:pt x="137" y="160"/>
                      <a:pt x="137" y="226"/>
                    </a:cubicBezTo>
                    <a:cubicBezTo>
                      <a:pt x="137" y="228"/>
                      <a:pt x="137" y="228"/>
                      <a:pt x="137" y="228"/>
                    </a:cubicBezTo>
                    <a:cubicBezTo>
                      <a:pt x="137" y="295"/>
                      <a:pt x="188" y="340"/>
                      <a:pt x="255" y="340"/>
                    </a:cubicBezTo>
                    <a:cubicBezTo>
                      <a:pt x="322" y="340"/>
                      <a:pt x="373" y="294"/>
                      <a:pt x="373" y="2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8" name="Freeform 21">
                <a:extLst>
                  <a:ext uri="{FF2B5EF4-FFF2-40B4-BE49-F238E27FC236}">
                    <a16:creationId xmlns:a16="http://schemas.microsoft.com/office/drawing/2014/main" id="{535443A8-F420-58B0-6940-C7217CB7D304}"/>
                  </a:ext>
                </a:extLst>
              </p:cNvPr>
              <p:cNvSpPr>
                <a:spLocks/>
              </p:cNvSpPr>
              <p:nvPr userDrawn="1"/>
            </p:nvSpPr>
            <p:spPr bwMode="auto">
              <a:xfrm>
                <a:off x="6747450" y="942113"/>
                <a:ext cx="219424" cy="275277"/>
              </a:xfrm>
              <a:custGeom>
                <a:avLst/>
                <a:gdLst>
                  <a:gd name="T0" fmla="*/ 362 w 505"/>
                  <a:gd name="T1" fmla="*/ 0 h 633"/>
                  <a:gd name="T2" fmla="*/ 505 w 505"/>
                  <a:gd name="T3" fmla="*/ 0 h 633"/>
                  <a:gd name="T4" fmla="*/ 319 w 505"/>
                  <a:gd name="T5" fmla="*/ 497 h 633"/>
                  <a:gd name="T6" fmla="*/ 159 w 505"/>
                  <a:gd name="T7" fmla="*/ 633 h 633"/>
                  <a:gd name="T8" fmla="*/ 37 w 505"/>
                  <a:gd name="T9" fmla="*/ 599 h 633"/>
                  <a:gd name="T10" fmla="*/ 83 w 505"/>
                  <a:gd name="T11" fmla="*/ 500 h 633"/>
                  <a:gd name="T12" fmla="*/ 142 w 505"/>
                  <a:gd name="T13" fmla="*/ 519 h 633"/>
                  <a:gd name="T14" fmla="*/ 190 w 505"/>
                  <a:gd name="T15" fmla="*/ 487 h 633"/>
                  <a:gd name="T16" fmla="*/ 0 w 505"/>
                  <a:gd name="T17" fmla="*/ 0 h 633"/>
                  <a:gd name="T18" fmla="*/ 146 w 505"/>
                  <a:gd name="T19" fmla="*/ 0 h 633"/>
                  <a:gd name="T20" fmla="*/ 256 w 505"/>
                  <a:gd name="T21" fmla="*/ 331 h 633"/>
                  <a:gd name="T22" fmla="*/ 362 w 505"/>
                  <a:gd name="T23" fmla="*/ 0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5" h="633">
                    <a:moveTo>
                      <a:pt x="362" y="0"/>
                    </a:moveTo>
                    <a:cubicBezTo>
                      <a:pt x="505" y="0"/>
                      <a:pt x="505" y="0"/>
                      <a:pt x="505" y="0"/>
                    </a:cubicBezTo>
                    <a:cubicBezTo>
                      <a:pt x="319" y="497"/>
                      <a:pt x="319" y="497"/>
                      <a:pt x="319" y="497"/>
                    </a:cubicBezTo>
                    <a:cubicBezTo>
                      <a:pt x="282" y="596"/>
                      <a:pt x="242" y="633"/>
                      <a:pt x="159" y="633"/>
                    </a:cubicBezTo>
                    <a:cubicBezTo>
                      <a:pt x="110" y="633"/>
                      <a:pt x="73" y="620"/>
                      <a:pt x="37" y="599"/>
                    </a:cubicBezTo>
                    <a:cubicBezTo>
                      <a:pt x="83" y="500"/>
                      <a:pt x="83" y="500"/>
                      <a:pt x="83" y="500"/>
                    </a:cubicBezTo>
                    <a:cubicBezTo>
                      <a:pt x="101" y="511"/>
                      <a:pt x="124" y="519"/>
                      <a:pt x="142" y="519"/>
                    </a:cubicBezTo>
                    <a:cubicBezTo>
                      <a:pt x="166" y="519"/>
                      <a:pt x="178" y="512"/>
                      <a:pt x="190" y="487"/>
                    </a:cubicBezTo>
                    <a:cubicBezTo>
                      <a:pt x="0" y="0"/>
                      <a:pt x="0" y="0"/>
                      <a:pt x="0" y="0"/>
                    </a:cubicBezTo>
                    <a:cubicBezTo>
                      <a:pt x="146" y="0"/>
                      <a:pt x="146" y="0"/>
                      <a:pt x="146" y="0"/>
                    </a:cubicBezTo>
                    <a:cubicBezTo>
                      <a:pt x="256" y="331"/>
                      <a:pt x="256" y="331"/>
                      <a:pt x="256" y="331"/>
                    </a:cubicBezTo>
                    <a:lnTo>
                      <a:pt x="3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9" name="Freeform 22">
                <a:extLst>
                  <a:ext uri="{FF2B5EF4-FFF2-40B4-BE49-F238E27FC236}">
                    <a16:creationId xmlns:a16="http://schemas.microsoft.com/office/drawing/2014/main" id="{D577C4C5-162A-509E-0F90-2D9CF5560B46}"/>
                  </a:ext>
                </a:extLst>
              </p:cNvPr>
              <p:cNvSpPr>
                <a:spLocks/>
              </p:cNvSpPr>
              <p:nvPr userDrawn="1"/>
            </p:nvSpPr>
            <p:spPr bwMode="auto">
              <a:xfrm>
                <a:off x="6005842" y="1258171"/>
                <a:ext cx="132541" cy="290348"/>
              </a:xfrm>
              <a:custGeom>
                <a:avLst/>
                <a:gdLst>
                  <a:gd name="T0" fmla="*/ 57 w 305"/>
                  <a:gd name="T1" fmla="*/ 299 h 667"/>
                  <a:gd name="T2" fmla="*/ 0 w 305"/>
                  <a:gd name="T3" fmla="*/ 299 h 667"/>
                  <a:gd name="T4" fmla="*/ 0 w 305"/>
                  <a:gd name="T5" fmla="*/ 186 h 667"/>
                  <a:gd name="T6" fmla="*/ 57 w 305"/>
                  <a:gd name="T7" fmla="*/ 186 h 667"/>
                  <a:gd name="T8" fmla="*/ 57 w 305"/>
                  <a:gd name="T9" fmla="*/ 155 h 667"/>
                  <a:gd name="T10" fmla="*/ 96 w 305"/>
                  <a:gd name="T11" fmla="*/ 38 h 667"/>
                  <a:gd name="T12" fmla="*/ 208 w 305"/>
                  <a:gd name="T13" fmla="*/ 0 h 667"/>
                  <a:gd name="T14" fmla="*/ 305 w 305"/>
                  <a:gd name="T15" fmla="*/ 13 h 667"/>
                  <a:gd name="T16" fmla="*/ 305 w 305"/>
                  <a:gd name="T17" fmla="*/ 127 h 667"/>
                  <a:gd name="T18" fmla="*/ 243 w 305"/>
                  <a:gd name="T19" fmla="*/ 115 h 667"/>
                  <a:gd name="T20" fmla="*/ 193 w 305"/>
                  <a:gd name="T21" fmla="*/ 168 h 667"/>
                  <a:gd name="T22" fmla="*/ 193 w 305"/>
                  <a:gd name="T23" fmla="*/ 187 h 667"/>
                  <a:gd name="T24" fmla="*/ 305 w 305"/>
                  <a:gd name="T25" fmla="*/ 187 h 667"/>
                  <a:gd name="T26" fmla="*/ 305 w 305"/>
                  <a:gd name="T27" fmla="*/ 299 h 667"/>
                  <a:gd name="T28" fmla="*/ 195 w 305"/>
                  <a:gd name="T29" fmla="*/ 299 h 667"/>
                  <a:gd name="T30" fmla="*/ 195 w 305"/>
                  <a:gd name="T31" fmla="*/ 667 h 667"/>
                  <a:gd name="T32" fmla="*/ 57 w 305"/>
                  <a:gd name="T33" fmla="*/ 667 h 667"/>
                  <a:gd name="T34" fmla="*/ 57 w 305"/>
                  <a:gd name="T35" fmla="*/ 299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5" h="667">
                    <a:moveTo>
                      <a:pt x="57" y="299"/>
                    </a:moveTo>
                    <a:cubicBezTo>
                      <a:pt x="0" y="299"/>
                      <a:pt x="0" y="299"/>
                      <a:pt x="0" y="299"/>
                    </a:cubicBezTo>
                    <a:cubicBezTo>
                      <a:pt x="0" y="186"/>
                      <a:pt x="0" y="186"/>
                      <a:pt x="0" y="186"/>
                    </a:cubicBezTo>
                    <a:cubicBezTo>
                      <a:pt x="57" y="186"/>
                      <a:pt x="57" y="186"/>
                      <a:pt x="57" y="186"/>
                    </a:cubicBezTo>
                    <a:cubicBezTo>
                      <a:pt x="57" y="155"/>
                      <a:pt x="57" y="155"/>
                      <a:pt x="57" y="155"/>
                    </a:cubicBezTo>
                    <a:cubicBezTo>
                      <a:pt x="57" y="102"/>
                      <a:pt x="71" y="63"/>
                      <a:pt x="96" y="38"/>
                    </a:cubicBezTo>
                    <a:cubicBezTo>
                      <a:pt x="122" y="12"/>
                      <a:pt x="159" y="0"/>
                      <a:pt x="208" y="0"/>
                    </a:cubicBezTo>
                    <a:cubicBezTo>
                      <a:pt x="251" y="0"/>
                      <a:pt x="280" y="5"/>
                      <a:pt x="305" y="13"/>
                    </a:cubicBezTo>
                    <a:cubicBezTo>
                      <a:pt x="305" y="127"/>
                      <a:pt x="305" y="127"/>
                      <a:pt x="305" y="127"/>
                    </a:cubicBezTo>
                    <a:cubicBezTo>
                      <a:pt x="286" y="120"/>
                      <a:pt x="267" y="115"/>
                      <a:pt x="243" y="115"/>
                    </a:cubicBezTo>
                    <a:cubicBezTo>
                      <a:pt x="211" y="115"/>
                      <a:pt x="193" y="132"/>
                      <a:pt x="193" y="168"/>
                    </a:cubicBezTo>
                    <a:cubicBezTo>
                      <a:pt x="193" y="187"/>
                      <a:pt x="193" y="187"/>
                      <a:pt x="193" y="187"/>
                    </a:cubicBezTo>
                    <a:cubicBezTo>
                      <a:pt x="305" y="187"/>
                      <a:pt x="305" y="187"/>
                      <a:pt x="305" y="187"/>
                    </a:cubicBezTo>
                    <a:cubicBezTo>
                      <a:pt x="305" y="299"/>
                      <a:pt x="305" y="299"/>
                      <a:pt x="305" y="299"/>
                    </a:cubicBezTo>
                    <a:cubicBezTo>
                      <a:pt x="195" y="299"/>
                      <a:pt x="195" y="299"/>
                      <a:pt x="195" y="299"/>
                    </a:cubicBezTo>
                    <a:cubicBezTo>
                      <a:pt x="195" y="667"/>
                      <a:pt x="195" y="667"/>
                      <a:pt x="195" y="667"/>
                    </a:cubicBezTo>
                    <a:cubicBezTo>
                      <a:pt x="57" y="667"/>
                      <a:pt x="57" y="667"/>
                      <a:pt x="57" y="667"/>
                    </a:cubicBezTo>
                    <a:lnTo>
                      <a:pt x="57" y="2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90" name="Freeform 23">
                <a:extLst>
                  <a:ext uri="{FF2B5EF4-FFF2-40B4-BE49-F238E27FC236}">
                    <a16:creationId xmlns:a16="http://schemas.microsoft.com/office/drawing/2014/main" id="{9CB671CE-477D-F1B3-6894-F85448189A99}"/>
                  </a:ext>
                </a:extLst>
              </p:cNvPr>
              <p:cNvSpPr>
                <a:spLocks noEditPoints="1"/>
              </p:cNvSpPr>
              <p:nvPr userDrawn="1"/>
            </p:nvSpPr>
            <p:spPr bwMode="auto">
              <a:xfrm>
                <a:off x="6137497" y="1333086"/>
                <a:ext cx="228289" cy="219867"/>
              </a:xfrm>
              <a:custGeom>
                <a:avLst/>
                <a:gdLst>
                  <a:gd name="T0" fmla="*/ 0 w 525"/>
                  <a:gd name="T1" fmla="*/ 255 h 506"/>
                  <a:gd name="T2" fmla="*/ 0 w 525"/>
                  <a:gd name="T3" fmla="*/ 253 h 506"/>
                  <a:gd name="T4" fmla="*/ 263 w 525"/>
                  <a:gd name="T5" fmla="*/ 0 h 506"/>
                  <a:gd name="T6" fmla="*/ 525 w 525"/>
                  <a:gd name="T7" fmla="*/ 251 h 506"/>
                  <a:gd name="T8" fmla="*/ 525 w 525"/>
                  <a:gd name="T9" fmla="*/ 253 h 506"/>
                  <a:gd name="T10" fmla="*/ 261 w 525"/>
                  <a:gd name="T11" fmla="*/ 506 h 506"/>
                  <a:gd name="T12" fmla="*/ 0 w 525"/>
                  <a:gd name="T13" fmla="*/ 255 h 506"/>
                  <a:gd name="T14" fmla="*/ 389 w 525"/>
                  <a:gd name="T15" fmla="*/ 255 h 506"/>
                  <a:gd name="T16" fmla="*/ 389 w 525"/>
                  <a:gd name="T17" fmla="*/ 253 h 506"/>
                  <a:gd name="T18" fmla="*/ 261 w 525"/>
                  <a:gd name="T19" fmla="*/ 119 h 506"/>
                  <a:gd name="T20" fmla="*/ 135 w 525"/>
                  <a:gd name="T21" fmla="*/ 251 h 506"/>
                  <a:gd name="T22" fmla="*/ 135 w 525"/>
                  <a:gd name="T23" fmla="*/ 253 h 506"/>
                  <a:gd name="T24" fmla="*/ 263 w 525"/>
                  <a:gd name="T25" fmla="*/ 387 h 506"/>
                  <a:gd name="T26" fmla="*/ 389 w 525"/>
                  <a:gd name="T27" fmla="*/ 255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6">
                    <a:moveTo>
                      <a:pt x="0" y="255"/>
                    </a:moveTo>
                    <a:cubicBezTo>
                      <a:pt x="0" y="253"/>
                      <a:pt x="0" y="253"/>
                      <a:pt x="0" y="253"/>
                    </a:cubicBezTo>
                    <a:cubicBezTo>
                      <a:pt x="0" y="114"/>
                      <a:pt x="112" y="0"/>
                      <a:pt x="263" y="0"/>
                    </a:cubicBezTo>
                    <a:cubicBezTo>
                      <a:pt x="413" y="0"/>
                      <a:pt x="525" y="112"/>
                      <a:pt x="525" y="251"/>
                    </a:cubicBezTo>
                    <a:cubicBezTo>
                      <a:pt x="525" y="253"/>
                      <a:pt x="525" y="253"/>
                      <a:pt x="525" y="253"/>
                    </a:cubicBezTo>
                    <a:cubicBezTo>
                      <a:pt x="525" y="392"/>
                      <a:pt x="412" y="506"/>
                      <a:pt x="261" y="506"/>
                    </a:cubicBezTo>
                    <a:cubicBezTo>
                      <a:pt x="111" y="506"/>
                      <a:pt x="0" y="394"/>
                      <a:pt x="0" y="255"/>
                    </a:cubicBezTo>
                    <a:close/>
                    <a:moveTo>
                      <a:pt x="389" y="255"/>
                    </a:moveTo>
                    <a:cubicBezTo>
                      <a:pt x="389" y="253"/>
                      <a:pt x="389" y="253"/>
                      <a:pt x="389" y="253"/>
                    </a:cubicBezTo>
                    <a:cubicBezTo>
                      <a:pt x="389" y="182"/>
                      <a:pt x="337" y="119"/>
                      <a:pt x="261" y="119"/>
                    </a:cubicBezTo>
                    <a:cubicBezTo>
                      <a:pt x="183" y="119"/>
                      <a:pt x="135" y="180"/>
                      <a:pt x="135" y="251"/>
                    </a:cubicBezTo>
                    <a:cubicBezTo>
                      <a:pt x="135" y="253"/>
                      <a:pt x="135" y="253"/>
                      <a:pt x="135" y="253"/>
                    </a:cubicBezTo>
                    <a:cubicBezTo>
                      <a:pt x="135" y="325"/>
                      <a:pt x="187" y="387"/>
                      <a:pt x="263" y="387"/>
                    </a:cubicBezTo>
                    <a:cubicBezTo>
                      <a:pt x="342" y="387"/>
                      <a:pt x="389" y="326"/>
                      <a:pt x="389"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91" name="Freeform 24">
                <a:extLst>
                  <a:ext uri="{FF2B5EF4-FFF2-40B4-BE49-F238E27FC236}">
                    <a16:creationId xmlns:a16="http://schemas.microsoft.com/office/drawing/2014/main" id="{2D545142-881D-002A-830D-2B1960B7F79A}"/>
                  </a:ext>
                </a:extLst>
              </p:cNvPr>
              <p:cNvSpPr>
                <a:spLocks/>
              </p:cNvSpPr>
              <p:nvPr userDrawn="1"/>
            </p:nvSpPr>
            <p:spPr bwMode="auto">
              <a:xfrm>
                <a:off x="6379084" y="1331756"/>
                <a:ext cx="127665" cy="216764"/>
              </a:xfrm>
              <a:custGeom>
                <a:avLst/>
                <a:gdLst>
                  <a:gd name="T0" fmla="*/ 0 w 293"/>
                  <a:gd name="T1" fmla="*/ 13 h 498"/>
                  <a:gd name="T2" fmla="*/ 138 w 293"/>
                  <a:gd name="T3" fmla="*/ 13 h 498"/>
                  <a:gd name="T4" fmla="*/ 138 w 293"/>
                  <a:gd name="T5" fmla="*/ 110 h 498"/>
                  <a:gd name="T6" fmla="*/ 293 w 293"/>
                  <a:gd name="T7" fmla="*/ 3 h 498"/>
                  <a:gd name="T8" fmla="*/ 293 w 293"/>
                  <a:gd name="T9" fmla="*/ 147 h 498"/>
                  <a:gd name="T10" fmla="*/ 286 w 293"/>
                  <a:gd name="T11" fmla="*/ 147 h 498"/>
                  <a:gd name="T12" fmla="*/ 138 w 293"/>
                  <a:gd name="T13" fmla="*/ 318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0"/>
                      <a:pt x="138" y="110"/>
                      <a:pt x="138" y="110"/>
                    </a:cubicBezTo>
                    <a:cubicBezTo>
                      <a:pt x="166" y="43"/>
                      <a:pt x="211" y="0"/>
                      <a:pt x="293" y="3"/>
                    </a:cubicBezTo>
                    <a:cubicBezTo>
                      <a:pt x="293" y="147"/>
                      <a:pt x="293" y="147"/>
                      <a:pt x="293" y="147"/>
                    </a:cubicBezTo>
                    <a:cubicBezTo>
                      <a:pt x="286" y="147"/>
                      <a:pt x="286" y="147"/>
                      <a:pt x="286" y="147"/>
                    </a:cubicBezTo>
                    <a:cubicBezTo>
                      <a:pt x="194" y="147"/>
                      <a:pt x="138" y="203"/>
                      <a:pt x="138" y="318"/>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92" name="Freeform 25">
                <a:extLst>
                  <a:ext uri="{FF2B5EF4-FFF2-40B4-BE49-F238E27FC236}">
                    <a16:creationId xmlns:a16="http://schemas.microsoft.com/office/drawing/2014/main" id="{5C959273-267C-8CBA-996C-EC8514CCD7D2}"/>
                  </a:ext>
                </a:extLst>
              </p:cNvPr>
              <p:cNvSpPr>
                <a:spLocks noEditPoints="1"/>
              </p:cNvSpPr>
              <p:nvPr userDrawn="1"/>
            </p:nvSpPr>
            <p:spPr bwMode="auto">
              <a:xfrm>
                <a:off x="6582993" y="1334859"/>
                <a:ext cx="194157" cy="217207"/>
              </a:xfrm>
              <a:custGeom>
                <a:avLst/>
                <a:gdLst>
                  <a:gd name="T0" fmla="*/ 0 w 446"/>
                  <a:gd name="T1" fmla="*/ 351 h 500"/>
                  <a:gd name="T2" fmla="*/ 0 w 446"/>
                  <a:gd name="T3" fmla="*/ 349 h 500"/>
                  <a:gd name="T4" fmla="*/ 195 w 446"/>
                  <a:gd name="T5" fmla="*/ 195 h 500"/>
                  <a:gd name="T6" fmla="*/ 314 w 446"/>
                  <a:gd name="T7" fmla="*/ 215 h 500"/>
                  <a:gd name="T8" fmla="*/ 314 w 446"/>
                  <a:gd name="T9" fmla="*/ 206 h 500"/>
                  <a:gd name="T10" fmla="*/ 210 w 446"/>
                  <a:gd name="T11" fmla="*/ 118 h 500"/>
                  <a:gd name="T12" fmla="*/ 76 w 446"/>
                  <a:gd name="T13" fmla="*/ 144 h 500"/>
                  <a:gd name="T14" fmla="*/ 42 w 446"/>
                  <a:gd name="T15" fmla="*/ 39 h 500"/>
                  <a:gd name="T16" fmla="*/ 230 w 446"/>
                  <a:gd name="T17" fmla="*/ 0 h 500"/>
                  <a:gd name="T18" fmla="*/ 394 w 446"/>
                  <a:gd name="T19" fmla="*/ 54 h 500"/>
                  <a:gd name="T20" fmla="*/ 446 w 446"/>
                  <a:gd name="T21" fmla="*/ 209 h 500"/>
                  <a:gd name="T22" fmla="*/ 446 w 446"/>
                  <a:gd name="T23" fmla="*/ 491 h 500"/>
                  <a:gd name="T24" fmla="*/ 313 w 446"/>
                  <a:gd name="T25" fmla="*/ 491 h 500"/>
                  <a:gd name="T26" fmla="*/ 313 w 446"/>
                  <a:gd name="T27" fmla="*/ 438 h 500"/>
                  <a:gd name="T28" fmla="*/ 167 w 446"/>
                  <a:gd name="T29" fmla="*/ 500 h 500"/>
                  <a:gd name="T30" fmla="*/ 0 w 446"/>
                  <a:gd name="T31" fmla="*/ 351 h 500"/>
                  <a:gd name="T32" fmla="*/ 316 w 446"/>
                  <a:gd name="T33" fmla="*/ 320 h 500"/>
                  <a:gd name="T34" fmla="*/ 316 w 446"/>
                  <a:gd name="T35" fmla="*/ 295 h 500"/>
                  <a:gd name="T36" fmla="*/ 228 w 446"/>
                  <a:gd name="T37" fmla="*/ 277 h 500"/>
                  <a:gd name="T38" fmla="*/ 133 w 446"/>
                  <a:gd name="T39" fmla="*/ 344 h 500"/>
                  <a:gd name="T40" fmla="*/ 133 w 446"/>
                  <a:gd name="T41" fmla="*/ 346 h 500"/>
                  <a:gd name="T42" fmla="*/ 208 w 446"/>
                  <a:gd name="T43" fmla="*/ 405 h 500"/>
                  <a:gd name="T44" fmla="*/ 316 w 446"/>
                  <a:gd name="T45" fmla="*/ 32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500">
                    <a:moveTo>
                      <a:pt x="0" y="351"/>
                    </a:moveTo>
                    <a:cubicBezTo>
                      <a:pt x="0" y="349"/>
                      <a:pt x="0" y="349"/>
                      <a:pt x="0" y="349"/>
                    </a:cubicBezTo>
                    <a:cubicBezTo>
                      <a:pt x="0" y="244"/>
                      <a:pt x="81" y="195"/>
                      <a:pt x="195" y="195"/>
                    </a:cubicBezTo>
                    <a:cubicBezTo>
                      <a:pt x="244" y="195"/>
                      <a:pt x="280" y="203"/>
                      <a:pt x="314" y="215"/>
                    </a:cubicBezTo>
                    <a:cubicBezTo>
                      <a:pt x="314" y="206"/>
                      <a:pt x="314" y="206"/>
                      <a:pt x="314" y="206"/>
                    </a:cubicBezTo>
                    <a:cubicBezTo>
                      <a:pt x="314" y="149"/>
                      <a:pt x="279" y="118"/>
                      <a:pt x="210" y="118"/>
                    </a:cubicBezTo>
                    <a:cubicBezTo>
                      <a:pt x="157" y="118"/>
                      <a:pt x="120" y="128"/>
                      <a:pt x="76" y="144"/>
                    </a:cubicBezTo>
                    <a:cubicBezTo>
                      <a:pt x="42" y="39"/>
                      <a:pt x="42" y="39"/>
                      <a:pt x="42" y="39"/>
                    </a:cubicBezTo>
                    <a:cubicBezTo>
                      <a:pt x="95" y="15"/>
                      <a:pt x="148" y="0"/>
                      <a:pt x="230" y="0"/>
                    </a:cubicBezTo>
                    <a:cubicBezTo>
                      <a:pt x="305" y="0"/>
                      <a:pt x="359" y="20"/>
                      <a:pt x="394" y="54"/>
                    </a:cubicBezTo>
                    <a:cubicBezTo>
                      <a:pt x="430" y="91"/>
                      <a:pt x="446" y="144"/>
                      <a:pt x="446" y="209"/>
                    </a:cubicBezTo>
                    <a:cubicBezTo>
                      <a:pt x="446" y="491"/>
                      <a:pt x="446" y="491"/>
                      <a:pt x="446" y="491"/>
                    </a:cubicBezTo>
                    <a:cubicBezTo>
                      <a:pt x="313" y="491"/>
                      <a:pt x="313" y="491"/>
                      <a:pt x="313" y="491"/>
                    </a:cubicBezTo>
                    <a:cubicBezTo>
                      <a:pt x="313" y="438"/>
                      <a:pt x="313" y="438"/>
                      <a:pt x="313" y="438"/>
                    </a:cubicBezTo>
                    <a:cubicBezTo>
                      <a:pt x="280" y="475"/>
                      <a:pt x="234" y="500"/>
                      <a:pt x="167" y="500"/>
                    </a:cubicBezTo>
                    <a:cubicBezTo>
                      <a:pt x="75" y="500"/>
                      <a:pt x="0" y="447"/>
                      <a:pt x="0" y="351"/>
                    </a:cubicBezTo>
                    <a:close/>
                    <a:moveTo>
                      <a:pt x="316" y="320"/>
                    </a:moveTo>
                    <a:cubicBezTo>
                      <a:pt x="316" y="295"/>
                      <a:pt x="316" y="295"/>
                      <a:pt x="316" y="295"/>
                    </a:cubicBezTo>
                    <a:cubicBezTo>
                      <a:pt x="292" y="284"/>
                      <a:pt x="262" y="277"/>
                      <a:pt x="228" y="277"/>
                    </a:cubicBezTo>
                    <a:cubicBezTo>
                      <a:pt x="169" y="277"/>
                      <a:pt x="133" y="301"/>
                      <a:pt x="133" y="344"/>
                    </a:cubicBezTo>
                    <a:cubicBezTo>
                      <a:pt x="133" y="346"/>
                      <a:pt x="133" y="346"/>
                      <a:pt x="133" y="346"/>
                    </a:cubicBezTo>
                    <a:cubicBezTo>
                      <a:pt x="133" y="383"/>
                      <a:pt x="164" y="405"/>
                      <a:pt x="208" y="405"/>
                    </a:cubicBezTo>
                    <a:cubicBezTo>
                      <a:pt x="272" y="405"/>
                      <a:pt x="316" y="369"/>
                      <a:pt x="316" y="3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93" name="Rectangle 26">
                <a:extLst>
                  <a:ext uri="{FF2B5EF4-FFF2-40B4-BE49-F238E27FC236}">
                    <a16:creationId xmlns:a16="http://schemas.microsoft.com/office/drawing/2014/main" id="{2F1B0169-414B-8F53-D204-E4FC9132C39A}"/>
                  </a:ext>
                </a:extLst>
              </p:cNvPr>
              <p:cNvSpPr>
                <a:spLocks noChangeArrowheads="1"/>
              </p:cNvSpPr>
              <p:nvPr userDrawn="1"/>
            </p:nvSpPr>
            <p:spPr bwMode="auto">
              <a:xfrm>
                <a:off x="6801973" y="1260831"/>
                <a:ext cx="59843" cy="28768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94" name="Rectangle 27">
                <a:extLst>
                  <a:ext uri="{FF2B5EF4-FFF2-40B4-BE49-F238E27FC236}">
                    <a16:creationId xmlns:a16="http://schemas.microsoft.com/office/drawing/2014/main" id="{FD3CEF0B-9316-CAAF-B811-7977EA0FDC71}"/>
                  </a:ext>
                </a:extLst>
              </p:cNvPr>
              <p:cNvSpPr>
                <a:spLocks noChangeArrowheads="1"/>
              </p:cNvSpPr>
              <p:nvPr userDrawn="1"/>
            </p:nvSpPr>
            <p:spPr bwMode="auto">
              <a:xfrm>
                <a:off x="6886639" y="1260831"/>
                <a:ext cx="59399" cy="28768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
          <p:nvSpPr>
            <p:cNvPr id="64" name="Rectangle 28">
              <a:extLst>
                <a:ext uri="{FF2B5EF4-FFF2-40B4-BE49-F238E27FC236}">
                  <a16:creationId xmlns:a16="http://schemas.microsoft.com/office/drawing/2014/main" id="{C44969F7-1BF0-A4FA-F4EB-8003272D98C6}"/>
                </a:ext>
              </a:extLst>
            </p:cNvPr>
            <p:cNvSpPr>
              <a:spLocks noChangeArrowheads="1"/>
            </p:cNvSpPr>
            <p:nvPr userDrawn="1"/>
          </p:nvSpPr>
          <p:spPr bwMode="auto">
            <a:xfrm>
              <a:off x="11556230" y="767096"/>
              <a:ext cx="634181" cy="189869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350"/>
            </a:p>
          </p:txBody>
        </p:sp>
        <p:grpSp>
          <p:nvGrpSpPr>
            <p:cNvPr id="65" name="Group 64">
              <a:extLst>
                <a:ext uri="{FF2B5EF4-FFF2-40B4-BE49-F238E27FC236}">
                  <a16:creationId xmlns:a16="http://schemas.microsoft.com/office/drawing/2014/main" id="{5AB97A83-AA92-5D2A-D89F-2B85130F597F}"/>
                </a:ext>
              </a:extLst>
            </p:cNvPr>
            <p:cNvGrpSpPr/>
            <p:nvPr userDrawn="1"/>
          </p:nvGrpSpPr>
          <p:grpSpPr>
            <a:xfrm>
              <a:off x="11701122" y="936748"/>
              <a:ext cx="321494" cy="1552800"/>
              <a:chOff x="7313961" y="501936"/>
              <a:chExt cx="323594" cy="1566108"/>
            </a:xfrm>
          </p:grpSpPr>
          <p:sp>
            <p:nvSpPr>
              <p:cNvPr id="66" name="Freeform 29">
                <a:extLst>
                  <a:ext uri="{FF2B5EF4-FFF2-40B4-BE49-F238E27FC236}">
                    <a16:creationId xmlns:a16="http://schemas.microsoft.com/office/drawing/2014/main" id="{93913DCE-D7C5-993F-1CBD-D671F4E01A37}"/>
                  </a:ext>
                </a:extLst>
              </p:cNvPr>
              <p:cNvSpPr>
                <a:spLocks/>
              </p:cNvSpPr>
              <p:nvPr userDrawn="1"/>
            </p:nvSpPr>
            <p:spPr bwMode="auto">
              <a:xfrm>
                <a:off x="7383556" y="1311808"/>
                <a:ext cx="249567" cy="247350"/>
              </a:xfrm>
              <a:custGeom>
                <a:avLst/>
                <a:gdLst>
                  <a:gd name="T0" fmla="*/ 0 w 574"/>
                  <a:gd name="T1" fmla="*/ 229 h 569"/>
                  <a:gd name="T2" fmla="*/ 90 w 574"/>
                  <a:gd name="T3" fmla="*/ 413 h 569"/>
                  <a:gd name="T4" fmla="*/ 90 w 574"/>
                  <a:gd name="T5" fmla="*/ 413 h 569"/>
                  <a:gd name="T6" fmla="*/ 90 w 574"/>
                  <a:gd name="T7" fmla="*/ 413 h 569"/>
                  <a:gd name="T8" fmla="*/ 9 w 574"/>
                  <a:gd name="T9" fmla="*/ 413 h 569"/>
                  <a:gd name="T10" fmla="*/ 9 w 574"/>
                  <a:gd name="T11" fmla="*/ 569 h 569"/>
                  <a:gd name="T12" fmla="*/ 574 w 574"/>
                  <a:gd name="T13" fmla="*/ 569 h 569"/>
                  <a:gd name="T14" fmla="*/ 574 w 574"/>
                  <a:gd name="T15" fmla="*/ 413 h 569"/>
                  <a:gd name="T16" fmla="*/ 253 w 574"/>
                  <a:gd name="T17" fmla="*/ 413 h 569"/>
                  <a:gd name="T18" fmla="*/ 133 w 574"/>
                  <a:gd name="T19" fmla="*/ 286 h 569"/>
                  <a:gd name="T20" fmla="*/ 253 w 574"/>
                  <a:gd name="T21" fmla="*/ 155 h 569"/>
                  <a:gd name="T22" fmla="*/ 574 w 574"/>
                  <a:gd name="T23" fmla="*/ 155 h 569"/>
                  <a:gd name="T24" fmla="*/ 574 w 574"/>
                  <a:gd name="T25" fmla="*/ 0 h 569"/>
                  <a:gd name="T26" fmla="*/ 224 w 574"/>
                  <a:gd name="T27" fmla="*/ 0 h 569"/>
                  <a:gd name="T28" fmla="*/ 0 w 574"/>
                  <a:gd name="T29" fmla="*/ 229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4" h="569">
                    <a:moveTo>
                      <a:pt x="0" y="229"/>
                    </a:moveTo>
                    <a:cubicBezTo>
                      <a:pt x="0" y="294"/>
                      <a:pt x="30" y="368"/>
                      <a:pt x="90" y="413"/>
                    </a:cubicBezTo>
                    <a:cubicBezTo>
                      <a:pt x="90" y="413"/>
                      <a:pt x="90" y="413"/>
                      <a:pt x="90" y="413"/>
                    </a:cubicBezTo>
                    <a:cubicBezTo>
                      <a:pt x="90" y="413"/>
                      <a:pt x="90" y="413"/>
                      <a:pt x="90" y="413"/>
                    </a:cubicBezTo>
                    <a:cubicBezTo>
                      <a:pt x="9" y="413"/>
                      <a:pt x="9" y="413"/>
                      <a:pt x="9" y="413"/>
                    </a:cubicBezTo>
                    <a:cubicBezTo>
                      <a:pt x="9" y="569"/>
                      <a:pt x="9" y="569"/>
                      <a:pt x="9" y="569"/>
                    </a:cubicBezTo>
                    <a:cubicBezTo>
                      <a:pt x="574" y="569"/>
                      <a:pt x="574" y="569"/>
                      <a:pt x="574" y="569"/>
                    </a:cubicBezTo>
                    <a:cubicBezTo>
                      <a:pt x="574" y="413"/>
                      <a:pt x="574" y="413"/>
                      <a:pt x="574" y="413"/>
                    </a:cubicBezTo>
                    <a:cubicBezTo>
                      <a:pt x="253" y="413"/>
                      <a:pt x="253" y="413"/>
                      <a:pt x="253" y="413"/>
                    </a:cubicBezTo>
                    <a:cubicBezTo>
                      <a:pt x="195" y="413"/>
                      <a:pt x="133" y="369"/>
                      <a:pt x="133" y="286"/>
                    </a:cubicBezTo>
                    <a:cubicBezTo>
                      <a:pt x="133" y="221"/>
                      <a:pt x="178" y="155"/>
                      <a:pt x="253" y="155"/>
                    </a:cubicBezTo>
                    <a:cubicBezTo>
                      <a:pt x="574" y="155"/>
                      <a:pt x="574" y="155"/>
                      <a:pt x="574" y="155"/>
                    </a:cubicBezTo>
                    <a:cubicBezTo>
                      <a:pt x="574" y="0"/>
                      <a:pt x="574" y="0"/>
                      <a:pt x="574" y="0"/>
                    </a:cubicBezTo>
                    <a:cubicBezTo>
                      <a:pt x="224" y="0"/>
                      <a:pt x="224" y="0"/>
                      <a:pt x="224" y="0"/>
                    </a:cubicBezTo>
                    <a:cubicBezTo>
                      <a:pt x="94" y="0"/>
                      <a:pt x="0" y="93"/>
                      <a:pt x="0" y="22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67" name="Freeform 30">
                <a:extLst>
                  <a:ext uri="{FF2B5EF4-FFF2-40B4-BE49-F238E27FC236}">
                    <a16:creationId xmlns:a16="http://schemas.microsoft.com/office/drawing/2014/main" id="{6D0A5711-84F8-6852-FC23-C9222B8AB056}"/>
                  </a:ext>
                </a:extLst>
              </p:cNvPr>
              <p:cNvSpPr>
                <a:spLocks/>
              </p:cNvSpPr>
              <p:nvPr userDrawn="1"/>
            </p:nvSpPr>
            <p:spPr bwMode="auto">
              <a:xfrm>
                <a:off x="7387546" y="755049"/>
                <a:ext cx="245577" cy="276163"/>
              </a:xfrm>
              <a:custGeom>
                <a:avLst/>
                <a:gdLst>
                  <a:gd name="T0" fmla="*/ 0 w 554"/>
                  <a:gd name="T1" fmla="*/ 174 h 623"/>
                  <a:gd name="T2" fmla="*/ 377 w 554"/>
                  <a:gd name="T3" fmla="*/ 311 h 623"/>
                  <a:gd name="T4" fmla="*/ 0 w 554"/>
                  <a:gd name="T5" fmla="*/ 450 h 623"/>
                  <a:gd name="T6" fmla="*/ 0 w 554"/>
                  <a:gd name="T7" fmla="*/ 623 h 623"/>
                  <a:gd name="T8" fmla="*/ 554 w 554"/>
                  <a:gd name="T9" fmla="*/ 395 h 623"/>
                  <a:gd name="T10" fmla="*/ 554 w 554"/>
                  <a:gd name="T11" fmla="*/ 228 h 623"/>
                  <a:gd name="T12" fmla="*/ 0 w 554"/>
                  <a:gd name="T13" fmla="*/ 0 h 623"/>
                  <a:gd name="T14" fmla="*/ 0 w 554"/>
                  <a:gd name="T15" fmla="*/ 174 h 6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4" h="623">
                    <a:moveTo>
                      <a:pt x="0" y="174"/>
                    </a:moveTo>
                    <a:lnTo>
                      <a:pt x="377" y="311"/>
                    </a:lnTo>
                    <a:lnTo>
                      <a:pt x="0" y="450"/>
                    </a:lnTo>
                    <a:lnTo>
                      <a:pt x="0" y="623"/>
                    </a:lnTo>
                    <a:lnTo>
                      <a:pt x="554" y="395"/>
                    </a:lnTo>
                    <a:lnTo>
                      <a:pt x="554" y="228"/>
                    </a:lnTo>
                    <a:lnTo>
                      <a:pt x="0" y="0"/>
                    </a:lnTo>
                    <a:lnTo>
                      <a:pt x="0" y="17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68" name="Freeform 31">
                <a:extLst>
                  <a:ext uri="{FF2B5EF4-FFF2-40B4-BE49-F238E27FC236}">
                    <a16:creationId xmlns:a16="http://schemas.microsoft.com/office/drawing/2014/main" id="{185085EF-D1B3-20ED-1267-AC7FAB1644FE}"/>
                  </a:ext>
                </a:extLst>
              </p:cNvPr>
              <p:cNvSpPr>
                <a:spLocks noEditPoints="1"/>
              </p:cNvSpPr>
              <p:nvPr userDrawn="1"/>
            </p:nvSpPr>
            <p:spPr bwMode="auto">
              <a:xfrm>
                <a:off x="7383556" y="1583096"/>
                <a:ext cx="253999" cy="256659"/>
              </a:xfrm>
              <a:custGeom>
                <a:avLst/>
                <a:gdLst>
                  <a:gd name="T0" fmla="*/ 401 w 584"/>
                  <a:gd name="T1" fmla="*/ 110 h 590"/>
                  <a:gd name="T2" fmla="*/ 460 w 584"/>
                  <a:gd name="T3" fmla="*/ 272 h 590"/>
                  <a:gd name="T4" fmla="*/ 415 w 584"/>
                  <a:gd name="T5" fmla="*/ 397 h 590"/>
                  <a:gd name="T6" fmla="*/ 250 w 584"/>
                  <a:gd name="T7" fmla="*/ 0 h 590"/>
                  <a:gd name="T8" fmla="*/ 92 w 584"/>
                  <a:gd name="T9" fmla="*/ 68 h 590"/>
                  <a:gd name="T10" fmla="*/ 0 w 584"/>
                  <a:gd name="T11" fmla="*/ 291 h 590"/>
                  <a:gd name="T12" fmla="*/ 292 w 584"/>
                  <a:gd name="T13" fmla="*/ 590 h 590"/>
                  <a:gd name="T14" fmla="*/ 584 w 584"/>
                  <a:gd name="T15" fmla="*/ 274 h 590"/>
                  <a:gd name="T16" fmla="*/ 476 w 584"/>
                  <a:gd name="T17" fmla="*/ 12 h 590"/>
                  <a:gd name="T18" fmla="*/ 401 w 584"/>
                  <a:gd name="T19" fmla="*/ 110 h 590"/>
                  <a:gd name="T20" fmla="*/ 179 w 584"/>
                  <a:gd name="T21" fmla="*/ 408 h 590"/>
                  <a:gd name="T22" fmla="*/ 123 w 584"/>
                  <a:gd name="T23" fmla="*/ 288 h 590"/>
                  <a:gd name="T24" fmla="*/ 202 w 584"/>
                  <a:gd name="T25" fmla="*/ 168 h 590"/>
                  <a:gd name="T26" fmla="*/ 315 w 584"/>
                  <a:gd name="T27" fmla="*/ 439 h 590"/>
                  <a:gd name="T28" fmla="*/ 179 w 584"/>
                  <a:gd name="T29" fmla="*/ 408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84" h="590">
                    <a:moveTo>
                      <a:pt x="401" y="110"/>
                    </a:moveTo>
                    <a:cubicBezTo>
                      <a:pt x="449" y="175"/>
                      <a:pt x="460" y="212"/>
                      <a:pt x="460" y="272"/>
                    </a:cubicBezTo>
                    <a:cubicBezTo>
                      <a:pt x="460" y="325"/>
                      <a:pt x="444" y="367"/>
                      <a:pt x="415" y="397"/>
                    </a:cubicBezTo>
                    <a:cubicBezTo>
                      <a:pt x="250" y="0"/>
                      <a:pt x="250" y="0"/>
                      <a:pt x="250" y="0"/>
                    </a:cubicBezTo>
                    <a:cubicBezTo>
                      <a:pt x="189" y="9"/>
                      <a:pt x="134" y="32"/>
                      <a:pt x="92" y="68"/>
                    </a:cubicBezTo>
                    <a:cubicBezTo>
                      <a:pt x="32" y="120"/>
                      <a:pt x="0" y="197"/>
                      <a:pt x="0" y="291"/>
                    </a:cubicBezTo>
                    <a:cubicBezTo>
                      <a:pt x="0" y="462"/>
                      <a:pt x="126" y="590"/>
                      <a:pt x="292" y="590"/>
                    </a:cubicBezTo>
                    <a:cubicBezTo>
                      <a:pt x="462" y="590"/>
                      <a:pt x="584" y="462"/>
                      <a:pt x="584" y="274"/>
                    </a:cubicBezTo>
                    <a:cubicBezTo>
                      <a:pt x="584" y="169"/>
                      <a:pt x="534" y="62"/>
                      <a:pt x="476" y="12"/>
                    </a:cubicBezTo>
                    <a:lnTo>
                      <a:pt x="401" y="110"/>
                    </a:lnTo>
                    <a:close/>
                    <a:moveTo>
                      <a:pt x="179" y="408"/>
                    </a:moveTo>
                    <a:cubicBezTo>
                      <a:pt x="144" y="381"/>
                      <a:pt x="123" y="339"/>
                      <a:pt x="123" y="288"/>
                    </a:cubicBezTo>
                    <a:cubicBezTo>
                      <a:pt x="123" y="232"/>
                      <a:pt x="155" y="190"/>
                      <a:pt x="202" y="168"/>
                    </a:cubicBezTo>
                    <a:cubicBezTo>
                      <a:pt x="315" y="439"/>
                      <a:pt x="315" y="439"/>
                      <a:pt x="315" y="439"/>
                    </a:cubicBezTo>
                    <a:cubicBezTo>
                      <a:pt x="257" y="447"/>
                      <a:pt x="212" y="432"/>
                      <a:pt x="179" y="40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69" name="Freeform 32">
                <a:extLst>
                  <a:ext uri="{FF2B5EF4-FFF2-40B4-BE49-F238E27FC236}">
                    <a16:creationId xmlns:a16="http://schemas.microsoft.com/office/drawing/2014/main" id="{8434C32D-C325-1F32-5E19-6C9FC933AC3B}"/>
                  </a:ext>
                </a:extLst>
              </p:cNvPr>
              <p:cNvSpPr>
                <a:spLocks/>
              </p:cNvSpPr>
              <p:nvPr userDrawn="1"/>
            </p:nvSpPr>
            <p:spPr bwMode="auto">
              <a:xfrm>
                <a:off x="7313961" y="1846404"/>
                <a:ext cx="319161" cy="221640"/>
              </a:xfrm>
              <a:custGeom>
                <a:avLst/>
                <a:gdLst>
                  <a:gd name="T0" fmla="*/ 580 w 720"/>
                  <a:gd name="T1" fmla="*/ 0 h 500"/>
                  <a:gd name="T2" fmla="*/ 580 w 720"/>
                  <a:gd name="T3" fmla="*/ 346 h 500"/>
                  <a:gd name="T4" fmla="*/ 0 w 720"/>
                  <a:gd name="T5" fmla="*/ 346 h 500"/>
                  <a:gd name="T6" fmla="*/ 0 w 720"/>
                  <a:gd name="T7" fmla="*/ 500 h 500"/>
                  <a:gd name="T8" fmla="*/ 720 w 720"/>
                  <a:gd name="T9" fmla="*/ 500 h 500"/>
                  <a:gd name="T10" fmla="*/ 720 w 720"/>
                  <a:gd name="T11" fmla="*/ 0 h 500"/>
                  <a:gd name="T12" fmla="*/ 580 w 720"/>
                  <a:gd name="T13" fmla="*/ 0 h 500"/>
                </a:gdLst>
                <a:ahLst/>
                <a:cxnLst>
                  <a:cxn ang="0">
                    <a:pos x="T0" y="T1"/>
                  </a:cxn>
                  <a:cxn ang="0">
                    <a:pos x="T2" y="T3"/>
                  </a:cxn>
                  <a:cxn ang="0">
                    <a:pos x="T4" y="T5"/>
                  </a:cxn>
                  <a:cxn ang="0">
                    <a:pos x="T6" y="T7"/>
                  </a:cxn>
                  <a:cxn ang="0">
                    <a:pos x="T8" y="T9"/>
                  </a:cxn>
                  <a:cxn ang="0">
                    <a:pos x="T10" y="T11"/>
                  </a:cxn>
                  <a:cxn ang="0">
                    <a:pos x="T12" y="T13"/>
                  </a:cxn>
                </a:cxnLst>
                <a:rect l="0" t="0" r="r" b="b"/>
                <a:pathLst>
                  <a:path w="720" h="500">
                    <a:moveTo>
                      <a:pt x="580" y="0"/>
                    </a:moveTo>
                    <a:lnTo>
                      <a:pt x="580" y="346"/>
                    </a:lnTo>
                    <a:lnTo>
                      <a:pt x="0" y="346"/>
                    </a:lnTo>
                    <a:lnTo>
                      <a:pt x="0" y="500"/>
                    </a:lnTo>
                    <a:lnTo>
                      <a:pt x="720" y="500"/>
                    </a:lnTo>
                    <a:lnTo>
                      <a:pt x="720" y="0"/>
                    </a:lnTo>
                    <a:lnTo>
                      <a:pt x="58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0" name="Freeform 33">
                <a:extLst>
                  <a:ext uri="{FF2B5EF4-FFF2-40B4-BE49-F238E27FC236}">
                    <a16:creationId xmlns:a16="http://schemas.microsoft.com/office/drawing/2014/main" id="{A281B950-B57F-4814-65C4-87F843CA0E1C}"/>
                  </a:ext>
                </a:extLst>
              </p:cNvPr>
              <p:cNvSpPr>
                <a:spLocks noEditPoints="1"/>
              </p:cNvSpPr>
              <p:nvPr userDrawn="1"/>
            </p:nvSpPr>
            <p:spPr bwMode="auto">
              <a:xfrm>
                <a:off x="7383556" y="501936"/>
                <a:ext cx="253999" cy="263752"/>
              </a:xfrm>
              <a:custGeom>
                <a:avLst/>
                <a:gdLst>
                  <a:gd name="T0" fmla="*/ 584 w 584"/>
                  <a:gd name="T1" fmla="*/ 304 h 607"/>
                  <a:gd name="T2" fmla="*/ 292 w 584"/>
                  <a:gd name="T3" fmla="*/ 607 h 607"/>
                  <a:gd name="T4" fmla="*/ 0 w 584"/>
                  <a:gd name="T5" fmla="*/ 302 h 607"/>
                  <a:gd name="T6" fmla="*/ 292 w 584"/>
                  <a:gd name="T7" fmla="*/ 0 h 607"/>
                  <a:gd name="T8" fmla="*/ 584 w 584"/>
                  <a:gd name="T9" fmla="*/ 304 h 607"/>
                  <a:gd name="T10" fmla="*/ 133 w 584"/>
                  <a:gd name="T11" fmla="*/ 304 h 607"/>
                  <a:gd name="T12" fmla="*/ 292 w 584"/>
                  <a:gd name="T13" fmla="*/ 454 h 607"/>
                  <a:gd name="T14" fmla="*/ 451 w 584"/>
                  <a:gd name="T15" fmla="*/ 302 h 607"/>
                  <a:gd name="T16" fmla="*/ 292 w 584"/>
                  <a:gd name="T17" fmla="*/ 153 h 607"/>
                  <a:gd name="T18" fmla="*/ 133 w 584"/>
                  <a:gd name="T19" fmla="*/ 304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4"/>
                    </a:moveTo>
                    <a:cubicBezTo>
                      <a:pt x="584" y="474"/>
                      <a:pt x="457" y="607"/>
                      <a:pt x="292" y="607"/>
                    </a:cubicBezTo>
                    <a:cubicBezTo>
                      <a:pt x="128" y="607"/>
                      <a:pt x="0" y="473"/>
                      <a:pt x="0" y="302"/>
                    </a:cubicBezTo>
                    <a:cubicBezTo>
                      <a:pt x="0" y="133"/>
                      <a:pt x="126" y="0"/>
                      <a:pt x="292" y="0"/>
                    </a:cubicBezTo>
                    <a:cubicBezTo>
                      <a:pt x="455" y="0"/>
                      <a:pt x="584" y="133"/>
                      <a:pt x="584" y="304"/>
                    </a:cubicBezTo>
                    <a:moveTo>
                      <a:pt x="133" y="304"/>
                    </a:moveTo>
                    <a:cubicBezTo>
                      <a:pt x="133" y="391"/>
                      <a:pt x="198" y="454"/>
                      <a:pt x="292" y="454"/>
                    </a:cubicBezTo>
                    <a:cubicBezTo>
                      <a:pt x="381" y="454"/>
                      <a:pt x="451" y="387"/>
                      <a:pt x="451" y="302"/>
                    </a:cubicBezTo>
                    <a:cubicBezTo>
                      <a:pt x="451" y="216"/>
                      <a:pt x="383" y="153"/>
                      <a:pt x="292" y="153"/>
                    </a:cubicBezTo>
                    <a:cubicBezTo>
                      <a:pt x="203" y="153"/>
                      <a:pt x="133" y="219"/>
                      <a:pt x="133" y="30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1" name="Freeform 34">
                <a:extLst>
                  <a:ext uri="{FF2B5EF4-FFF2-40B4-BE49-F238E27FC236}">
                    <a16:creationId xmlns:a16="http://schemas.microsoft.com/office/drawing/2014/main" id="{EE465ED6-53DE-A385-42CB-0B5A75477346}"/>
                  </a:ext>
                </a:extLst>
              </p:cNvPr>
              <p:cNvSpPr>
                <a:spLocks noEditPoints="1"/>
              </p:cNvSpPr>
              <p:nvPr userDrawn="1"/>
            </p:nvSpPr>
            <p:spPr bwMode="auto">
              <a:xfrm>
                <a:off x="7383556" y="1021017"/>
                <a:ext cx="253999" cy="263752"/>
              </a:xfrm>
              <a:custGeom>
                <a:avLst/>
                <a:gdLst>
                  <a:gd name="T0" fmla="*/ 584 w 584"/>
                  <a:gd name="T1" fmla="*/ 305 h 607"/>
                  <a:gd name="T2" fmla="*/ 292 w 584"/>
                  <a:gd name="T3" fmla="*/ 607 h 607"/>
                  <a:gd name="T4" fmla="*/ 0 w 584"/>
                  <a:gd name="T5" fmla="*/ 303 h 607"/>
                  <a:gd name="T6" fmla="*/ 292 w 584"/>
                  <a:gd name="T7" fmla="*/ 0 h 607"/>
                  <a:gd name="T8" fmla="*/ 584 w 584"/>
                  <a:gd name="T9" fmla="*/ 305 h 607"/>
                  <a:gd name="T10" fmla="*/ 133 w 584"/>
                  <a:gd name="T11" fmla="*/ 305 h 607"/>
                  <a:gd name="T12" fmla="*/ 292 w 584"/>
                  <a:gd name="T13" fmla="*/ 454 h 607"/>
                  <a:gd name="T14" fmla="*/ 451 w 584"/>
                  <a:gd name="T15" fmla="*/ 303 h 607"/>
                  <a:gd name="T16" fmla="*/ 292 w 584"/>
                  <a:gd name="T17" fmla="*/ 153 h 607"/>
                  <a:gd name="T18" fmla="*/ 133 w 584"/>
                  <a:gd name="T19" fmla="*/ 305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5"/>
                    </a:moveTo>
                    <a:cubicBezTo>
                      <a:pt x="584" y="474"/>
                      <a:pt x="457" y="607"/>
                      <a:pt x="292" y="607"/>
                    </a:cubicBezTo>
                    <a:cubicBezTo>
                      <a:pt x="128" y="607"/>
                      <a:pt x="0" y="474"/>
                      <a:pt x="0" y="303"/>
                    </a:cubicBezTo>
                    <a:cubicBezTo>
                      <a:pt x="0" y="133"/>
                      <a:pt x="126" y="0"/>
                      <a:pt x="292" y="0"/>
                    </a:cubicBezTo>
                    <a:cubicBezTo>
                      <a:pt x="455" y="0"/>
                      <a:pt x="584" y="134"/>
                      <a:pt x="584" y="305"/>
                    </a:cubicBezTo>
                    <a:moveTo>
                      <a:pt x="133" y="305"/>
                    </a:moveTo>
                    <a:cubicBezTo>
                      <a:pt x="133" y="391"/>
                      <a:pt x="198" y="454"/>
                      <a:pt x="292" y="454"/>
                    </a:cubicBezTo>
                    <a:cubicBezTo>
                      <a:pt x="381" y="454"/>
                      <a:pt x="451" y="388"/>
                      <a:pt x="451" y="303"/>
                    </a:cubicBezTo>
                    <a:cubicBezTo>
                      <a:pt x="451" y="216"/>
                      <a:pt x="383" y="153"/>
                      <a:pt x="292" y="153"/>
                    </a:cubicBezTo>
                    <a:cubicBezTo>
                      <a:pt x="203" y="153"/>
                      <a:pt x="133" y="220"/>
                      <a:pt x="133" y="30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grpSp>
      <p:grpSp>
        <p:nvGrpSpPr>
          <p:cNvPr id="42" name="Group 41">
            <a:extLst>
              <a:ext uri="{FF2B5EF4-FFF2-40B4-BE49-F238E27FC236}">
                <a16:creationId xmlns:a16="http://schemas.microsoft.com/office/drawing/2014/main" id="{320E6808-E70B-FA4B-99F6-1C02BBC16598}"/>
              </a:ext>
            </a:extLst>
          </p:cNvPr>
          <p:cNvGrpSpPr/>
          <p:nvPr userDrawn="1"/>
        </p:nvGrpSpPr>
        <p:grpSpPr>
          <a:xfrm>
            <a:off x="1154511" y="3561908"/>
            <a:ext cx="5890067" cy="1769127"/>
            <a:chOff x="541049" y="2649538"/>
            <a:chExt cx="9285724" cy="2092325"/>
          </a:xfrm>
          <a:solidFill>
            <a:schemeClr val="bg1"/>
          </a:solidFill>
        </p:grpSpPr>
        <p:sp>
          <p:nvSpPr>
            <p:cNvPr id="43" name="Freeform 5">
              <a:extLst>
                <a:ext uri="{FF2B5EF4-FFF2-40B4-BE49-F238E27FC236}">
                  <a16:creationId xmlns:a16="http://schemas.microsoft.com/office/drawing/2014/main" id="{4C297CEF-136F-B1B7-09B1-55E4D7563FDB}"/>
                </a:ext>
              </a:extLst>
            </p:cNvPr>
            <p:cNvSpPr>
              <a:spLocks/>
            </p:cNvSpPr>
            <p:nvPr userDrawn="1"/>
          </p:nvSpPr>
          <p:spPr bwMode="auto">
            <a:xfrm>
              <a:off x="541049" y="2809876"/>
              <a:ext cx="963613" cy="1928813"/>
            </a:xfrm>
            <a:custGeom>
              <a:avLst/>
              <a:gdLst>
                <a:gd name="T0" fmla="*/ 57 w 301"/>
                <a:gd name="T1" fmla="*/ 458 h 600"/>
                <a:gd name="T2" fmla="*/ 57 w 301"/>
                <a:gd name="T3" fmla="*/ 235 h 600"/>
                <a:gd name="T4" fmla="*/ 0 w 301"/>
                <a:gd name="T5" fmla="*/ 235 h 600"/>
                <a:gd name="T6" fmla="*/ 0 w 301"/>
                <a:gd name="T7" fmla="*/ 121 h 600"/>
                <a:gd name="T8" fmla="*/ 57 w 301"/>
                <a:gd name="T9" fmla="*/ 121 h 600"/>
                <a:gd name="T10" fmla="*/ 57 w 301"/>
                <a:gd name="T11" fmla="*/ 0 h 600"/>
                <a:gd name="T12" fmla="*/ 190 w 301"/>
                <a:gd name="T13" fmla="*/ 0 h 600"/>
                <a:gd name="T14" fmla="*/ 190 w 301"/>
                <a:gd name="T15" fmla="*/ 121 h 600"/>
                <a:gd name="T16" fmla="*/ 301 w 301"/>
                <a:gd name="T17" fmla="*/ 121 h 600"/>
                <a:gd name="T18" fmla="*/ 301 w 301"/>
                <a:gd name="T19" fmla="*/ 235 h 600"/>
                <a:gd name="T20" fmla="*/ 190 w 301"/>
                <a:gd name="T21" fmla="*/ 235 h 600"/>
                <a:gd name="T22" fmla="*/ 190 w 301"/>
                <a:gd name="T23" fmla="*/ 436 h 600"/>
                <a:gd name="T24" fmla="*/ 233 w 301"/>
                <a:gd name="T25" fmla="*/ 482 h 600"/>
                <a:gd name="T26" fmla="*/ 299 w 301"/>
                <a:gd name="T27" fmla="*/ 465 h 600"/>
                <a:gd name="T28" fmla="*/ 299 w 301"/>
                <a:gd name="T29" fmla="*/ 573 h 600"/>
                <a:gd name="T30" fmla="*/ 194 w 301"/>
                <a:gd name="T31" fmla="*/ 600 h 600"/>
                <a:gd name="T32" fmla="*/ 57 w 301"/>
                <a:gd name="T33" fmla="*/ 458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1" h="600">
                  <a:moveTo>
                    <a:pt x="57" y="458"/>
                  </a:moveTo>
                  <a:cubicBezTo>
                    <a:pt x="57" y="235"/>
                    <a:pt x="57" y="235"/>
                    <a:pt x="57" y="235"/>
                  </a:cubicBezTo>
                  <a:cubicBezTo>
                    <a:pt x="0" y="235"/>
                    <a:pt x="0" y="235"/>
                    <a:pt x="0" y="235"/>
                  </a:cubicBezTo>
                  <a:cubicBezTo>
                    <a:pt x="0" y="121"/>
                    <a:pt x="0" y="121"/>
                    <a:pt x="0" y="121"/>
                  </a:cubicBezTo>
                  <a:cubicBezTo>
                    <a:pt x="57" y="121"/>
                    <a:pt x="57" y="121"/>
                    <a:pt x="57" y="121"/>
                  </a:cubicBezTo>
                  <a:cubicBezTo>
                    <a:pt x="57" y="0"/>
                    <a:pt x="57" y="0"/>
                    <a:pt x="57" y="0"/>
                  </a:cubicBezTo>
                  <a:cubicBezTo>
                    <a:pt x="190" y="0"/>
                    <a:pt x="190" y="0"/>
                    <a:pt x="190" y="0"/>
                  </a:cubicBezTo>
                  <a:cubicBezTo>
                    <a:pt x="190" y="121"/>
                    <a:pt x="190" y="121"/>
                    <a:pt x="190" y="121"/>
                  </a:cubicBezTo>
                  <a:cubicBezTo>
                    <a:pt x="301" y="121"/>
                    <a:pt x="301" y="121"/>
                    <a:pt x="301" y="121"/>
                  </a:cubicBezTo>
                  <a:cubicBezTo>
                    <a:pt x="301" y="235"/>
                    <a:pt x="301" y="235"/>
                    <a:pt x="301" y="235"/>
                  </a:cubicBezTo>
                  <a:cubicBezTo>
                    <a:pt x="190" y="235"/>
                    <a:pt x="190" y="235"/>
                    <a:pt x="190" y="235"/>
                  </a:cubicBezTo>
                  <a:cubicBezTo>
                    <a:pt x="190" y="436"/>
                    <a:pt x="190" y="436"/>
                    <a:pt x="190" y="436"/>
                  </a:cubicBezTo>
                  <a:cubicBezTo>
                    <a:pt x="190" y="467"/>
                    <a:pt x="203" y="482"/>
                    <a:pt x="233" y="482"/>
                  </a:cubicBezTo>
                  <a:cubicBezTo>
                    <a:pt x="258" y="482"/>
                    <a:pt x="280" y="476"/>
                    <a:pt x="299" y="465"/>
                  </a:cubicBezTo>
                  <a:cubicBezTo>
                    <a:pt x="299" y="573"/>
                    <a:pt x="299" y="573"/>
                    <a:pt x="299" y="573"/>
                  </a:cubicBezTo>
                  <a:cubicBezTo>
                    <a:pt x="271" y="590"/>
                    <a:pt x="239" y="600"/>
                    <a:pt x="194" y="600"/>
                  </a:cubicBezTo>
                  <a:cubicBezTo>
                    <a:pt x="112" y="600"/>
                    <a:pt x="57" y="568"/>
                    <a:pt x="57" y="4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44" name="Freeform 6">
              <a:extLst>
                <a:ext uri="{FF2B5EF4-FFF2-40B4-BE49-F238E27FC236}">
                  <a16:creationId xmlns:a16="http://schemas.microsoft.com/office/drawing/2014/main" id="{622BAF6B-1742-15FD-B0EB-40B8C3DC1168}"/>
                </a:ext>
              </a:extLst>
            </p:cNvPr>
            <p:cNvSpPr>
              <a:spLocks/>
            </p:cNvSpPr>
            <p:nvPr userDrawn="1"/>
          </p:nvSpPr>
          <p:spPr bwMode="auto">
            <a:xfrm>
              <a:off x="1708151" y="2649538"/>
              <a:ext cx="1382713" cy="2063750"/>
            </a:xfrm>
            <a:custGeom>
              <a:avLst/>
              <a:gdLst>
                <a:gd name="T0" fmla="*/ 0 w 432"/>
                <a:gd name="T1" fmla="*/ 0 h 642"/>
                <a:gd name="T2" fmla="*/ 134 w 432"/>
                <a:gd name="T3" fmla="*/ 0 h 642"/>
                <a:gd name="T4" fmla="*/ 134 w 432"/>
                <a:gd name="T5" fmla="*/ 237 h 642"/>
                <a:gd name="T6" fmla="*/ 272 w 432"/>
                <a:gd name="T7" fmla="*/ 162 h 642"/>
                <a:gd name="T8" fmla="*/ 432 w 432"/>
                <a:gd name="T9" fmla="*/ 337 h 642"/>
                <a:gd name="T10" fmla="*/ 432 w 432"/>
                <a:gd name="T11" fmla="*/ 642 h 642"/>
                <a:gd name="T12" fmla="*/ 298 w 432"/>
                <a:gd name="T13" fmla="*/ 642 h 642"/>
                <a:gd name="T14" fmla="*/ 298 w 432"/>
                <a:gd name="T15" fmla="*/ 379 h 642"/>
                <a:gd name="T16" fmla="*/ 218 w 432"/>
                <a:gd name="T17" fmla="*/ 283 h 642"/>
                <a:gd name="T18" fmla="*/ 134 w 432"/>
                <a:gd name="T19" fmla="*/ 379 h 642"/>
                <a:gd name="T20" fmla="*/ 134 w 432"/>
                <a:gd name="T21" fmla="*/ 642 h 642"/>
                <a:gd name="T22" fmla="*/ 0 w 432"/>
                <a:gd name="T23" fmla="*/ 642 h 642"/>
                <a:gd name="T24" fmla="*/ 0 w 432"/>
                <a:gd name="T25"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642">
                  <a:moveTo>
                    <a:pt x="0" y="0"/>
                  </a:moveTo>
                  <a:cubicBezTo>
                    <a:pt x="134" y="0"/>
                    <a:pt x="134" y="0"/>
                    <a:pt x="134" y="0"/>
                  </a:cubicBezTo>
                  <a:cubicBezTo>
                    <a:pt x="134" y="237"/>
                    <a:pt x="134" y="237"/>
                    <a:pt x="134" y="237"/>
                  </a:cubicBezTo>
                  <a:cubicBezTo>
                    <a:pt x="165" y="198"/>
                    <a:pt x="204" y="162"/>
                    <a:pt x="272" y="162"/>
                  </a:cubicBezTo>
                  <a:cubicBezTo>
                    <a:pt x="373" y="162"/>
                    <a:pt x="432" y="229"/>
                    <a:pt x="432" y="337"/>
                  </a:cubicBezTo>
                  <a:cubicBezTo>
                    <a:pt x="432" y="642"/>
                    <a:pt x="432" y="642"/>
                    <a:pt x="432" y="642"/>
                  </a:cubicBezTo>
                  <a:cubicBezTo>
                    <a:pt x="298" y="642"/>
                    <a:pt x="298" y="642"/>
                    <a:pt x="298" y="642"/>
                  </a:cubicBezTo>
                  <a:cubicBezTo>
                    <a:pt x="298" y="379"/>
                    <a:pt x="298" y="379"/>
                    <a:pt x="298" y="379"/>
                  </a:cubicBezTo>
                  <a:cubicBezTo>
                    <a:pt x="298" y="316"/>
                    <a:pt x="269" y="283"/>
                    <a:pt x="218" y="283"/>
                  </a:cubicBezTo>
                  <a:cubicBezTo>
                    <a:pt x="166" y="283"/>
                    <a:pt x="134" y="316"/>
                    <a:pt x="134" y="379"/>
                  </a:cubicBezTo>
                  <a:cubicBezTo>
                    <a:pt x="134" y="642"/>
                    <a:pt x="134" y="642"/>
                    <a:pt x="134" y="642"/>
                  </a:cubicBezTo>
                  <a:cubicBezTo>
                    <a:pt x="0" y="642"/>
                    <a:pt x="0" y="642"/>
                    <a:pt x="0" y="64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45" name="Freeform 7">
              <a:extLst>
                <a:ext uri="{FF2B5EF4-FFF2-40B4-BE49-F238E27FC236}">
                  <a16:creationId xmlns:a16="http://schemas.microsoft.com/office/drawing/2014/main" id="{788B3367-A4C9-CCD9-A688-1D2826A4B010}"/>
                </a:ext>
              </a:extLst>
            </p:cNvPr>
            <p:cNvSpPr>
              <a:spLocks noEditPoints="1"/>
            </p:cNvSpPr>
            <p:nvPr userDrawn="1"/>
          </p:nvSpPr>
          <p:spPr bwMode="auto">
            <a:xfrm>
              <a:off x="3261304" y="3179763"/>
              <a:ext cx="1390650" cy="1562100"/>
            </a:xfrm>
            <a:custGeom>
              <a:avLst/>
              <a:gdLst>
                <a:gd name="T0" fmla="*/ 0 w 434"/>
                <a:gd name="T1" fmla="*/ 342 h 486"/>
                <a:gd name="T2" fmla="*/ 0 w 434"/>
                <a:gd name="T3" fmla="*/ 340 h 486"/>
                <a:gd name="T4" fmla="*/ 190 w 434"/>
                <a:gd name="T5" fmla="*/ 189 h 486"/>
                <a:gd name="T6" fmla="*/ 305 w 434"/>
                <a:gd name="T7" fmla="*/ 209 h 486"/>
                <a:gd name="T8" fmla="*/ 305 w 434"/>
                <a:gd name="T9" fmla="*/ 201 h 486"/>
                <a:gd name="T10" fmla="*/ 204 w 434"/>
                <a:gd name="T11" fmla="*/ 115 h 486"/>
                <a:gd name="T12" fmla="*/ 74 w 434"/>
                <a:gd name="T13" fmla="*/ 140 h 486"/>
                <a:gd name="T14" fmla="*/ 40 w 434"/>
                <a:gd name="T15" fmla="*/ 38 h 486"/>
                <a:gd name="T16" fmla="*/ 223 w 434"/>
                <a:gd name="T17" fmla="*/ 0 h 486"/>
                <a:gd name="T18" fmla="*/ 383 w 434"/>
                <a:gd name="T19" fmla="*/ 53 h 486"/>
                <a:gd name="T20" fmla="*/ 434 w 434"/>
                <a:gd name="T21" fmla="*/ 204 h 486"/>
                <a:gd name="T22" fmla="*/ 434 w 434"/>
                <a:gd name="T23" fmla="*/ 477 h 486"/>
                <a:gd name="T24" fmla="*/ 304 w 434"/>
                <a:gd name="T25" fmla="*/ 477 h 486"/>
                <a:gd name="T26" fmla="*/ 304 w 434"/>
                <a:gd name="T27" fmla="*/ 426 h 486"/>
                <a:gd name="T28" fmla="*/ 162 w 434"/>
                <a:gd name="T29" fmla="*/ 486 h 486"/>
                <a:gd name="T30" fmla="*/ 0 w 434"/>
                <a:gd name="T31" fmla="*/ 342 h 486"/>
                <a:gd name="T32" fmla="*/ 307 w 434"/>
                <a:gd name="T33" fmla="*/ 311 h 486"/>
                <a:gd name="T34" fmla="*/ 307 w 434"/>
                <a:gd name="T35" fmla="*/ 287 h 486"/>
                <a:gd name="T36" fmla="*/ 222 w 434"/>
                <a:gd name="T37" fmla="*/ 270 h 486"/>
                <a:gd name="T38" fmla="*/ 129 w 434"/>
                <a:gd name="T39" fmla="*/ 335 h 486"/>
                <a:gd name="T40" fmla="*/ 129 w 434"/>
                <a:gd name="T41" fmla="*/ 336 h 486"/>
                <a:gd name="T42" fmla="*/ 202 w 434"/>
                <a:gd name="T43" fmla="*/ 394 h 486"/>
                <a:gd name="T44" fmla="*/ 307 w 434"/>
                <a:gd name="T45" fmla="*/ 31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34" h="486">
                  <a:moveTo>
                    <a:pt x="0" y="342"/>
                  </a:moveTo>
                  <a:cubicBezTo>
                    <a:pt x="0" y="340"/>
                    <a:pt x="0" y="340"/>
                    <a:pt x="0" y="340"/>
                  </a:cubicBezTo>
                  <a:cubicBezTo>
                    <a:pt x="0" y="237"/>
                    <a:pt x="78" y="189"/>
                    <a:pt x="190" y="189"/>
                  </a:cubicBezTo>
                  <a:cubicBezTo>
                    <a:pt x="237" y="189"/>
                    <a:pt x="272" y="197"/>
                    <a:pt x="305" y="209"/>
                  </a:cubicBezTo>
                  <a:cubicBezTo>
                    <a:pt x="305" y="201"/>
                    <a:pt x="305" y="201"/>
                    <a:pt x="305" y="201"/>
                  </a:cubicBezTo>
                  <a:cubicBezTo>
                    <a:pt x="305" y="145"/>
                    <a:pt x="271" y="115"/>
                    <a:pt x="204" y="115"/>
                  </a:cubicBezTo>
                  <a:cubicBezTo>
                    <a:pt x="153" y="115"/>
                    <a:pt x="117" y="124"/>
                    <a:pt x="74" y="140"/>
                  </a:cubicBezTo>
                  <a:cubicBezTo>
                    <a:pt x="40" y="38"/>
                    <a:pt x="40" y="38"/>
                    <a:pt x="40" y="38"/>
                  </a:cubicBezTo>
                  <a:cubicBezTo>
                    <a:pt x="92" y="15"/>
                    <a:pt x="143" y="0"/>
                    <a:pt x="223" y="0"/>
                  </a:cubicBezTo>
                  <a:cubicBezTo>
                    <a:pt x="296" y="0"/>
                    <a:pt x="349" y="20"/>
                    <a:pt x="383" y="53"/>
                  </a:cubicBezTo>
                  <a:cubicBezTo>
                    <a:pt x="418" y="88"/>
                    <a:pt x="434" y="140"/>
                    <a:pt x="434" y="204"/>
                  </a:cubicBezTo>
                  <a:cubicBezTo>
                    <a:pt x="434" y="477"/>
                    <a:pt x="434" y="477"/>
                    <a:pt x="434" y="477"/>
                  </a:cubicBezTo>
                  <a:cubicBezTo>
                    <a:pt x="304" y="477"/>
                    <a:pt x="304" y="477"/>
                    <a:pt x="304" y="477"/>
                  </a:cubicBezTo>
                  <a:cubicBezTo>
                    <a:pt x="304" y="426"/>
                    <a:pt x="304" y="426"/>
                    <a:pt x="304" y="426"/>
                  </a:cubicBezTo>
                  <a:cubicBezTo>
                    <a:pt x="272" y="462"/>
                    <a:pt x="227" y="486"/>
                    <a:pt x="162" y="486"/>
                  </a:cubicBezTo>
                  <a:cubicBezTo>
                    <a:pt x="73" y="486"/>
                    <a:pt x="0" y="435"/>
                    <a:pt x="0" y="342"/>
                  </a:cubicBezTo>
                  <a:close/>
                  <a:moveTo>
                    <a:pt x="307" y="311"/>
                  </a:moveTo>
                  <a:cubicBezTo>
                    <a:pt x="307" y="287"/>
                    <a:pt x="307" y="287"/>
                    <a:pt x="307" y="287"/>
                  </a:cubicBezTo>
                  <a:cubicBezTo>
                    <a:pt x="284" y="277"/>
                    <a:pt x="254" y="270"/>
                    <a:pt x="222" y="270"/>
                  </a:cubicBezTo>
                  <a:cubicBezTo>
                    <a:pt x="164" y="270"/>
                    <a:pt x="129" y="292"/>
                    <a:pt x="129" y="335"/>
                  </a:cubicBezTo>
                  <a:cubicBezTo>
                    <a:pt x="129" y="336"/>
                    <a:pt x="129" y="336"/>
                    <a:pt x="129" y="336"/>
                  </a:cubicBezTo>
                  <a:cubicBezTo>
                    <a:pt x="129" y="372"/>
                    <a:pt x="159" y="394"/>
                    <a:pt x="202" y="394"/>
                  </a:cubicBezTo>
                  <a:cubicBezTo>
                    <a:pt x="265" y="394"/>
                    <a:pt x="307" y="359"/>
                    <a:pt x="307" y="3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3" name="Freeform 8">
              <a:extLst>
                <a:ext uri="{FF2B5EF4-FFF2-40B4-BE49-F238E27FC236}">
                  <a16:creationId xmlns:a16="http://schemas.microsoft.com/office/drawing/2014/main" id="{E75C15B3-8177-7E6B-C4A7-1B9D3FB9D027}"/>
                </a:ext>
              </a:extLst>
            </p:cNvPr>
            <p:cNvSpPr>
              <a:spLocks/>
            </p:cNvSpPr>
            <p:nvPr userDrawn="1"/>
          </p:nvSpPr>
          <p:spPr bwMode="auto">
            <a:xfrm>
              <a:off x="4859916" y="3170238"/>
              <a:ext cx="1384300" cy="1543050"/>
            </a:xfrm>
            <a:custGeom>
              <a:avLst/>
              <a:gdLst>
                <a:gd name="T0" fmla="*/ 0 w 432"/>
                <a:gd name="T1" fmla="*/ 9 h 480"/>
                <a:gd name="T2" fmla="*/ 133 w 432"/>
                <a:gd name="T3" fmla="*/ 9 h 480"/>
                <a:gd name="T4" fmla="*/ 133 w 432"/>
                <a:gd name="T5" fmla="*/ 75 h 480"/>
                <a:gd name="T6" fmla="*/ 272 w 432"/>
                <a:gd name="T7" fmla="*/ 0 h 480"/>
                <a:gd name="T8" fmla="*/ 432 w 432"/>
                <a:gd name="T9" fmla="*/ 175 h 480"/>
                <a:gd name="T10" fmla="*/ 432 w 432"/>
                <a:gd name="T11" fmla="*/ 480 h 480"/>
                <a:gd name="T12" fmla="*/ 298 w 432"/>
                <a:gd name="T13" fmla="*/ 480 h 480"/>
                <a:gd name="T14" fmla="*/ 298 w 432"/>
                <a:gd name="T15" fmla="*/ 217 h 480"/>
                <a:gd name="T16" fmla="*/ 217 w 432"/>
                <a:gd name="T17" fmla="*/ 121 h 480"/>
                <a:gd name="T18" fmla="*/ 133 w 432"/>
                <a:gd name="T19" fmla="*/ 217 h 480"/>
                <a:gd name="T20" fmla="*/ 133 w 432"/>
                <a:gd name="T21" fmla="*/ 480 h 480"/>
                <a:gd name="T22" fmla="*/ 0 w 432"/>
                <a:gd name="T23" fmla="*/ 480 h 480"/>
                <a:gd name="T24" fmla="*/ 0 w 432"/>
                <a:gd name="T25" fmla="*/ 9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480">
                  <a:moveTo>
                    <a:pt x="0" y="9"/>
                  </a:moveTo>
                  <a:cubicBezTo>
                    <a:pt x="133" y="9"/>
                    <a:pt x="133" y="9"/>
                    <a:pt x="133" y="9"/>
                  </a:cubicBezTo>
                  <a:cubicBezTo>
                    <a:pt x="133" y="75"/>
                    <a:pt x="133" y="75"/>
                    <a:pt x="133" y="75"/>
                  </a:cubicBezTo>
                  <a:cubicBezTo>
                    <a:pt x="164" y="36"/>
                    <a:pt x="204" y="0"/>
                    <a:pt x="272" y="0"/>
                  </a:cubicBezTo>
                  <a:cubicBezTo>
                    <a:pt x="373" y="0"/>
                    <a:pt x="432" y="67"/>
                    <a:pt x="432" y="175"/>
                  </a:cubicBezTo>
                  <a:cubicBezTo>
                    <a:pt x="432" y="480"/>
                    <a:pt x="432" y="480"/>
                    <a:pt x="432" y="480"/>
                  </a:cubicBezTo>
                  <a:cubicBezTo>
                    <a:pt x="298" y="480"/>
                    <a:pt x="298" y="480"/>
                    <a:pt x="298" y="480"/>
                  </a:cubicBezTo>
                  <a:cubicBezTo>
                    <a:pt x="298" y="217"/>
                    <a:pt x="298" y="217"/>
                    <a:pt x="298" y="217"/>
                  </a:cubicBezTo>
                  <a:cubicBezTo>
                    <a:pt x="298" y="154"/>
                    <a:pt x="268" y="121"/>
                    <a:pt x="217" y="121"/>
                  </a:cubicBezTo>
                  <a:cubicBezTo>
                    <a:pt x="166" y="121"/>
                    <a:pt x="133" y="154"/>
                    <a:pt x="133" y="217"/>
                  </a:cubicBezTo>
                  <a:cubicBezTo>
                    <a:pt x="133" y="480"/>
                    <a:pt x="133" y="480"/>
                    <a:pt x="133" y="480"/>
                  </a:cubicBezTo>
                  <a:cubicBezTo>
                    <a:pt x="0" y="480"/>
                    <a:pt x="0" y="480"/>
                    <a:pt x="0" y="480"/>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4" name="Freeform 9">
              <a:extLst>
                <a:ext uri="{FF2B5EF4-FFF2-40B4-BE49-F238E27FC236}">
                  <a16:creationId xmlns:a16="http://schemas.microsoft.com/office/drawing/2014/main" id="{AA27F0F6-EBAD-77B3-0964-617F5FC5A0BD}"/>
                </a:ext>
              </a:extLst>
            </p:cNvPr>
            <p:cNvSpPr>
              <a:spLocks/>
            </p:cNvSpPr>
            <p:nvPr userDrawn="1"/>
          </p:nvSpPr>
          <p:spPr bwMode="auto">
            <a:xfrm>
              <a:off x="6436593" y="2649538"/>
              <a:ext cx="1460500" cy="2063750"/>
            </a:xfrm>
            <a:custGeom>
              <a:avLst/>
              <a:gdLst>
                <a:gd name="T0" fmla="*/ 0 w 920"/>
                <a:gd name="T1" fmla="*/ 0 h 1300"/>
                <a:gd name="T2" fmla="*/ 270 w 920"/>
                <a:gd name="T3" fmla="*/ 0 h 1300"/>
                <a:gd name="T4" fmla="*/ 270 w 920"/>
                <a:gd name="T5" fmla="*/ 692 h 1300"/>
                <a:gd name="T6" fmla="*/ 585 w 920"/>
                <a:gd name="T7" fmla="*/ 346 h 1300"/>
                <a:gd name="T8" fmla="*/ 908 w 920"/>
                <a:gd name="T9" fmla="*/ 346 h 1300"/>
                <a:gd name="T10" fmla="*/ 547 w 920"/>
                <a:gd name="T11" fmla="*/ 721 h 1300"/>
                <a:gd name="T12" fmla="*/ 920 w 920"/>
                <a:gd name="T13" fmla="*/ 1300 h 1300"/>
                <a:gd name="T14" fmla="*/ 609 w 920"/>
                <a:gd name="T15" fmla="*/ 1300 h 1300"/>
                <a:gd name="T16" fmla="*/ 365 w 920"/>
                <a:gd name="T17" fmla="*/ 909 h 1300"/>
                <a:gd name="T18" fmla="*/ 270 w 920"/>
                <a:gd name="T19" fmla="*/ 1010 h 1300"/>
                <a:gd name="T20" fmla="*/ 270 w 920"/>
                <a:gd name="T21" fmla="*/ 1300 h 1300"/>
                <a:gd name="T22" fmla="*/ 0 w 920"/>
                <a:gd name="T23" fmla="*/ 1300 h 1300"/>
                <a:gd name="T24" fmla="*/ 0 w 920"/>
                <a:gd name="T25" fmla="*/ 0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0" h="1300">
                  <a:moveTo>
                    <a:pt x="0" y="0"/>
                  </a:moveTo>
                  <a:lnTo>
                    <a:pt x="270" y="0"/>
                  </a:lnTo>
                  <a:lnTo>
                    <a:pt x="270" y="692"/>
                  </a:lnTo>
                  <a:lnTo>
                    <a:pt x="585" y="346"/>
                  </a:lnTo>
                  <a:lnTo>
                    <a:pt x="908" y="346"/>
                  </a:lnTo>
                  <a:lnTo>
                    <a:pt x="547" y="721"/>
                  </a:lnTo>
                  <a:lnTo>
                    <a:pt x="920" y="1300"/>
                  </a:lnTo>
                  <a:lnTo>
                    <a:pt x="609" y="1300"/>
                  </a:lnTo>
                  <a:lnTo>
                    <a:pt x="365" y="909"/>
                  </a:lnTo>
                  <a:lnTo>
                    <a:pt x="270" y="1010"/>
                  </a:lnTo>
                  <a:lnTo>
                    <a:pt x="270" y="1300"/>
                  </a:lnTo>
                  <a:lnTo>
                    <a:pt x="0" y="130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5" name="Freeform 10">
              <a:extLst>
                <a:ext uri="{FF2B5EF4-FFF2-40B4-BE49-F238E27FC236}">
                  <a16:creationId xmlns:a16="http://schemas.microsoft.com/office/drawing/2014/main" id="{0D449E32-BCCB-5FA7-37E4-30FF7569B638}"/>
                </a:ext>
              </a:extLst>
            </p:cNvPr>
            <p:cNvSpPr>
              <a:spLocks/>
            </p:cNvSpPr>
            <p:nvPr userDrawn="1"/>
          </p:nvSpPr>
          <p:spPr bwMode="auto">
            <a:xfrm>
              <a:off x="7919896" y="3173413"/>
              <a:ext cx="1227138" cy="1568450"/>
            </a:xfrm>
            <a:custGeom>
              <a:avLst/>
              <a:gdLst>
                <a:gd name="T0" fmla="*/ 0 w 383"/>
                <a:gd name="T1" fmla="*/ 417 h 488"/>
                <a:gd name="T2" fmla="*/ 57 w 383"/>
                <a:gd name="T3" fmla="*/ 329 h 488"/>
                <a:gd name="T4" fmla="*/ 206 w 383"/>
                <a:gd name="T5" fmla="*/ 385 h 488"/>
                <a:gd name="T6" fmla="*/ 262 w 383"/>
                <a:gd name="T7" fmla="*/ 350 h 488"/>
                <a:gd name="T8" fmla="*/ 262 w 383"/>
                <a:gd name="T9" fmla="*/ 348 h 488"/>
                <a:gd name="T10" fmla="*/ 165 w 383"/>
                <a:gd name="T11" fmla="*/ 294 h 488"/>
                <a:gd name="T12" fmla="*/ 24 w 383"/>
                <a:gd name="T13" fmla="*/ 152 h 488"/>
                <a:gd name="T14" fmla="*/ 24 w 383"/>
                <a:gd name="T15" fmla="*/ 150 h 488"/>
                <a:gd name="T16" fmla="*/ 196 w 383"/>
                <a:gd name="T17" fmla="*/ 0 h 488"/>
                <a:gd name="T18" fmla="*/ 372 w 383"/>
                <a:gd name="T19" fmla="*/ 55 h 488"/>
                <a:gd name="T20" fmla="*/ 321 w 383"/>
                <a:gd name="T21" fmla="*/ 147 h 488"/>
                <a:gd name="T22" fmla="*/ 194 w 383"/>
                <a:gd name="T23" fmla="*/ 103 h 488"/>
                <a:gd name="T24" fmla="*/ 144 w 383"/>
                <a:gd name="T25" fmla="*/ 136 h 488"/>
                <a:gd name="T26" fmla="*/ 144 w 383"/>
                <a:gd name="T27" fmla="*/ 138 h 488"/>
                <a:gd name="T28" fmla="*/ 240 w 383"/>
                <a:gd name="T29" fmla="*/ 194 h 488"/>
                <a:gd name="T30" fmla="*/ 383 w 383"/>
                <a:gd name="T31" fmla="*/ 334 h 488"/>
                <a:gd name="T32" fmla="*/ 383 w 383"/>
                <a:gd name="T33" fmla="*/ 336 h 488"/>
                <a:gd name="T34" fmla="*/ 203 w 383"/>
                <a:gd name="T35" fmla="*/ 488 h 488"/>
                <a:gd name="T36" fmla="*/ 0 w 383"/>
                <a:gd name="T37" fmla="*/ 417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3" h="488">
                  <a:moveTo>
                    <a:pt x="0" y="417"/>
                  </a:moveTo>
                  <a:cubicBezTo>
                    <a:pt x="57" y="329"/>
                    <a:pt x="57" y="329"/>
                    <a:pt x="57" y="329"/>
                  </a:cubicBezTo>
                  <a:cubicBezTo>
                    <a:pt x="108" y="366"/>
                    <a:pt x="162" y="385"/>
                    <a:pt x="206" y="385"/>
                  </a:cubicBezTo>
                  <a:cubicBezTo>
                    <a:pt x="245" y="385"/>
                    <a:pt x="262" y="371"/>
                    <a:pt x="262" y="350"/>
                  </a:cubicBezTo>
                  <a:cubicBezTo>
                    <a:pt x="262" y="348"/>
                    <a:pt x="262" y="348"/>
                    <a:pt x="262" y="348"/>
                  </a:cubicBezTo>
                  <a:cubicBezTo>
                    <a:pt x="262" y="319"/>
                    <a:pt x="217" y="309"/>
                    <a:pt x="165" y="294"/>
                  </a:cubicBezTo>
                  <a:cubicBezTo>
                    <a:pt x="99" y="274"/>
                    <a:pt x="24" y="243"/>
                    <a:pt x="24" y="152"/>
                  </a:cubicBezTo>
                  <a:cubicBezTo>
                    <a:pt x="24" y="150"/>
                    <a:pt x="24" y="150"/>
                    <a:pt x="24" y="150"/>
                  </a:cubicBezTo>
                  <a:cubicBezTo>
                    <a:pt x="24" y="54"/>
                    <a:pt x="101" y="0"/>
                    <a:pt x="196" y="0"/>
                  </a:cubicBezTo>
                  <a:cubicBezTo>
                    <a:pt x="256" y="0"/>
                    <a:pt x="321" y="21"/>
                    <a:pt x="372" y="55"/>
                  </a:cubicBezTo>
                  <a:cubicBezTo>
                    <a:pt x="321" y="147"/>
                    <a:pt x="321" y="147"/>
                    <a:pt x="321" y="147"/>
                  </a:cubicBezTo>
                  <a:cubicBezTo>
                    <a:pt x="275" y="120"/>
                    <a:pt x="228" y="103"/>
                    <a:pt x="194" y="103"/>
                  </a:cubicBezTo>
                  <a:cubicBezTo>
                    <a:pt x="161" y="103"/>
                    <a:pt x="144" y="118"/>
                    <a:pt x="144" y="136"/>
                  </a:cubicBezTo>
                  <a:cubicBezTo>
                    <a:pt x="144" y="138"/>
                    <a:pt x="144" y="138"/>
                    <a:pt x="144" y="138"/>
                  </a:cubicBezTo>
                  <a:cubicBezTo>
                    <a:pt x="144" y="164"/>
                    <a:pt x="189" y="176"/>
                    <a:pt x="240" y="194"/>
                  </a:cubicBezTo>
                  <a:cubicBezTo>
                    <a:pt x="306" y="216"/>
                    <a:pt x="383" y="248"/>
                    <a:pt x="383" y="334"/>
                  </a:cubicBezTo>
                  <a:cubicBezTo>
                    <a:pt x="383" y="336"/>
                    <a:pt x="383" y="336"/>
                    <a:pt x="383" y="336"/>
                  </a:cubicBezTo>
                  <a:cubicBezTo>
                    <a:pt x="383" y="440"/>
                    <a:pt x="305" y="488"/>
                    <a:pt x="203" y="488"/>
                  </a:cubicBezTo>
                  <a:cubicBezTo>
                    <a:pt x="137" y="488"/>
                    <a:pt x="63" y="466"/>
                    <a:pt x="0" y="4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6" name="Oval 11">
              <a:extLst>
                <a:ext uri="{FF2B5EF4-FFF2-40B4-BE49-F238E27FC236}">
                  <a16:creationId xmlns:a16="http://schemas.microsoft.com/office/drawing/2014/main" id="{DF4FD3AA-2A1C-04CA-7759-A7926327B4AA}"/>
                </a:ext>
              </a:extLst>
            </p:cNvPr>
            <p:cNvSpPr>
              <a:spLocks noChangeArrowheads="1"/>
            </p:cNvSpPr>
            <p:nvPr userDrawn="1"/>
          </p:nvSpPr>
          <p:spPr bwMode="auto">
            <a:xfrm>
              <a:off x="9282260" y="4167188"/>
              <a:ext cx="544513" cy="546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Tree>
    <p:extLst>
      <p:ext uri="{BB962C8B-B14F-4D97-AF65-F5344CB8AC3E}">
        <p14:creationId xmlns:p14="http://schemas.microsoft.com/office/powerpoint/2010/main" val="3993927301"/>
      </p:ext>
    </p:extLst>
  </p:cSld>
  <p:clrMapOvr>
    <a:masterClrMapping/>
  </p:clrMapOvr>
  <p:transition spd="med"/>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1_Closing Slide_White">
    <p:bg>
      <p:bgPr>
        <a:solidFill>
          <a:schemeClr val="bg1"/>
        </a:solidFill>
        <a:effectLst/>
      </p:bgPr>
    </p:bg>
    <p:spTree>
      <p:nvGrpSpPr>
        <p:cNvPr id="1" name=""/>
        <p:cNvGrpSpPr/>
        <p:nvPr/>
      </p:nvGrpSpPr>
      <p:grpSpPr>
        <a:xfrm>
          <a:off x="0" y="0"/>
          <a:ext cx="0" cy="0"/>
          <a:chOff x="0" y="0"/>
          <a:chExt cx="0" cy="0"/>
        </a:xfrm>
      </p:grpSpPr>
      <p:sp>
        <p:nvSpPr>
          <p:cNvPr id="3" name="Rectangle 2" descr="Lenovo pale smarter gradient, &quot;Wonder&quot; combines pale reds, purples and blue">
            <a:extLst>
              <a:ext uri="{FF2B5EF4-FFF2-40B4-BE49-F238E27FC236}">
                <a16:creationId xmlns:a16="http://schemas.microsoft.com/office/drawing/2014/main" id="{4CE51E88-E558-34ED-C018-94C35789BBF8}"/>
              </a:ext>
            </a:extLst>
          </p:cNvPr>
          <p:cNvSpPr/>
          <p:nvPr userDrawn="1"/>
        </p:nvSpPr>
        <p:spPr>
          <a:xfrm>
            <a:off x="0" y="0"/>
            <a:ext cx="9144000" cy="6858000"/>
          </a:xfrm>
          <a:prstGeom prst="rect">
            <a:avLst/>
          </a:prstGeom>
          <a:gradFill>
            <a:gsLst>
              <a:gs pos="100000">
                <a:srgbClr val="F5A598"/>
              </a:gs>
              <a:gs pos="47000">
                <a:srgbClr val="D2ADC9"/>
              </a:gs>
              <a:gs pos="77000">
                <a:srgbClr val="E6BDC1"/>
              </a:gs>
              <a:gs pos="9000">
                <a:srgbClr val="A7B6D3"/>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37196" tIns="137196" rIns="137196" bIns="137196" rtlCol="0" anchor="ctr"/>
          <a:lstStyle/>
          <a:p>
            <a:pPr algn="ctr"/>
            <a:endParaRPr lang="en-US" sz="900" b="1" dirty="0">
              <a:solidFill>
                <a:schemeClr val="tx1"/>
              </a:solidFill>
            </a:endParaRPr>
          </a:p>
        </p:txBody>
      </p:sp>
      <p:grpSp>
        <p:nvGrpSpPr>
          <p:cNvPr id="2" name="Group 1">
            <a:extLst>
              <a:ext uri="{FF2B5EF4-FFF2-40B4-BE49-F238E27FC236}">
                <a16:creationId xmlns:a16="http://schemas.microsoft.com/office/drawing/2014/main" id="{937F1298-487A-B4E6-4008-0A5D51F1C143}"/>
              </a:ext>
            </a:extLst>
          </p:cNvPr>
          <p:cNvGrpSpPr/>
          <p:nvPr userDrawn="1"/>
        </p:nvGrpSpPr>
        <p:grpSpPr>
          <a:xfrm>
            <a:off x="7044578" y="767096"/>
            <a:ext cx="2100612" cy="1898696"/>
            <a:chOff x="9390324" y="767096"/>
            <a:chExt cx="2800087" cy="1898696"/>
          </a:xfrm>
        </p:grpSpPr>
        <p:grpSp>
          <p:nvGrpSpPr>
            <p:cNvPr id="63" name="Group 62">
              <a:extLst>
                <a:ext uri="{FF2B5EF4-FFF2-40B4-BE49-F238E27FC236}">
                  <a16:creationId xmlns:a16="http://schemas.microsoft.com/office/drawing/2014/main" id="{DBC4C027-8FC0-71EF-963F-3B8A0447C1E8}"/>
                </a:ext>
              </a:extLst>
            </p:cNvPr>
            <p:cNvGrpSpPr/>
            <p:nvPr userDrawn="1"/>
          </p:nvGrpSpPr>
          <p:grpSpPr>
            <a:xfrm>
              <a:off x="9390324" y="936748"/>
              <a:ext cx="1965963" cy="1042086"/>
              <a:chOff x="4988072" y="501936"/>
              <a:chExt cx="1978802" cy="1051017"/>
            </a:xfrm>
            <a:solidFill>
              <a:schemeClr val="accent1"/>
            </a:solidFill>
          </p:grpSpPr>
          <p:sp>
            <p:nvSpPr>
              <p:cNvPr id="72" name="Freeform 5">
                <a:extLst>
                  <a:ext uri="{FF2B5EF4-FFF2-40B4-BE49-F238E27FC236}">
                    <a16:creationId xmlns:a16="http://schemas.microsoft.com/office/drawing/2014/main" id="{AC114BA7-B808-0C61-F4C4-498846EB2C1F}"/>
                  </a:ext>
                </a:extLst>
              </p:cNvPr>
              <p:cNvSpPr>
                <a:spLocks/>
              </p:cNvSpPr>
              <p:nvPr userDrawn="1"/>
            </p:nvSpPr>
            <p:spPr bwMode="auto">
              <a:xfrm>
                <a:off x="5559016" y="501936"/>
                <a:ext cx="218094" cy="282813"/>
              </a:xfrm>
              <a:custGeom>
                <a:avLst/>
                <a:gdLst>
                  <a:gd name="T0" fmla="*/ 0 w 502"/>
                  <a:gd name="T1" fmla="*/ 550 h 651"/>
                  <a:gd name="T2" fmla="*/ 83 w 502"/>
                  <a:gd name="T3" fmla="*/ 451 h 651"/>
                  <a:gd name="T4" fmla="*/ 272 w 502"/>
                  <a:gd name="T5" fmla="*/ 528 h 651"/>
                  <a:gd name="T6" fmla="*/ 363 w 502"/>
                  <a:gd name="T7" fmla="*/ 469 h 651"/>
                  <a:gd name="T8" fmla="*/ 363 w 502"/>
                  <a:gd name="T9" fmla="*/ 467 h 651"/>
                  <a:gd name="T10" fmla="*/ 236 w 502"/>
                  <a:gd name="T11" fmla="*/ 386 h 651"/>
                  <a:gd name="T12" fmla="*/ 26 w 502"/>
                  <a:gd name="T13" fmla="*/ 192 h 651"/>
                  <a:gd name="T14" fmla="*/ 26 w 502"/>
                  <a:gd name="T15" fmla="*/ 191 h 651"/>
                  <a:gd name="T16" fmla="*/ 247 w 502"/>
                  <a:gd name="T17" fmla="*/ 0 h 651"/>
                  <a:gd name="T18" fmla="*/ 483 w 502"/>
                  <a:gd name="T19" fmla="*/ 80 h 651"/>
                  <a:gd name="T20" fmla="*/ 410 w 502"/>
                  <a:gd name="T21" fmla="*/ 185 h 651"/>
                  <a:gd name="T22" fmla="*/ 246 w 502"/>
                  <a:gd name="T23" fmla="*/ 123 h 651"/>
                  <a:gd name="T24" fmla="*/ 164 w 502"/>
                  <a:gd name="T25" fmla="*/ 178 h 651"/>
                  <a:gd name="T26" fmla="*/ 164 w 502"/>
                  <a:gd name="T27" fmla="*/ 180 h 651"/>
                  <a:gd name="T28" fmla="*/ 301 w 502"/>
                  <a:gd name="T29" fmla="*/ 263 h 651"/>
                  <a:gd name="T30" fmla="*/ 502 w 502"/>
                  <a:gd name="T31" fmla="*/ 453 h 651"/>
                  <a:gd name="T32" fmla="*/ 502 w 502"/>
                  <a:gd name="T33" fmla="*/ 455 h 651"/>
                  <a:gd name="T34" fmla="*/ 269 w 502"/>
                  <a:gd name="T35" fmla="*/ 651 h 651"/>
                  <a:gd name="T36" fmla="*/ 0 w 502"/>
                  <a:gd name="T37" fmla="*/ 550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2" h="651">
                    <a:moveTo>
                      <a:pt x="0" y="550"/>
                    </a:moveTo>
                    <a:cubicBezTo>
                      <a:pt x="83" y="451"/>
                      <a:pt x="83" y="451"/>
                      <a:pt x="83" y="451"/>
                    </a:cubicBezTo>
                    <a:cubicBezTo>
                      <a:pt x="140" y="498"/>
                      <a:pt x="200" y="528"/>
                      <a:pt x="272" y="528"/>
                    </a:cubicBezTo>
                    <a:cubicBezTo>
                      <a:pt x="329" y="528"/>
                      <a:pt x="363" y="506"/>
                      <a:pt x="363" y="469"/>
                    </a:cubicBezTo>
                    <a:cubicBezTo>
                      <a:pt x="363" y="467"/>
                      <a:pt x="363" y="467"/>
                      <a:pt x="363" y="467"/>
                    </a:cubicBezTo>
                    <a:cubicBezTo>
                      <a:pt x="363" y="431"/>
                      <a:pt x="342" y="413"/>
                      <a:pt x="236" y="386"/>
                    </a:cubicBezTo>
                    <a:cubicBezTo>
                      <a:pt x="108" y="354"/>
                      <a:pt x="26" y="318"/>
                      <a:pt x="26" y="192"/>
                    </a:cubicBezTo>
                    <a:cubicBezTo>
                      <a:pt x="26" y="191"/>
                      <a:pt x="26" y="191"/>
                      <a:pt x="26" y="191"/>
                    </a:cubicBezTo>
                    <a:cubicBezTo>
                      <a:pt x="26" y="76"/>
                      <a:pt x="118" y="0"/>
                      <a:pt x="247" y="0"/>
                    </a:cubicBezTo>
                    <a:cubicBezTo>
                      <a:pt x="340" y="0"/>
                      <a:pt x="419" y="29"/>
                      <a:pt x="483" y="80"/>
                    </a:cubicBezTo>
                    <a:cubicBezTo>
                      <a:pt x="410" y="185"/>
                      <a:pt x="410" y="185"/>
                      <a:pt x="410" y="185"/>
                    </a:cubicBezTo>
                    <a:cubicBezTo>
                      <a:pt x="354" y="146"/>
                      <a:pt x="299" y="123"/>
                      <a:pt x="246" y="123"/>
                    </a:cubicBezTo>
                    <a:cubicBezTo>
                      <a:pt x="192" y="123"/>
                      <a:pt x="164" y="147"/>
                      <a:pt x="164" y="178"/>
                    </a:cubicBezTo>
                    <a:cubicBezTo>
                      <a:pt x="164" y="180"/>
                      <a:pt x="164" y="180"/>
                      <a:pt x="164" y="180"/>
                    </a:cubicBezTo>
                    <a:cubicBezTo>
                      <a:pt x="164" y="221"/>
                      <a:pt x="191" y="235"/>
                      <a:pt x="301" y="263"/>
                    </a:cubicBezTo>
                    <a:cubicBezTo>
                      <a:pt x="429" y="297"/>
                      <a:pt x="502" y="343"/>
                      <a:pt x="502" y="453"/>
                    </a:cubicBezTo>
                    <a:cubicBezTo>
                      <a:pt x="502" y="455"/>
                      <a:pt x="502" y="455"/>
                      <a:pt x="502" y="455"/>
                    </a:cubicBezTo>
                    <a:cubicBezTo>
                      <a:pt x="502" y="581"/>
                      <a:pt x="406" y="651"/>
                      <a:pt x="269" y="651"/>
                    </a:cubicBezTo>
                    <a:cubicBezTo>
                      <a:pt x="173" y="651"/>
                      <a:pt x="76" y="618"/>
                      <a:pt x="0" y="550"/>
                    </a:cubicBez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3" name="Freeform 6">
                <a:extLst>
                  <a:ext uri="{FF2B5EF4-FFF2-40B4-BE49-F238E27FC236}">
                    <a16:creationId xmlns:a16="http://schemas.microsoft.com/office/drawing/2014/main" id="{03055FF5-EB33-F09D-784D-C7AD01880326}"/>
                  </a:ext>
                </a:extLst>
              </p:cNvPr>
              <p:cNvSpPr>
                <a:spLocks/>
              </p:cNvSpPr>
              <p:nvPr userDrawn="1"/>
            </p:nvSpPr>
            <p:spPr bwMode="auto">
              <a:xfrm>
                <a:off x="5791295" y="566212"/>
                <a:ext cx="322264" cy="214547"/>
              </a:xfrm>
              <a:custGeom>
                <a:avLst/>
                <a:gdLst>
                  <a:gd name="T0" fmla="*/ 0 w 741"/>
                  <a:gd name="T1" fmla="*/ 9 h 494"/>
                  <a:gd name="T2" fmla="*/ 138 w 741"/>
                  <a:gd name="T3" fmla="*/ 9 h 494"/>
                  <a:gd name="T4" fmla="*/ 138 w 741"/>
                  <a:gd name="T5" fmla="*/ 78 h 494"/>
                  <a:gd name="T6" fmla="*/ 281 w 741"/>
                  <a:gd name="T7" fmla="*/ 0 h 494"/>
                  <a:gd name="T8" fmla="*/ 418 w 741"/>
                  <a:gd name="T9" fmla="*/ 77 h 494"/>
                  <a:gd name="T10" fmla="*/ 577 w 741"/>
                  <a:gd name="T11" fmla="*/ 0 h 494"/>
                  <a:gd name="T12" fmla="*/ 741 w 741"/>
                  <a:gd name="T13" fmla="*/ 178 h 494"/>
                  <a:gd name="T14" fmla="*/ 741 w 741"/>
                  <a:gd name="T15" fmla="*/ 494 h 494"/>
                  <a:gd name="T16" fmla="*/ 603 w 741"/>
                  <a:gd name="T17" fmla="*/ 494 h 494"/>
                  <a:gd name="T18" fmla="*/ 603 w 741"/>
                  <a:gd name="T19" fmla="*/ 224 h 494"/>
                  <a:gd name="T20" fmla="*/ 523 w 741"/>
                  <a:gd name="T21" fmla="*/ 125 h 494"/>
                  <a:gd name="T22" fmla="*/ 439 w 741"/>
                  <a:gd name="T23" fmla="*/ 224 h 494"/>
                  <a:gd name="T24" fmla="*/ 439 w 741"/>
                  <a:gd name="T25" fmla="*/ 494 h 494"/>
                  <a:gd name="T26" fmla="*/ 302 w 741"/>
                  <a:gd name="T27" fmla="*/ 494 h 494"/>
                  <a:gd name="T28" fmla="*/ 302 w 741"/>
                  <a:gd name="T29" fmla="*/ 224 h 494"/>
                  <a:gd name="T30" fmla="*/ 221 w 741"/>
                  <a:gd name="T31" fmla="*/ 125 h 494"/>
                  <a:gd name="T32" fmla="*/ 138 w 741"/>
                  <a:gd name="T33" fmla="*/ 224 h 494"/>
                  <a:gd name="T34" fmla="*/ 138 w 741"/>
                  <a:gd name="T35" fmla="*/ 494 h 494"/>
                  <a:gd name="T36" fmla="*/ 0 w 741"/>
                  <a:gd name="T37" fmla="*/ 494 h 494"/>
                  <a:gd name="T38" fmla="*/ 0 w 741"/>
                  <a:gd name="T39"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41" h="494">
                    <a:moveTo>
                      <a:pt x="0" y="9"/>
                    </a:moveTo>
                    <a:cubicBezTo>
                      <a:pt x="138" y="9"/>
                      <a:pt x="138" y="9"/>
                      <a:pt x="138" y="9"/>
                    </a:cubicBezTo>
                    <a:cubicBezTo>
                      <a:pt x="138" y="78"/>
                      <a:pt x="138" y="78"/>
                      <a:pt x="138" y="78"/>
                    </a:cubicBezTo>
                    <a:cubicBezTo>
                      <a:pt x="170" y="37"/>
                      <a:pt x="211" y="0"/>
                      <a:pt x="281" y="0"/>
                    </a:cubicBezTo>
                    <a:cubicBezTo>
                      <a:pt x="344" y="0"/>
                      <a:pt x="392" y="28"/>
                      <a:pt x="418" y="77"/>
                    </a:cubicBezTo>
                    <a:cubicBezTo>
                      <a:pt x="460" y="27"/>
                      <a:pt x="511" y="0"/>
                      <a:pt x="577" y="0"/>
                    </a:cubicBezTo>
                    <a:cubicBezTo>
                      <a:pt x="679" y="0"/>
                      <a:pt x="741" y="62"/>
                      <a:pt x="741" y="178"/>
                    </a:cubicBezTo>
                    <a:cubicBezTo>
                      <a:pt x="741" y="494"/>
                      <a:pt x="741" y="494"/>
                      <a:pt x="741" y="494"/>
                    </a:cubicBezTo>
                    <a:cubicBezTo>
                      <a:pt x="603" y="494"/>
                      <a:pt x="603" y="494"/>
                      <a:pt x="603" y="494"/>
                    </a:cubicBezTo>
                    <a:cubicBezTo>
                      <a:pt x="603" y="224"/>
                      <a:pt x="603" y="224"/>
                      <a:pt x="603" y="224"/>
                    </a:cubicBezTo>
                    <a:cubicBezTo>
                      <a:pt x="603" y="159"/>
                      <a:pt x="574" y="125"/>
                      <a:pt x="523" y="125"/>
                    </a:cubicBezTo>
                    <a:cubicBezTo>
                      <a:pt x="471" y="125"/>
                      <a:pt x="439" y="159"/>
                      <a:pt x="439" y="224"/>
                    </a:cubicBezTo>
                    <a:cubicBezTo>
                      <a:pt x="439" y="494"/>
                      <a:pt x="439" y="494"/>
                      <a:pt x="439" y="494"/>
                    </a:cubicBezTo>
                    <a:cubicBezTo>
                      <a:pt x="302" y="494"/>
                      <a:pt x="302" y="494"/>
                      <a:pt x="302" y="494"/>
                    </a:cubicBezTo>
                    <a:cubicBezTo>
                      <a:pt x="302" y="224"/>
                      <a:pt x="302" y="224"/>
                      <a:pt x="302" y="224"/>
                    </a:cubicBezTo>
                    <a:cubicBezTo>
                      <a:pt x="302" y="159"/>
                      <a:pt x="273" y="125"/>
                      <a:pt x="221" y="125"/>
                    </a:cubicBezTo>
                    <a:cubicBezTo>
                      <a:pt x="170" y="125"/>
                      <a:pt x="138" y="159"/>
                      <a:pt x="138" y="224"/>
                    </a:cubicBezTo>
                    <a:cubicBezTo>
                      <a:pt x="138" y="494"/>
                      <a:pt x="138" y="494"/>
                      <a:pt x="138" y="494"/>
                    </a:cubicBezTo>
                    <a:cubicBezTo>
                      <a:pt x="0" y="494"/>
                      <a:pt x="0" y="494"/>
                      <a:pt x="0" y="494"/>
                    </a:cubicBezTo>
                    <a:lnTo>
                      <a:pt x="0" y="9"/>
                    </a:ln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4" name="Freeform 7">
                <a:extLst>
                  <a:ext uri="{FF2B5EF4-FFF2-40B4-BE49-F238E27FC236}">
                    <a16:creationId xmlns:a16="http://schemas.microsoft.com/office/drawing/2014/main" id="{EF0C28DE-3EA0-613C-F6F5-A668E5A933D2}"/>
                  </a:ext>
                </a:extLst>
              </p:cNvPr>
              <p:cNvSpPr>
                <a:spLocks noEditPoints="1"/>
              </p:cNvSpPr>
              <p:nvPr userDrawn="1"/>
            </p:nvSpPr>
            <p:spPr bwMode="auto">
              <a:xfrm>
                <a:off x="6125971" y="567985"/>
                <a:ext cx="193713" cy="216764"/>
              </a:xfrm>
              <a:custGeom>
                <a:avLst/>
                <a:gdLst>
                  <a:gd name="T0" fmla="*/ 0 w 446"/>
                  <a:gd name="T1" fmla="*/ 351 h 499"/>
                  <a:gd name="T2" fmla="*/ 0 w 446"/>
                  <a:gd name="T3" fmla="*/ 349 h 499"/>
                  <a:gd name="T4" fmla="*/ 195 w 446"/>
                  <a:gd name="T5" fmla="*/ 194 h 499"/>
                  <a:gd name="T6" fmla="*/ 314 w 446"/>
                  <a:gd name="T7" fmla="*/ 214 h 499"/>
                  <a:gd name="T8" fmla="*/ 314 w 446"/>
                  <a:gd name="T9" fmla="*/ 206 h 499"/>
                  <a:gd name="T10" fmla="*/ 210 w 446"/>
                  <a:gd name="T11" fmla="*/ 117 h 499"/>
                  <a:gd name="T12" fmla="*/ 76 w 446"/>
                  <a:gd name="T13" fmla="*/ 144 h 499"/>
                  <a:gd name="T14" fmla="*/ 42 w 446"/>
                  <a:gd name="T15" fmla="*/ 39 h 499"/>
                  <a:gd name="T16" fmla="*/ 230 w 446"/>
                  <a:gd name="T17" fmla="*/ 0 h 499"/>
                  <a:gd name="T18" fmla="*/ 394 w 446"/>
                  <a:gd name="T19" fmla="*/ 54 h 499"/>
                  <a:gd name="T20" fmla="*/ 446 w 446"/>
                  <a:gd name="T21" fmla="*/ 209 h 499"/>
                  <a:gd name="T22" fmla="*/ 446 w 446"/>
                  <a:gd name="T23" fmla="*/ 490 h 499"/>
                  <a:gd name="T24" fmla="*/ 313 w 446"/>
                  <a:gd name="T25" fmla="*/ 490 h 499"/>
                  <a:gd name="T26" fmla="*/ 313 w 446"/>
                  <a:gd name="T27" fmla="*/ 438 h 499"/>
                  <a:gd name="T28" fmla="*/ 166 w 446"/>
                  <a:gd name="T29" fmla="*/ 499 h 499"/>
                  <a:gd name="T30" fmla="*/ 0 w 446"/>
                  <a:gd name="T31" fmla="*/ 351 h 499"/>
                  <a:gd name="T32" fmla="*/ 316 w 446"/>
                  <a:gd name="T33" fmla="*/ 319 h 499"/>
                  <a:gd name="T34" fmla="*/ 316 w 446"/>
                  <a:gd name="T35" fmla="*/ 295 h 499"/>
                  <a:gd name="T36" fmla="*/ 228 w 446"/>
                  <a:gd name="T37" fmla="*/ 277 h 499"/>
                  <a:gd name="T38" fmla="*/ 133 w 446"/>
                  <a:gd name="T39" fmla="*/ 344 h 499"/>
                  <a:gd name="T40" fmla="*/ 133 w 446"/>
                  <a:gd name="T41" fmla="*/ 346 h 499"/>
                  <a:gd name="T42" fmla="*/ 208 w 446"/>
                  <a:gd name="T43" fmla="*/ 404 h 499"/>
                  <a:gd name="T44" fmla="*/ 316 w 446"/>
                  <a:gd name="T45" fmla="*/ 31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499">
                    <a:moveTo>
                      <a:pt x="0" y="351"/>
                    </a:moveTo>
                    <a:cubicBezTo>
                      <a:pt x="0" y="349"/>
                      <a:pt x="0" y="349"/>
                      <a:pt x="0" y="349"/>
                    </a:cubicBezTo>
                    <a:cubicBezTo>
                      <a:pt x="0" y="243"/>
                      <a:pt x="80" y="194"/>
                      <a:pt x="195" y="194"/>
                    </a:cubicBezTo>
                    <a:cubicBezTo>
                      <a:pt x="244" y="194"/>
                      <a:pt x="280" y="202"/>
                      <a:pt x="314" y="214"/>
                    </a:cubicBezTo>
                    <a:cubicBezTo>
                      <a:pt x="314" y="206"/>
                      <a:pt x="314" y="206"/>
                      <a:pt x="314" y="206"/>
                    </a:cubicBezTo>
                    <a:cubicBezTo>
                      <a:pt x="314" y="149"/>
                      <a:pt x="279" y="117"/>
                      <a:pt x="210" y="117"/>
                    </a:cubicBezTo>
                    <a:cubicBezTo>
                      <a:pt x="157" y="117"/>
                      <a:pt x="120" y="127"/>
                      <a:pt x="76" y="144"/>
                    </a:cubicBezTo>
                    <a:cubicBezTo>
                      <a:pt x="42" y="39"/>
                      <a:pt x="42" y="39"/>
                      <a:pt x="42" y="39"/>
                    </a:cubicBezTo>
                    <a:cubicBezTo>
                      <a:pt x="95" y="15"/>
                      <a:pt x="147" y="0"/>
                      <a:pt x="230" y="0"/>
                    </a:cubicBezTo>
                    <a:cubicBezTo>
                      <a:pt x="305" y="0"/>
                      <a:pt x="359" y="20"/>
                      <a:pt x="394" y="54"/>
                    </a:cubicBezTo>
                    <a:cubicBezTo>
                      <a:pt x="430" y="90"/>
                      <a:pt x="446" y="144"/>
                      <a:pt x="446" y="209"/>
                    </a:cubicBezTo>
                    <a:cubicBezTo>
                      <a:pt x="446" y="490"/>
                      <a:pt x="446" y="490"/>
                      <a:pt x="446" y="490"/>
                    </a:cubicBezTo>
                    <a:cubicBezTo>
                      <a:pt x="313" y="490"/>
                      <a:pt x="313" y="490"/>
                      <a:pt x="313" y="490"/>
                    </a:cubicBezTo>
                    <a:cubicBezTo>
                      <a:pt x="313" y="438"/>
                      <a:pt x="313" y="438"/>
                      <a:pt x="313" y="438"/>
                    </a:cubicBezTo>
                    <a:cubicBezTo>
                      <a:pt x="280" y="475"/>
                      <a:pt x="233" y="499"/>
                      <a:pt x="166" y="499"/>
                    </a:cubicBezTo>
                    <a:cubicBezTo>
                      <a:pt x="75" y="499"/>
                      <a:pt x="0" y="447"/>
                      <a:pt x="0" y="351"/>
                    </a:cubicBezTo>
                    <a:close/>
                    <a:moveTo>
                      <a:pt x="316" y="319"/>
                    </a:moveTo>
                    <a:cubicBezTo>
                      <a:pt x="316" y="295"/>
                      <a:pt x="316" y="295"/>
                      <a:pt x="316" y="295"/>
                    </a:cubicBezTo>
                    <a:cubicBezTo>
                      <a:pt x="292" y="284"/>
                      <a:pt x="262" y="277"/>
                      <a:pt x="228" y="277"/>
                    </a:cubicBezTo>
                    <a:cubicBezTo>
                      <a:pt x="169" y="277"/>
                      <a:pt x="133" y="300"/>
                      <a:pt x="133" y="344"/>
                    </a:cubicBezTo>
                    <a:cubicBezTo>
                      <a:pt x="133" y="346"/>
                      <a:pt x="133" y="346"/>
                      <a:pt x="133" y="346"/>
                    </a:cubicBezTo>
                    <a:cubicBezTo>
                      <a:pt x="133" y="383"/>
                      <a:pt x="164" y="404"/>
                      <a:pt x="208" y="404"/>
                    </a:cubicBezTo>
                    <a:cubicBezTo>
                      <a:pt x="272" y="404"/>
                      <a:pt x="316" y="369"/>
                      <a:pt x="316" y="319"/>
                    </a:cubicBez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5" name="Freeform 8">
                <a:extLst>
                  <a:ext uri="{FF2B5EF4-FFF2-40B4-BE49-F238E27FC236}">
                    <a16:creationId xmlns:a16="http://schemas.microsoft.com/office/drawing/2014/main" id="{AA3A9144-5E21-1340-D82E-781E8E03088B}"/>
                  </a:ext>
                </a:extLst>
              </p:cNvPr>
              <p:cNvSpPr>
                <a:spLocks/>
              </p:cNvSpPr>
              <p:nvPr userDrawn="1"/>
            </p:nvSpPr>
            <p:spPr bwMode="auto">
              <a:xfrm>
                <a:off x="6336529" y="564438"/>
                <a:ext cx="127665"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6" name="Freeform 9">
                <a:extLst>
                  <a:ext uri="{FF2B5EF4-FFF2-40B4-BE49-F238E27FC236}">
                    <a16:creationId xmlns:a16="http://schemas.microsoft.com/office/drawing/2014/main" id="{16E502AF-0487-43AF-00DB-14F962B92CFF}"/>
                  </a:ext>
                </a:extLst>
              </p:cNvPr>
              <p:cNvSpPr>
                <a:spLocks/>
              </p:cNvSpPr>
              <p:nvPr userDrawn="1"/>
            </p:nvSpPr>
            <p:spPr bwMode="auto">
              <a:xfrm>
                <a:off x="6475719" y="516121"/>
                <a:ext cx="134757" cy="268184"/>
              </a:xfrm>
              <a:custGeom>
                <a:avLst/>
                <a:gdLst>
                  <a:gd name="T0" fmla="*/ 58 w 310"/>
                  <a:gd name="T1" fmla="*/ 472 h 617"/>
                  <a:gd name="T2" fmla="*/ 58 w 310"/>
                  <a:gd name="T3" fmla="*/ 242 h 617"/>
                  <a:gd name="T4" fmla="*/ 0 w 310"/>
                  <a:gd name="T5" fmla="*/ 242 h 617"/>
                  <a:gd name="T6" fmla="*/ 0 w 310"/>
                  <a:gd name="T7" fmla="*/ 124 h 617"/>
                  <a:gd name="T8" fmla="*/ 58 w 310"/>
                  <a:gd name="T9" fmla="*/ 124 h 617"/>
                  <a:gd name="T10" fmla="*/ 58 w 310"/>
                  <a:gd name="T11" fmla="*/ 0 h 617"/>
                  <a:gd name="T12" fmla="*/ 196 w 310"/>
                  <a:gd name="T13" fmla="*/ 0 h 617"/>
                  <a:gd name="T14" fmla="*/ 196 w 310"/>
                  <a:gd name="T15" fmla="*/ 124 h 617"/>
                  <a:gd name="T16" fmla="*/ 310 w 310"/>
                  <a:gd name="T17" fmla="*/ 124 h 617"/>
                  <a:gd name="T18" fmla="*/ 310 w 310"/>
                  <a:gd name="T19" fmla="*/ 242 h 617"/>
                  <a:gd name="T20" fmla="*/ 196 w 310"/>
                  <a:gd name="T21" fmla="*/ 242 h 617"/>
                  <a:gd name="T22" fmla="*/ 196 w 310"/>
                  <a:gd name="T23" fmla="*/ 449 h 617"/>
                  <a:gd name="T24" fmla="*/ 240 w 310"/>
                  <a:gd name="T25" fmla="*/ 496 h 617"/>
                  <a:gd name="T26" fmla="*/ 308 w 310"/>
                  <a:gd name="T27" fmla="*/ 479 h 617"/>
                  <a:gd name="T28" fmla="*/ 308 w 310"/>
                  <a:gd name="T29" fmla="*/ 589 h 617"/>
                  <a:gd name="T30" fmla="*/ 199 w 310"/>
                  <a:gd name="T31" fmla="*/ 617 h 617"/>
                  <a:gd name="T32" fmla="*/ 58 w 310"/>
                  <a:gd name="T33" fmla="*/ 472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7">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6" y="0"/>
                      <a:pt x="196" y="0"/>
                      <a:pt x="196" y="0"/>
                    </a:cubicBezTo>
                    <a:cubicBezTo>
                      <a:pt x="196" y="124"/>
                      <a:pt x="196" y="124"/>
                      <a:pt x="196" y="124"/>
                    </a:cubicBezTo>
                    <a:cubicBezTo>
                      <a:pt x="310" y="124"/>
                      <a:pt x="310" y="124"/>
                      <a:pt x="310" y="124"/>
                    </a:cubicBezTo>
                    <a:cubicBezTo>
                      <a:pt x="310" y="242"/>
                      <a:pt x="310" y="242"/>
                      <a:pt x="310" y="242"/>
                    </a:cubicBezTo>
                    <a:cubicBezTo>
                      <a:pt x="196" y="242"/>
                      <a:pt x="196" y="242"/>
                      <a:pt x="196" y="242"/>
                    </a:cubicBezTo>
                    <a:cubicBezTo>
                      <a:pt x="196" y="449"/>
                      <a:pt x="196" y="449"/>
                      <a:pt x="196" y="449"/>
                    </a:cubicBezTo>
                    <a:cubicBezTo>
                      <a:pt x="196" y="481"/>
                      <a:pt x="209" y="496"/>
                      <a:pt x="240" y="496"/>
                    </a:cubicBezTo>
                    <a:cubicBezTo>
                      <a:pt x="265" y="496"/>
                      <a:pt x="288" y="490"/>
                      <a:pt x="308" y="479"/>
                    </a:cubicBezTo>
                    <a:cubicBezTo>
                      <a:pt x="308" y="589"/>
                      <a:pt x="308" y="589"/>
                      <a:pt x="308" y="589"/>
                    </a:cubicBezTo>
                    <a:cubicBezTo>
                      <a:pt x="279" y="607"/>
                      <a:pt x="245" y="617"/>
                      <a:pt x="199" y="617"/>
                    </a:cubicBezTo>
                    <a:cubicBezTo>
                      <a:pt x="115" y="617"/>
                      <a:pt x="58" y="584"/>
                      <a:pt x="58" y="472"/>
                    </a:cubicBez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7" name="Freeform 10">
                <a:extLst>
                  <a:ext uri="{FF2B5EF4-FFF2-40B4-BE49-F238E27FC236}">
                    <a16:creationId xmlns:a16="http://schemas.microsoft.com/office/drawing/2014/main" id="{0DE8FD0D-C28A-B61F-DFEE-6F90FAD7BFAA}"/>
                  </a:ext>
                </a:extLst>
              </p:cNvPr>
              <p:cNvSpPr>
                <a:spLocks noEditPoints="1"/>
              </p:cNvSpPr>
              <p:nvPr userDrawn="1"/>
            </p:nvSpPr>
            <p:spPr bwMode="auto">
              <a:xfrm>
                <a:off x="6618455" y="566212"/>
                <a:ext cx="207012" cy="219424"/>
              </a:xfrm>
              <a:custGeom>
                <a:avLst/>
                <a:gdLst>
                  <a:gd name="T0" fmla="*/ 0 w 476"/>
                  <a:gd name="T1" fmla="*/ 254 h 505"/>
                  <a:gd name="T2" fmla="*/ 0 w 476"/>
                  <a:gd name="T3" fmla="*/ 253 h 505"/>
                  <a:gd name="T4" fmla="*/ 240 w 476"/>
                  <a:gd name="T5" fmla="*/ 0 h 505"/>
                  <a:gd name="T6" fmla="*/ 476 w 476"/>
                  <a:gd name="T7" fmla="*/ 263 h 505"/>
                  <a:gd name="T8" fmla="*/ 475 w 476"/>
                  <a:gd name="T9" fmla="*/ 300 h 505"/>
                  <a:gd name="T10" fmla="*/ 137 w 476"/>
                  <a:gd name="T11" fmla="*/ 300 h 505"/>
                  <a:gd name="T12" fmla="*/ 256 w 476"/>
                  <a:gd name="T13" fmla="*/ 395 h 505"/>
                  <a:gd name="T14" fmla="*/ 373 w 476"/>
                  <a:gd name="T15" fmla="*/ 345 h 505"/>
                  <a:gd name="T16" fmla="*/ 452 w 476"/>
                  <a:gd name="T17" fmla="*/ 415 h 505"/>
                  <a:gd name="T18" fmla="*/ 254 w 476"/>
                  <a:gd name="T19" fmla="*/ 505 h 505"/>
                  <a:gd name="T20" fmla="*/ 0 w 476"/>
                  <a:gd name="T21" fmla="*/ 254 h 505"/>
                  <a:gd name="T22" fmla="*/ 342 w 476"/>
                  <a:gd name="T23" fmla="*/ 214 h 505"/>
                  <a:gd name="T24" fmla="*/ 240 w 476"/>
                  <a:gd name="T25" fmla="*/ 111 h 505"/>
                  <a:gd name="T26" fmla="*/ 135 w 476"/>
                  <a:gd name="T27" fmla="*/ 214 h 505"/>
                  <a:gd name="T28" fmla="*/ 342 w 476"/>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6" h="505">
                    <a:moveTo>
                      <a:pt x="0" y="254"/>
                    </a:moveTo>
                    <a:cubicBezTo>
                      <a:pt x="0" y="253"/>
                      <a:pt x="0" y="253"/>
                      <a:pt x="0" y="253"/>
                    </a:cubicBezTo>
                    <a:cubicBezTo>
                      <a:pt x="0" y="114"/>
                      <a:pt x="99" y="0"/>
                      <a:pt x="240" y="0"/>
                    </a:cubicBezTo>
                    <a:cubicBezTo>
                      <a:pt x="402" y="0"/>
                      <a:pt x="476" y="126"/>
                      <a:pt x="476" y="263"/>
                    </a:cubicBezTo>
                    <a:cubicBezTo>
                      <a:pt x="476"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2" y="214"/>
                    </a:moveTo>
                    <a:cubicBezTo>
                      <a:pt x="334" y="152"/>
                      <a:pt x="298" y="111"/>
                      <a:pt x="240" y="111"/>
                    </a:cubicBezTo>
                    <a:cubicBezTo>
                      <a:pt x="183" y="111"/>
                      <a:pt x="146" y="151"/>
                      <a:pt x="135" y="214"/>
                    </a:cubicBezTo>
                    <a:lnTo>
                      <a:pt x="342" y="214"/>
                    </a:ln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8" name="Freeform 11">
                <a:extLst>
                  <a:ext uri="{FF2B5EF4-FFF2-40B4-BE49-F238E27FC236}">
                    <a16:creationId xmlns:a16="http://schemas.microsoft.com/office/drawing/2014/main" id="{F351CFF9-9DD1-E9B5-EE76-334AE5F03491}"/>
                  </a:ext>
                </a:extLst>
              </p:cNvPr>
              <p:cNvSpPr>
                <a:spLocks/>
              </p:cNvSpPr>
              <p:nvPr userDrawn="1"/>
            </p:nvSpPr>
            <p:spPr bwMode="auto">
              <a:xfrm>
                <a:off x="6837879" y="564438"/>
                <a:ext cx="127221"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9" name="Freeform 12">
                <a:extLst>
                  <a:ext uri="{FF2B5EF4-FFF2-40B4-BE49-F238E27FC236}">
                    <a16:creationId xmlns:a16="http://schemas.microsoft.com/office/drawing/2014/main" id="{5CBDFCA1-F27C-774F-EB38-070587A34AB2}"/>
                  </a:ext>
                </a:extLst>
              </p:cNvPr>
              <p:cNvSpPr>
                <a:spLocks/>
              </p:cNvSpPr>
              <p:nvPr userDrawn="1"/>
            </p:nvSpPr>
            <p:spPr bwMode="auto">
              <a:xfrm>
                <a:off x="4988072" y="888476"/>
                <a:ext cx="134757" cy="268628"/>
              </a:xfrm>
              <a:custGeom>
                <a:avLst/>
                <a:gdLst>
                  <a:gd name="T0" fmla="*/ 58 w 310"/>
                  <a:gd name="T1" fmla="*/ 472 h 618"/>
                  <a:gd name="T2" fmla="*/ 58 w 310"/>
                  <a:gd name="T3" fmla="*/ 242 h 618"/>
                  <a:gd name="T4" fmla="*/ 0 w 310"/>
                  <a:gd name="T5" fmla="*/ 242 h 618"/>
                  <a:gd name="T6" fmla="*/ 0 w 310"/>
                  <a:gd name="T7" fmla="*/ 124 h 618"/>
                  <a:gd name="T8" fmla="*/ 58 w 310"/>
                  <a:gd name="T9" fmla="*/ 124 h 618"/>
                  <a:gd name="T10" fmla="*/ 58 w 310"/>
                  <a:gd name="T11" fmla="*/ 0 h 618"/>
                  <a:gd name="T12" fmla="*/ 195 w 310"/>
                  <a:gd name="T13" fmla="*/ 0 h 618"/>
                  <a:gd name="T14" fmla="*/ 195 w 310"/>
                  <a:gd name="T15" fmla="*/ 124 h 618"/>
                  <a:gd name="T16" fmla="*/ 310 w 310"/>
                  <a:gd name="T17" fmla="*/ 124 h 618"/>
                  <a:gd name="T18" fmla="*/ 310 w 310"/>
                  <a:gd name="T19" fmla="*/ 242 h 618"/>
                  <a:gd name="T20" fmla="*/ 195 w 310"/>
                  <a:gd name="T21" fmla="*/ 242 h 618"/>
                  <a:gd name="T22" fmla="*/ 195 w 310"/>
                  <a:gd name="T23" fmla="*/ 449 h 618"/>
                  <a:gd name="T24" fmla="*/ 240 w 310"/>
                  <a:gd name="T25" fmla="*/ 496 h 618"/>
                  <a:gd name="T26" fmla="*/ 308 w 310"/>
                  <a:gd name="T27" fmla="*/ 479 h 618"/>
                  <a:gd name="T28" fmla="*/ 308 w 310"/>
                  <a:gd name="T29" fmla="*/ 590 h 618"/>
                  <a:gd name="T30" fmla="*/ 199 w 310"/>
                  <a:gd name="T31" fmla="*/ 618 h 618"/>
                  <a:gd name="T32" fmla="*/ 58 w 310"/>
                  <a:gd name="T33" fmla="*/ 472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8">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5" y="0"/>
                      <a:pt x="195" y="0"/>
                      <a:pt x="195" y="0"/>
                    </a:cubicBezTo>
                    <a:cubicBezTo>
                      <a:pt x="195" y="124"/>
                      <a:pt x="195" y="124"/>
                      <a:pt x="195" y="124"/>
                    </a:cubicBezTo>
                    <a:cubicBezTo>
                      <a:pt x="310" y="124"/>
                      <a:pt x="310" y="124"/>
                      <a:pt x="310" y="124"/>
                    </a:cubicBezTo>
                    <a:cubicBezTo>
                      <a:pt x="310" y="242"/>
                      <a:pt x="310" y="242"/>
                      <a:pt x="310" y="242"/>
                    </a:cubicBezTo>
                    <a:cubicBezTo>
                      <a:pt x="195" y="242"/>
                      <a:pt x="195" y="242"/>
                      <a:pt x="195" y="242"/>
                    </a:cubicBezTo>
                    <a:cubicBezTo>
                      <a:pt x="195" y="449"/>
                      <a:pt x="195" y="449"/>
                      <a:pt x="195" y="449"/>
                    </a:cubicBezTo>
                    <a:cubicBezTo>
                      <a:pt x="195" y="481"/>
                      <a:pt x="209" y="496"/>
                      <a:pt x="240" y="496"/>
                    </a:cubicBezTo>
                    <a:cubicBezTo>
                      <a:pt x="265" y="496"/>
                      <a:pt x="288" y="490"/>
                      <a:pt x="308" y="479"/>
                    </a:cubicBezTo>
                    <a:cubicBezTo>
                      <a:pt x="308" y="590"/>
                      <a:pt x="308" y="590"/>
                      <a:pt x="308" y="590"/>
                    </a:cubicBezTo>
                    <a:cubicBezTo>
                      <a:pt x="279" y="607"/>
                      <a:pt x="245" y="618"/>
                      <a:pt x="199" y="618"/>
                    </a:cubicBezTo>
                    <a:cubicBezTo>
                      <a:pt x="115" y="618"/>
                      <a:pt x="58" y="584"/>
                      <a:pt x="58" y="472"/>
                    </a:cubicBez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0" name="Freeform 13">
                <a:extLst>
                  <a:ext uri="{FF2B5EF4-FFF2-40B4-BE49-F238E27FC236}">
                    <a16:creationId xmlns:a16="http://schemas.microsoft.com/office/drawing/2014/main" id="{32C7C41D-9C2F-F9CB-F801-1289ECF5E586}"/>
                  </a:ext>
                </a:extLst>
              </p:cNvPr>
              <p:cNvSpPr>
                <a:spLocks noEditPoints="1"/>
              </p:cNvSpPr>
              <p:nvPr userDrawn="1"/>
            </p:nvSpPr>
            <p:spPr bwMode="auto">
              <a:xfrm>
                <a:off x="5131251" y="938123"/>
                <a:ext cx="207455" cy="219867"/>
              </a:xfrm>
              <a:custGeom>
                <a:avLst/>
                <a:gdLst>
                  <a:gd name="T0" fmla="*/ 0 w 477"/>
                  <a:gd name="T1" fmla="*/ 254 h 505"/>
                  <a:gd name="T2" fmla="*/ 0 w 477"/>
                  <a:gd name="T3" fmla="*/ 253 h 505"/>
                  <a:gd name="T4" fmla="*/ 240 w 477"/>
                  <a:gd name="T5" fmla="*/ 0 h 505"/>
                  <a:gd name="T6" fmla="*/ 477 w 477"/>
                  <a:gd name="T7" fmla="*/ 263 h 505"/>
                  <a:gd name="T8" fmla="*/ 475 w 477"/>
                  <a:gd name="T9" fmla="*/ 300 h 505"/>
                  <a:gd name="T10" fmla="*/ 137 w 477"/>
                  <a:gd name="T11" fmla="*/ 300 h 505"/>
                  <a:gd name="T12" fmla="*/ 256 w 477"/>
                  <a:gd name="T13" fmla="*/ 395 h 505"/>
                  <a:gd name="T14" fmla="*/ 373 w 477"/>
                  <a:gd name="T15" fmla="*/ 345 h 505"/>
                  <a:gd name="T16" fmla="*/ 452 w 477"/>
                  <a:gd name="T17" fmla="*/ 415 h 505"/>
                  <a:gd name="T18" fmla="*/ 254 w 477"/>
                  <a:gd name="T19" fmla="*/ 505 h 505"/>
                  <a:gd name="T20" fmla="*/ 0 w 477"/>
                  <a:gd name="T21" fmla="*/ 254 h 505"/>
                  <a:gd name="T22" fmla="*/ 343 w 477"/>
                  <a:gd name="T23" fmla="*/ 214 h 505"/>
                  <a:gd name="T24" fmla="*/ 240 w 477"/>
                  <a:gd name="T25" fmla="*/ 111 h 505"/>
                  <a:gd name="T26" fmla="*/ 135 w 477"/>
                  <a:gd name="T27" fmla="*/ 214 h 505"/>
                  <a:gd name="T28" fmla="*/ 343 w 477"/>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7" h="505">
                    <a:moveTo>
                      <a:pt x="0" y="254"/>
                    </a:moveTo>
                    <a:cubicBezTo>
                      <a:pt x="0" y="253"/>
                      <a:pt x="0" y="253"/>
                      <a:pt x="0" y="253"/>
                    </a:cubicBezTo>
                    <a:cubicBezTo>
                      <a:pt x="0" y="114"/>
                      <a:pt x="99" y="0"/>
                      <a:pt x="240" y="0"/>
                    </a:cubicBezTo>
                    <a:cubicBezTo>
                      <a:pt x="402" y="0"/>
                      <a:pt x="477" y="126"/>
                      <a:pt x="477" y="263"/>
                    </a:cubicBezTo>
                    <a:cubicBezTo>
                      <a:pt x="477"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3" y="214"/>
                    </a:moveTo>
                    <a:cubicBezTo>
                      <a:pt x="334" y="152"/>
                      <a:pt x="298" y="111"/>
                      <a:pt x="240" y="111"/>
                    </a:cubicBezTo>
                    <a:cubicBezTo>
                      <a:pt x="183" y="111"/>
                      <a:pt x="146" y="151"/>
                      <a:pt x="135" y="214"/>
                    </a:cubicBezTo>
                    <a:lnTo>
                      <a:pt x="343" y="214"/>
                    </a:ln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1" name="Freeform 14">
                <a:extLst>
                  <a:ext uri="{FF2B5EF4-FFF2-40B4-BE49-F238E27FC236}">
                    <a16:creationId xmlns:a16="http://schemas.microsoft.com/office/drawing/2014/main" id="{D3D8F53A-7C54-73FF-7202-68AF9530CEF8}"/>
                  </a:ext>
                </a:extLst>
              </p:cNvPr>
              <p:cNvSpPr>
                <a:spLocks/>
              </p:cNvSpPr>
              <p:nvPr userDrawn="1"/>
            </p:nvSpPr>
            <p:spPr bwMode="auto">
              <a:xfrm>
                <a:off x="5348015" y="938123"/>
                <a:ext cx="195486" cy="219867"/>
              </a:xfrm>
              <a:custGeom>
                <a:avLst/>
                <a:gdLst>
                  <a:gd name="T0" fmla="*/ 0 w 450"/>
                  <a:gd name="T1" fmla="*/ 254 h 505"/>
                  <a:gd name="T2" fmla="*/ 0 w 450"/>
                  <a:gd name="T3" fmla="*/ 253 h 505"/>
                  <a:gd name="T4" fmla="*/ 254 w 450"/>
                  <a:gd name="T5" fmla="*/ 0 h 505"/>
                  <a:gd name="T6" fmla="*/ 448 w 450"/>
                  <a:gd name="T7" fmla="*/ 82 h 505"/>
                  <a:gd name="T8" fmla="*/ 363 w 450"/>
                  <a:gd name="T9" fmla="*/ 172 h 505"/>
                  <a:gd name="T10" fmla="*/ 253 w 450"/>
                  <a:gd name="T11" fmla="*/ 119 h 505"/>
                  <a:gd name="T12" fmla="*/ 135 w 450"/>
                  <a:gd name="T13" fmla="*/ 251 h 505"/>
                  <a:gd name="T14" fmla="*/ 135 w 450"/>
                  <a:gd name="T15" fmla="*/ 253 h 505"/>
                  <a:gd name="T16" fmla="*/ 258 w 450"/>
                  <a:gd name="T17" fmla="*/ 387 h 505"/>
                  <a:gd name="T18" fmla="*/ 370 w 450"/>
                  <a:gd name="T19" fmla="*/ 335 h 505"/>
                  <a:gd name="T20" fmla="*/ 450 w 450"/>
                  <a:gd name="T21" fmla="*/ 416 h 505"/>
                  <a:gd name="T22" fmla="*/ 252 w 450"/>
                  <a:gd name="T23" fmla="*/ 505 h 505"/>
                  <a:gd name="T24" fmla="*/ 0 w 450"/>
                  <a:gd name="T25"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0" h="505">
                    <a:moveTo>
                      <a:pt x="0" y="254"/>
                    </a:moveTo>
                    <a:cubicBezTo>
                      <a:pt x="0" y="253"/>
                      <a:pt x="0" y="253"/>
                      <a:pt x="0" y="253"/>
                    </a:cubicBezTo>
                    <a:cubicBezTo>
                      <a:pt x="0" y="114"/>
                      <a:pt x="106" y="0"/>
                      <a:pt x="254" y="0"/>
                    </a:cubicBezTo>
                    <a:cubicBezTo>
                      <a:pt x="345" y="0"/>
                      <a:pt x="402" y="31"/>
                      <a:pt x="448" y="82"/>
                    </a:cubicBezTo>
                    <a:cubicBezTo>
                      <a:pt x="363" y="172"/>
                      <a:pt x="363" y="172"/>
                      <a:pt x="363" y="172"/>
                    </a:cubicBezTo>
                    <a:cubicBezTo>
                      <a:pt x="333" y="139"/>
                      <a:pt x="302" y="119"/>
                      <a:pt x="253" y="119"/>
                    </a:cubicBezTo>
                    <a:cubicBezTo>
                      <a:pt x="184" y="119"/>
                      <a:pt x="135" y="179"/>
                      <a:pt x="135" y="251"/>
                    </a:cubicBezTo>
                    <a:cubicBezTo>
                      <a:pt x="135" y="253"/>
                      <a:pt x="135" y="253"/>
                      <a:pt x="135" y="253"/>
                    </a:cubicBezTo>
                    <a:cubicBezTo>
                      <a:pt x="135" y="327"/>
                      <a:pt x="183" y="387"/>
                      <a:pt x="258" y="387"/>
                    </a:cubicBezTo>
                    <a:cubicBezTo>
                      <a:pt x="305" y="387"/>
                      <a:pt x="336" y="367"/>
                      <a:pt x="370" y="335"/>
                    </a:cubicBezTo>
                    <a:cubicBezTo>
                      <a:pt x="450" y="416"/>
                      <a:pt x="450" y="416"/>
                      <a:pt x="450" y="416"/>
                    </a:cubicBezTo>
                    <a:cubicBezTo>
                      <a:pt x="403" y="468"/>
                      <a:pt x="349" y="505"/>
                      <a:pt x="252" y="505"/>
                    </a:cubicBezTo>
                    <a:cubicBezTo>
                      <a:pt x="106" y="505"/>
                      <a:pt x="0" y="393"/>
                      <a:pt x="0" y="254"/>
                    </a:cubicBez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2" name="Freeform 15">
                <a:extLst>
                  <a:ext uri="{FF2B5EF4-FFF2-40B4-BE49-F238E27FC236}">
                    <a16:creationId xmlns:a16="http://schemas.microsoft.com/office/drawing/2014/main" id="{BD2B90D5-630B-CFC6-CE5B-4A3E77847404}"/>
                  </a:ext>
                </a:extLst>
              </p:cNvPr>
              <p:cNvSpPr>
                <a:spLocks/>
              </p:cNvSpPr>
              <p:nvPr userDrawn="1"/>
            </p:nvSpPr>
            <p:spPr bwMode="auto">
              <a:xfrm>
                <a:off x="5553254" y="866312"/>
                <a:ext cx="193270" cy="286802"/>
              </a:xfrm>
              <a:custGeom>
                <a:avLst/>
                <a:gdLst>
                  <a:gd name="T0" fmla="*/ 0 w 445"/>
                  <a:gd name="T1" fmla="*/ 0 h 660"/>
                  <a:gd name="T2" fmla="*/ 138 w 445"/>
                  <a:gd name="T3" fmla="*/ 0 h 660"/>
                  <a:gd name="T4" fmla="*/ 138 w 445"/>
                  <a:gd name="T5" fmla="*/ 244 h 660"/>
                  <a:gd name="T6" fmla="*/ 280 w 445"/>
                  <a:gd name="T7" fmla="*/ 166 h 660"/>
                  <a:gd name="T8" fmla="*/ 445 w 445"/>
                  <a:gd name="T9" fmla="*/ 346 h 660"/>
                  <a:gd name="T10" fmla="*/ 445 w 445"/>
                  <a:gd name="T11" fmla="*/ 660 h 660"/>
                  <a:gd name="T12" fmla="*/ 307 w 445"/>
                  <a:gd name="T13" fmla="*/ 660 h 660"/>
                  <a:gd name="T14" fmla="*/ 307 w 445"/>
                  <a:gd name="T15" fmla="*/ 390 h 660"/>
                  <a:gd name="T16" fmla="*/ 224 w 445"/>
                  <a:gd name="T17" fmla="*/ 291 h 660"/>
                  <a:gd name="T18" fmla="*/ 138 w 445"/>
                  <a:gd name="T19" fmla="*/ 390 h 660"/>
                  <a:gd name="T20" fmla="*/ 138 w 445"/>
                  <a:gd name="T21" fmla="*/ 660 h 660"/>
                  <a:gd name="T22" fmla="*/ 0 w 445"/>
                  <a:gd name="T23" fmla="*/ 660 h 660"/>
                  <a:gd name="T24" fmla="*/ 0 w 445"/>
                  <a:gd name="T25" fmla="*/ 0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5" h="660">
                    <a:moveTo>
                      <a:pt x="0" y="0"/>
                    </a:moveTo>
                    <a:cubicBezTo>
                      <a:pt x="138" y="0"/>
                      <a:pt x="138" y="0"/>
                      <a:pt x="138" y="0"/>
                    </a:cubicBezTo>
                    <a:cubicBezTo>
                      <a:pt x="138" y="244"/>
                      <a:pt x="138" y="244"/>
                      <a:pt x="138" y="244"/>
                    </a:cubicBezTo>
                    <a:cubicBezTo>
                      <a:pt x="169" y="203"/>
                      <a:pt x="210" y="166"/>
                      <a:pt x="280" y="166"/>
                    </a:cubicBezTo>
                    <a:cubicBezTo>
                      <a:pt x="384" y="166"/>
                      <a:pt x="445" y="235"/>
                      <a:pt x="445" y="346"/>
                    </a:cubicBezTo>
                    <a:cubicBezTo>
                      <a:pt x="445" y="660"/>
                      <a:pt x="445" y="660"/>
                      <a:pt x="445" y="660"/>
                    </a:cubicBezTo>
                    <a:cubicBezTo>
                      <a:pt x="307" y="660"/>
                      <a:pt x="307" y="660"/>
                      <a:pt x="307" y="660"/>
                    </a:cubicBezTo>
                    <a:cubicBezTo>
                      <a:pt x="307" y="390"/>
                      <a:pt x="307" y="390"/>
                      <a:pt x="307" y="390"/>
                    </a:cubicBezTo>
                    <a:cubicBezTo>
                      <a:pt x="307" y="324"/>
                      <a:pt x="276" y="291"/>
                      <a:pt x="224" y="291"/>
                    </a:cubicBezTo>
                    <a:cubicBezTo>
                      <a:pt x="171" y="291"/>
                      <a:pt x="138" y="324"/>
                      <a:pt x="138" y="390"/>
                    </a:cubicBezTo>
                    <a:cubicBezTo>
                      <a:pt x="138" y="660"/>
                      <a:pt x="138" y="660"/>
                      <a:pt x="138" y="660"/>
                    </a:cubicBezTo>
                    <a:cubicBezTo>
                      <a:pt x="0" y="660"/>
                      <a:pt x="0" y="660"/>
                      <a:pt x="0" y="660"/>
                    </a:cubicBezTo>
                    <a:lnTo>
                      <a:pt x="0" y="0"/>
                    </a:ln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3" name="Freeform 16">
                <a:extLst>
                  <a:ext uri="{FF2B5EF4-FFF2-40B4-BE49-F238E27FC236}">
                    <a16:creationId xmlns:a16="http://schemas.microsoft.com/office/drawing/2014/main" id="{44BDC175-2104-E7E3-2519-DA2F92A4A931}"/>
                  </a:ext>
                </a:extLst>
              </p:cNvPr>
              <p:cNvSpPr>
                <a:spLocks/>
              </p:cNvSpPr>
              <p:nvPr userDrawn="1"/>
            </p:nvSpPr>
            <p:spPr bwMode="auto">
              <a:xfrm>
                <a:off x="5762039" y="938123"/>
                <a:ext cx="192827" cy="214991"/>
              </a:xfrm>
              <a:custGeom>
                <a:avLst/>
                <a:gdLst>
                  <a:gd name="T0" fmla="*/ 0 w 444"/>
                  <a:gd name="T1" fmla="*/ 9 h 494"/>
                  <a:gd name="T2" fmla="*/ 137 w 444"/>
                  <a:gd name="T3" fmla="*/ 9 h 494"/>
                  <a:gd name="T4" fmla="*/ 137 w 444"/>
                  <a:gd name="T5" fmla="*/ 78 h 494"/>
                  <a:gd name="T6" fmla="*/ 279 w 444"/>
                  <a:gd name="T7" fmla="*/ 0 h 494"/>
                  <a:gd name="T8" fmla="*/ 444 w 444"/>
                  <a:gd name="T9" fmla="*/ 180 h 494"/>
                  <a:gd name="T10" fmla="*/ 444 w 444"/>
                  <a:gd name="T11" fmla="*/ 494 h 494"/>
                  <a:gd name="T12" fmla="*/ 306 w 444"/>
                  <a:gd name="T13" fmla="*/ 494 h 494"/>
                  <a:gd name="T14" fmla="*/ 306 w 444"/>
                  <a:gd name="T15" fmla="*/ 224 h 494"/>
                  <a:gd name="T16" fmla="*/ 223 w 444"/>
                  <a:gd name="T17" fmla="*/ 125 h 494"/>
                  <a:gd name="T18" fmla="*/ 137 w 444"/>
                  <a:gd name="T19" fmla="*/ 224 h 494"/>
                  <a:gd name="T20" fmla="*/ 137 w 444"/>
                  <a:gd name="T21" fmla="*/ 494 h 494"/>
                  <a:gd name="T22" fmla="*/ 0 w 444"/>
                  <a:gd name="T23" fmla="*/ 494 h 494"/>
                  <a:gd name="T24" fmla="*/ 0 w 444"/>
                  <a:gd name="T25"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4" h="494">
                    <a:moveTo>
                      <a:pt x="0" y="9"/>
                    </a:moveTo>
                    <a:cubicBezTo>
                      <a:pt x="137" y="9"/>
                      <a:pt x="137" y="9"/>
                      <a:pt x="137" y="9"/>
                    </a:cubicBezTo>
                    <a:cubicBezTo>
                      <a:pt x="137" y="78"/>
                      <a:pt x="137" y="78"/>
                      <a:pt x="137" y="78"/>
                    </a:cubicBezTo>
                    <a:cubicBezTo>
                      <a:pt x="169" y="37"/>
                      <a:pt x="210" y="0"/>
                      <a:pt x="279" y="0"/>
                    </a:cubicBezTo>
                    <a:cubicBezTo>
                      <a:pt x="383" y="0"/>
                      <a:pt x="444" y="69"/>
                      <a:pt x="444" y="180"/>
                    </a:cubicBezTo>
                    <a:cubicBezTo>
                      <a:pt x="444" y="494"/>
                      <a:pt x="444" y="494"/>
                      <a:pt x="444" y="494"/>
                    </a:cubicBezTo>
                    <a:cubicBezTo>
                      <a:pt x="306" y="494"/>
                      <a:pt x="306" y="494"/>
                      <a:pt x="306" y="494"/>
                    </a:cubicBezTo>
                    <a:cubicBezTo>
                      <a:pt x="306" y="224"/>
                      <a:pt x="306" y="224"/>
                      <a:pt x="306" y="224"/>
                    </a:cubicBezTo>
                    <a:cubicBezTo>
                      <a:pt x="306" y="158"/>
                      <a:pt x="276" y="125"/>
                      <a:pt x="223" y="125"/>
                    </a:cubicBezTo>
                    <a:cubicBezTo>
                      <a:pt x="171" y="125"/>
                      <a:pt x="137" y="158"/>
                      <a:pt x="137" y="224"/>
                    </a:cubicBezTo>
                    <a:cubicBezTo>
                      <a:pt x="137" y="494"/>
                      <a:pt x="137" y="494"/>
                      <a:pt x="137" y="494"/>
                    </a:cubicBezTo>
                    <a:cubicBezTo>
                      <a:pt x="0" y="494"/>
                      <a:pt x="0" y="494"/>
                      <a:pt x="0" y="494"/>
                    </a:cubicBezTo>
                    <a:lnTo>
                      <a:pt x="0" y="9"/>
                    </a:ln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4" name="Freeform 17">
                <a:extLst>
                  <a:ext uri="{FF2B5EF4-FFF2-40B4-BE49-F238E27FC236}">
                    <a16:creationId xmlns:a16="http://schemas.microsoft.com/office/drawing/2014/main" id="{E76CB955-2FC2-83C2-AC09-AD01BCCF18B2}"/>
                  </a:ext>
                </a:extLst>
              </p:cNvPr>
              <p:cNvSpPr>
                <a:spLocks noEditPoints="1"/>
              </p:cNvSpPr>
              <p:nvPr userDrawn="1"/>
            </p:nvSpPr>
            <p:spPr bwMode="auto">
              <a:xfrm>
                <a:off x="5967277" y="938123"/>
                <a:ext cx="228289" cy="219867"/>
              </a:xfrm>
              <a:custGeom>
                <a:avLst/>
                <a:gdLst>
                  <a:gd name="T0" fmla="*/ 0 w 525"/>
                  <a:gd name="T1" fmla="*/ 254 h 505"/>
                  <a:gd name="T2" fmla="*/ 0 w 525"/>
                  <a:gd name="T3" fmla="*/ 253 h 505"/>
                  <a:gd name="T4" fmla="*/ 263 w 525"/>
                  <a:gd name="T5" fmla="*/ 0 h 505"/>
                  <a:gd name="T6" fmla="*/ 525 w 525"/>
                  <a:gd name="T7" fmla="*/ 251 h 505"/>
                  <a:gd name="T8" fmla="*/ 525 w 525"/>
                  <a:gd name="T9" fmla="*/ 253 h 505"/>
                  <a:gd name="T10" fmla="*/ 262 w 525"/>
                  <a:gd name="T11" fmla="*/ 505 h 505"/>
                  <a:gd name="T12" fmla="*/ 0 w 525"/>
                  <a:gd name="T13" fmla="*/ 254 h 505"/>
                  <a:gd name="T14" fmla="*/ 389 w 525"/>
                  <a:gd name="T15" fmla="*/ 254 h 505"/>
                  <a:gd name="T16" fmla="*/ 389 w 525"/>
                  <a:gd name="T17" fmla="*/ 253 h 505"/>
                  <a:gd name="T18" fmla="*/ 262 w 525"/>
                  <a:gd name="T19" fmla="*/ 119 h 505"/>
                  <a:gd name="T20" fmla="*/ 136 w 525"/>
                  <a:gd name="T21" fmla="*/ 251 h 505"/>
                  <a:gd name="T22" fmla="*/ 136 w 525"/>
                  <a:gd name="T23" fmla="*/ 253 h 505"/>
                  <a:gd name="T24" fmla="*/ 263 w 525"/>
                  <a:gd name="T25" fmla="*/ 387 h 505"/>
                  <a:gd name="T26" fmla="*/ 389 w 525"/>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5">
                    <a:moveTo>
                      <a:pt x="0" y="254"/>
                    </a:moveTo>
                    <a:cubicBezTo>
                      <a:pt x="0" y="253"/>
                      <a:pt x="0" y="253"/>
                      <a:pt x="0" y="253"/>
                    </a:cubicBezTo>
                    <a:cubicBezTo>
                      <a:pt x="0" y="113"/>
                      <a:pt x="112" y="0"/>
                      <a:pt x="263" y="0"/>
                    </a:cubicBezTo>
                    <a:cubicBezTo>
                      <a:pt x="414" y="0"/>
                      <a:pt x="525" y="111"/>
                      <a:pt x="525" y="251"/>
                    </a:cubicBezTo>
                    <a:cubicBezTo>
                      <a:pt x="525" y="253"/>
                      <a:pt x="525" y="253"/>
                      <a:pt x="525" y="253"/>
                    </a:cubicBezTo>
                    <a:cubicBezTo>
                      <a:pt x="525" y="392"/>
                      <a:pt x="413" y="505"/>
                      <a:pt x="262" y="505"/>
                    </a:cubicBezTo>
                    <a:cubicBezTo>
                      <a:pt x="111" y="505"/>
                      <a:pt x="0" y="394"/>
                      <a:pt x="0" y="254"/>
                    </a:cubicBezTo>
                    <a:close/>
                    <a:moveTo>
                      <a:pt x="389" y="254"/>
                    </a:moveTo>
                    <a:cubicBezTo>
                      <a:pt x="389" y="253"/>
                      <a:pt x="389" y="253"/>
                      <a:pt x="389" y="253"/>
                    </a:cubicBezTo>
                    <a:cubicBezTo>
                      <a:pt x="389" y="181"/>
                      <a:pt x="338" y="119"/>
                      <a:pt x="262" y="119"/>
                    </a:cubicBezTo>
                    <a:cubicBezTo>
                      <a:pt x="183" y="119"/>
                      <a:pt x="136" y="179"/>
                      <a:pt x="136" y="251"/>
                    </a:cubicBezTo>
                    <a:cubicBezTo>
                      <a:pt x="136" y="253"/>
                      <a:pt x="136" y="253"/>
                      <a:pt x="136" y="253"/>
                    </a:cubicBezTo>
                    <a:cubicBezTo>
                      <a:pt x="136" y="324"/>
                      <a:pt x="187" y="387"/>
                      <a:pt x="263" y="387"/>
                    </a:cubicBezTo>
                    <a:cubicBezTo>
                      <a:pt x="342" y="387"/>
                      <a:pt x="389" y="326"/>
                      <a:pt x="389" y="254"/>
                    </a:cubicBez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5" name="Rectangle 18">
                <a:extLst>
                  <a:ext uri="{FF2B5EF4-FFF2-40B4-BE49-F238E27FC236}">
                    <a16:creationId xmlns:a16="http://schemas.microsoft.com/office/drawing/2014/main" id="{BB15E459-A560-CBA7-38D2-49EC0DF1798C}"/>
                  </a:ext>
                </a:extLst>
              </p:cNvPr>
              <p:cNvSpPr>
                <a:spLocks noChangeArrowheads="1"/>
              </p:cNvSpPr>
              <p:nvPr userDrawn="1"/>
            </p:nvSpPr>
            <p:spPr bwMode="auto">
              <a:xfrm>
                <a:off x="6207091" y="866312"/>
                <a:ext cx="59843" cy="286802"/>
              </a:xfrm>
              <a:prstGeom prst="rect">
                <a:avLst/>
              </a:prstGeom>
              <a:solidFill>
                <a:srgbClr val="4D144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6" name="Freeform 19">
                <a:extLst>
                  <a:ext uri="{FF2B5EF4-FFF2-40B4-BE49-F238E27FC236}">
                    <a16:creationId xmlns:a16="http://schemas.microsoft.com/office/drawing/2014/main" id="{A894E637-6612-023A-5D26-292EB224BB2E}"/>
                  </a:ext>
                </a:extLst>
              </p:cNvPr>
              <p:cNvSpPr>
                <a:spLocks noEditPoints="1"/>
              </p:cNvSpPr>
              <p:nvPr userDrawn="1"/>
            </p:nvSpPr>
            <p:spPr bwMode="auto">
              <a:xfrm>
                <a:off x="6278460" y="938123"/>
                <a:ext cx="228732" cy="219867"/>
              </a:xfrm>
              <a:custGeom>
                <a:avLst/>
                <a:gdLst>
                  <a:gd name="T0" fmla="*/ 0 w 526"/>
                  <a:gd name="T1" fmla="*/ 254 h 505"/>
                  <a:gd name="T2" fmla="*/ 0 w 526"/>
                  <a:gd name="T3" fmla="*/ 253 h 505"/>
                  <a:gd name="T4" fmla="*/ 264 w 526"/>
                  <a:gd name="T5" fmla="*/ 0 h 505"/>
                  <a:gd name="T6" fmla="*/ 526 w 526"/>
                  <a:gd name="T7" fmla="*/ 251 h 505"/>
                  <a:gd name="T8" fmla="*/ 526 w 526"/>
                  <a:gd name="T9" fmla="*/ 253 h 505"/>
                  <a:gd name="T10" fmla="*/ 262 w 526"/>
                  <a:gd name="T11" fmla="*/ 505 h 505"/>
                  <a:gd name="T12" fmla="*/ 0 w 526"/>
                  <a:gd name="T13" fmla="*/ 254 h 505"/>
                  <a:gd name="T14" fmla="*/ 390 w 526"/>
                  <a:gd name="T15" fmla="*/ 254 h 505"/>
                  <a:gd name="T16" fmla="*/ 390 w 526"/>
                  <a:gd name="T17" fmla="*/ 253 h 505"/>
                  <a:gd name="T18" fmla="*/ 262 w 526"/>
                  <a:gd name="T19" fmla="*/ 119 h 505"/>
                  <a:gd name="T20" fmla="*/ 136 w 526"/>
                  <a:gd name="T21" fmla="*/ 251 h 505"/>
                  <a:gd name="T22" fmla="*/ 136 w 526"/>
                  <a:gd name="T23" fmla="*/ 253 h 505"/>
                  <a:gd name="T24" fmla="*/ 264 w 526"/>
                  <a:gd name="T25" fmla="*/ 387 h 505"/>
                  <a:gd name="T26" fmla="*/ 390 w 526"/>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6" h="505">
                    <a:moveTo>
                      <a:pt x="0" y="254"/>
                    </a:moveTo>
                    <a:cubicBezTo>
                      <a:pt x="0" y="253"/>
                      <a:pt x="0" y="253"/>
                      <a:pt x="0" y="253"/>
                    </a:cubicBezTo>
                    <a:cubicBezTo>
                      <a:pt x="0" y="113"/>
                      <a:pt x="113" y="0"/>
                      <a:pt x="264" y="0"/>
                    </a:cubicBezTo>
                    <a:cubicBezTo>
                      <a:pt x="414" y="0"/>
                      <a:pt x="526" y="111"/>
                      <a:pt x="526" y="251"/>
                    </a:cubicBezTo>
                    <a:cubicBezTo>
                      <a:pt x="526" y="253"/>
                      <a:pt x="526" y="253"/>
                      <a:pt x="526" y="253"/>
                    </a:cubicBezTo>
                    <a:cubicBezTo>
                      <a:pt x="526" y="392"/>
                      <a:pt x="413" y="505"/>
                      <a:pt x="262" y="505"/>
                    </a:cubicBezTo>
                    <a:cubicBezTo>
                      <a:pt x="112" y="505"/>
                      <a:pt x="0" y="394"/>
                      <a:pt x="0" y="254"/>
                    </a:cubicBezTo>
                    <a:close/>
                    <a:moveTo>
                      <a:pt x="390" y="254"/>
                    </a:moveTo>
                    <a:cubicBezTo>
                      <a:pt x="390" y="253"/>
                      <a:pt x="390" y="253"/>
                      <a:pt x="390" y="253"/>
                    </a:cubicBezTo>
                    <a:cubicBezTo>
                      <a:pt x="390" y="181"/>
                      <a:pt x="338" y="119"/>
                      <a:pt x="262" y="119"/>
                    </a:cubicBezTo>
                    <a:cubicBezTo>
                      <a:pt x="183" y="119"/>
                      <a:pt x="136" y="179"/>
                      <a:pt x="136" y="251"/>
                    </a:cubicBezTo>
                    <a:cubicBezTo>
                      <a:pt x="136" y="253"/>
                      <a:pt x="136" y="253"/>
                      <a:pt x="136" y="253"/>
                    </a:cubicBezTo>
                    <a:cubicBezTo>
                      <a:pt x="136" y="324"/>
                      <a:pt x="188" y="387"/>
                      <a:pt x="264" y="387"/>
                    </a:cubicBezTo>
                    <a:cubicBezTo>
                      <a:pt x="343" y="387"/>
                      <a:pt x="390" y="326"/>
                      <a:pt x="390" y="254"/>
                    </a:cubicBez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7" name="Freeform 20">
                <a:extLst>
                  <a:ext uri="{FF2B5EF4-FFF2-40B4-BE49-F238E27FC236}">
                    <a16:creationId xmlns:a16="http://schemas.microsoft.com/office/drawing/2014/main" id="{C612BEEF-FFCF-00C7-83E8-3D6CD89DD8B2}"/>
                  </a:ext>
                </a:extLst>
              </p:cNvPr>
              <p:cNvSpPr>
                <a:spLocks noEditPoints="1"/>
              </p:cNvSpPr>
              <p:nvPr userDrawn="1"/>
            </p:nvSpPr>
            <p:spPr bwMode="auto">
              <a:xfrm>
                <a:off x="6516057" y="938123"/>
                <a:ext cx="221197" cy="278823"/>
              </a:xfrm>
              <a:custGeom>
                <a:avLst/>
                <a:gdLst>
                  <a:gd name="T0" fmla="*/ 24 w 509"/>
                  <a:gd name="T1" fmla="*/ 590 h 641"/>
                  <a:gd name="T2" fmla="*/ 71 w 509"/>
                  <a:gd name="T3" fmla="*/ 487 h 641"/>
                  <a:gd name="T4" fmla="*/ 235 w 509"/>
                  <a:gd name="T5" fmla="*/ 531 h 641"/>
                  <a:gd name="T6" fmla="*/ 373 w 509"/>
                  <a:gd name="T7" fmla="*/ 399 h 641"/>
                  <a:gd name="T8" fmla="*/ 373 w 509"/>
                  <a:gd name="T9" fmla="*/ 376 h 641"/>
                  <a:gd name="T10" fmla="*/ 215 w 509"/>
                  <a:gd name="T11" fmla="*/ 454 h 641"/>
                  <a:gd name="T12" fmla="*/ 0 w 509"/>
                  <a:gd name="T13" fmla="*/ 228 h 641"/>
                  <a:gd name="T14" fmla="*/ 0 w 509"/>
                  <a:gd name="T15" fmla="*/ 226 h 641"/>
                  <a:gd name="T16" fmla="*/ 215 w 509"/>
                  <a:gd name="T17" fmla="*/ 0 h 641"/>
                  <a:gd name="T18" fmla="*/ 372 w 509"/>
                  <a:gd name="T19" fmla="*/ 72 h 641"/>
                  <a:gd name="T20" fmla="*/ 372 w 509"/>
                  <a:gd name="T21" fmla="*/ 9 h 641"/>
                  <a:gd name="T22" fmla="*/ 509 w 509"/>
                  <a:gd name="T23" fmla="*/ 9 h 641"/>
                  <a:gd name="T24" fmla="*/ 509 w 509"/>
                  <a:gd name="T25" fmla="*/ 385 h 641"/>
                  <a:gd name="T26" fmla="*/ 448 w 509"/>
                  <a:gd name="T27" fmla="*/ 576 h 641"/>
                  <a:gd name="T28" fmla="*/ 239 w 509"/>
                  <a:gd name="T29" fmla="*/ 641 h 641"/>
                  <a:gd name="T30" fmla="*/ 24 w 509"/>
                  <a:gd name="T31" fmla="*/ 590 h 641"/>
                  <a:gd name="T32" fmla="*/ 373 w 509"/>
                  <a:gd name="T33" fmla="*/ 228 h 641"/>
                  <a:gd name="T34" fmla="*/ 373 w 509"/>
                  <a:gd name="T35" fmla="*/ 226 h 641"/>
                  <a:gd name="T36" fmla="*/ 255 w 509"/>
                  <a:gd name="T37" fmla="*/ 114 h 641"/>
                  <a:gd name="T38" fmla="*/ 137 w 509"/>
                  <a:gd name="T39" fmla="*/ 226 h 641"/>
                  <a:gd name="T40" fmla="*/ 137 w 509"/>
                  <a:gd name="T41" fmla="*/ 228 h 641"/>
                  <a:gd name="T42" fmla="*/ 255 w 509"/>
                  <a:gd name="T43" fmla="*/ 340 h 641"/>
                  <a:gd name="T44" fmla="*/ 373 w 509"/>
                  <a:gd name="T45" fmla="*/ 228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9" h="641">
                    <a:moveTo>
                      <a:pt x="24" y="590"/>
                    </a:moveTo>
                    <a:cubicBezTo>
                      <a:pt x="71" y="487"/>
                      <a:pt x="71" y="487"/>
                      <a:pt x="71" y="487"/>
                    </a:cubicBezTo>
                    <a:cubicBezTo>
                      <a:pt x="121" y="515"/>
                      <a:pt x="171" y="531"/>
                      <a:pt x="235" y="531"/>
                    </a:cubicBezTo>
                    <a:cubicBezTo>
                      <a:pt x="329" y="531"/>
                      <a:pt x="373" y="486"/>
                      <a:pt x="373" y="399"/>
                    </a:cubicBezTo>
                    <a:cubicBezTo>
                      <a:pt x="373" y="376"/>
                      <a:pt x="373" y="376"/>
                      <a:pt x="373" y="376"/>
                    </a:cubicBezTo>
                    <a:cubicBezTo>
                      <a:pt x="333" y="425"/>
                      <a:pt x="288" y="454"/>
                      <a:pt x="215" y="454"/>
                    </a:cubicBezTo>
                    <a:cubicBezTo>
                      <a:pt x="102" y="454"/>
                      <a:pt x="0" y="372"/>
                      <a:pt x="0" y="228"/>
                    </a:cubicBezTo>
                    <a:cubicBezTo>
                      <a:pt x="0" y="226"/>
                      <a:pt x="0" y="226"/>
                      <a:pt x="0" y="226"/>
                    </a:cubicBezTo>
                    <a:cubicBezTo>
                      <a:pt x="0" y="82"/>
                      <a:pt x="104" y="0"/>
                      <a:pt x="215" y="0"/>
                    </a:cubicBezTo>
                    <a:cubicBezTo>
                      <a:pt x="290" y="0"/>
                      <a:pt x="334" y="32"/>
                      <a:pt x="372" y="72"/>
                    </a:cubicBezTo>
                    <a:cubicBezTo>
                      <a:pt x="372" y="9"/>
                      <a:pt x="372" y="9"/>
                      <a:pt x="372" y="9"/>
                    </a:cubicBezTo>
                    <a:cubicBezTo>
                      <a:pt x="509" y="9"/>
                      <a:pt x="509" y="9"/>
                      <a:pt x="509" y="9"/>
                    </a:cubicBezTo>
                    <a:cubicBezTo>
                      <a:pt x="509" y="385"/>
                      <a:pt x="509" y="385"/>
                      <a:pt x="509" y="385"/>
                    </a:cubicBezTo>
                    <a:cubicBezTo>
                      <a:pt x="509" y="472"/>
                      <a:pt x="488" y="535"/>
                      <a:pt x="448" y="576"/>
                    </a:cubicBezTo>
                    <a:cubicBezTo>
                      <a:pt x="402" y="621"/>
                      <a:pt x="333" y="641"/>
                      <a:pt x="239" y="641"/>
                    </a:cubicBezTo>
                    <a:cubicBezTo>
                      <a:pt x="160" y="641"/>
                      <a:pt x="86" y="623"/>
                      <a:pt x="24" y="590"/>
                    </a:cubicBezTo>
                    <a:close/>
                    <a:moveTo>
                      <a:pt x="373" y="228"/>
                    </a:moveTo>
                    <a:cubicBezTo>
                      <a:pt x="373" y="226"/>
                      <a:pt x="373" y="226"/>
                      <a:pt x="373" y="226"/>
                    </a:cubicBezTo>
                    <a:cubicBezTo>
                      <a:pt x="373" y="160"/>
                      <a:pt x="322" y="114"/>
                      <a:pt x="255" y="114"/>
                    </a:cubicBezTo>
                    <a:cubicBezTo>
                      <a:pt x="188" y="114"/>
                      <a:pt x="137" y="160"/>
                      <a:pt x="137" y="226"/>
                    </a:cubicBezTo>
                    <a:cubicBezTo>
                      <a:pt x="137" y="228"/>
                      <a:pt x="137" y="228"/>
                      <a:pt x="137" y="228"/>
                    </a:cubicBezTo>
                    <a:cubicBezTo>
                      <a:pt x="137" y="295"/>
                      <a:pt x="188" y="340"/>
                      <a:pt x="255" y="340"/>
                    </a:cubicBezTo>
                    <a:cubicBezTo>
                      <a:pt x="322" y="340"/>
                      <a:pt x="373" y="294"/>
                      <a:pt x="373" y="228"/>
                    </a:cubicBez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8" name="Freeform 21">
                <a:extLst>
                  <a:ext uri="{FF2B5EF4-FFF2-40B4-BE49-F238E27FC236}">
                    <a16:creationId xmlns:a16="http://schemas.microsoft.com/office/drawing/2014/main" id="{535443A8-F420-58B0-6940-C7217CB7D304}"/>
                  </a:ext>
                </a:extLst>
              </p:cNvPr>
              <p:cNvSpPr>
                <a:spLocks/>
              </p:cNvSpPr>
              <p:nvPr userDrawn="1"/>
            </p:nvSpPr>
            <p:spPr bwMode="auto">
              <a:xfrm>
                <a:off x="6747450" y="942113"/>
                <a:ext cx="219424" cy="275277"/>
              </a:xfrm>
              <a:custGeom>
                <a:avLst/>
                <a:gdLst>
                  <a:gd name="T0" fmla="*/ 362 w 505"/>
                  <a:gd name="T1" fmla="*/ 0 h 633"/>
                  <a:gd name="T2" fmla="*/ 505 w 505"/>
                  <a:gd name="T3" fmla="*/ 0 h 633"/>
                  <a:gd name="T4" fmla="*/ 319 w 505"/>
                  <a:gd name="T5" fmla="*/ 497 h 633"/>
                  <a:gd name="T6" fmla="*/ 159 w 505"/>
                  <a:gd name="T7" fmla="*/ 633 h 633"/>
                  <a:gd name="T8" fmla="*/ 37 w 505"/>
                  <a:gd name="T9" fmla="*/ 599 h 633"/>
                  <a:gd name="T10" fmla="*/ 83 w 505"/>
                  <a:gd name="T11" fmla="*/ 500 h 633"/>
                  <a:gd name="T12" fmla="*/ 142 w 505"/>
                  <a:gd name="T13" fmla="*/ 519 h 633"/>
                  <a:gd name="T14" fmla="*/ 190 w 505"/>
                  <a:gd name="T15" fmla="*/ 487 h 633"/>
                  <a:gd name="T16" fmla="*/ 0 w 505"/>
                  <a:gd name="T17" fmla="*/ 0 h 633"/>
                  <a:gd name="T18" fmla="*/ 146 w 505"/>
                  <a:gd name="T19" fmla="*/ 0 h 633"/>
                  <a:gd name="T20" fmla="*/ 256 w 505"/>
                  <a:gd name="T21" fmla="*/ 331 h 633"/>
                  <a:gd name="T22" fmla="*/ 362 w 505"/>
                  <a:gd name="T23" fmla="*/ 0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5" h="633">
                    <a:moveTo>
                      <a:pt x="362" y="0"/>
                    </a:moveTo>
                    <a:cubicBezTo>
                      <a:pt x="505" y="0"/>
                      <a:pt x="505" y="0"/>
                      <a:pt x="505" y="0"/>
                    </a:cubicBezTo>
                    <a:cubicBezTo>
                      <a:pt x="319" y="497"/>
                      <a:pt x="319" y="497"/>
                      <a:pt x="319" y="497"/>
                    </a:cubicBezTo>
                    <a:cubicBezTo>
                      <a:pt x="282" y="596"/>
                      <a:pt x="242" y="633"/>
                      <a:pt x="159" y="633"/>
                    </a:cubicBezTo>
                    <a:cubicBezTo>
                      <a:pt x="110" y="633"/>
                      <a:pt x="73" y="620"/>
                      <a:pt x="37" y="599"/>
                    </a:cubicBezTo>
                    <a:cubicBezTo>
                      <a:pt x="83" y="500"/>
                      <a:pt x="83" y="500"/>
                      <a:pt x="83" y="500"/>
                    </a:cubicBezTo>
                    <a:cubicBezTo>
                      <a:pt x="101" y="511"/>
                      <a:pt x="124" y="519"/>
                      <a:pt x="142" y="519"/>
                    </a:cubicBezTo>
                    <a:cubicBezTo>
                      <a:pt x="166" y="519"/>
                      <a:pt x="178" y="512"/>
                      <a:pt x="190" y="487"/>
                    </a:cubicBezTo>
                    <a:cubicBezTo>
                      <a:pt x="0" y="0"/>
                      <a:pt x="0" y="0"/>
                      <a:pt x="0" y="0"/>
                    </a:cubicBezTo>
                    <a:cubicBezTo>
                      <a:pt x="146" y="0"/>
                      <a:pt x="146" y="0"/>
                      <a:pt x="146" y="0"/>
                    </a:cubicBezTo>
                    <a:cubicBezTo>
                      <a:pt x="256" y="331"/>
                      <a:pt x="256" y="331"/>
                      <a:pt x="256" y="331"/>
                    </a:cubicBezTo>
                    <a:lnTo>
                      <a:pt x="362" y="0"/>
                    </a:ln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9" name="Freeform 22">
                <a:extLst>
                  <a:ext uri="{FF2B5EF4-FFF2-40B4-BE49-F238E27FC236}">
                    <a16:creationId xmlns:a16="http://schemas.microsoft.com/office/drawing/2014/main" id="{D577C4C5-162A-509E-0F90-2D9CF5560B46}"/>
                  </a:ext>
                </a:extLst>
              </p:cNvPr>
              <p:cNvSpPr>
                <a:spLocks/>
              </p:cNvSpPr>
              <p:nvPr userDrawn="1"/>
            </p:nvSpPr>
            <p:spPr bwMode="auto">
              <a:xfrm>
                <a:off x="6005842" y="1258171"/>
                <a:ext cx="132541" cy="290348"/>
              </a:xfrm>
              <a:custGeom>
                <a:avLst/>
                <a:gdLst>
                  <a:gd name="T0" fmla="*/ 57 w 305"/>
                  <a:gd name="T1" fmla="*/ 299 h 667"/>
                  <a:gd name="T2" fmla="*/ 0 w 305"/>
                  <a:gd name="T3" fmla="*/ 299 h 667"/>
                  <a:gd name="T4" fmla="*/ 0 w 305"/>
                  <a:gd name="T5" fmla="*/ 186 h 667"/>
                  <a:gd name="T6" fmla="*/ 57 w 305"/>
                  <a:gd name="T7" fmla="*/ 186 h 667"/>
                  <a:gd name="T8" fmla="*/ 57 w 305"/>
                  <a:gd name="T9" fmla="*/ 155 h 667"/>
                  <a:gd name="T10" fmla="*/ 96 w 305"/>
                  <a:gd name="T11" fmla="*/ 38 h 667"/>
                  <a:gd name="T12" fmla="*/ 208 w 305"/>
                  <a:gd name="T13" fmla="*/ 0 h 667"/>
                  <a:gd name="T14" fmla="*/ 305 w 305"/>
                  <a:gd name="T15" fmla="*/ 13 h 667"/>
                  <a:gd name="T16" fmla="*/ 305 w 305"/>
                  <a:gd name="T17" fmla="*/ 127 h 667"/>
                  <a:gd name="T18" fmla="*/ 243 w 305"/>
                  <a:gd name="T19" fmla="*/ 115 h 667"/>
                  <a:gd name="T20" fmla="*/ 193 w 305"/>
                  <a:gd name="T21" fmla="*/ 168 h 667"/>
                  <a:gd name="T22" fmla="*/ 193 w 305"/>
                  <a:gd name="T23" fmla="*/ 187 h 667"/>
                  <a:gd name="T24" fmla="*/ 305 w 305"/>
                  <a:gd name="T25" fmla="*/ 187 h 667"/>
                  <a:gd name="T26" fmla="*/ 305 w 305"/>
                  <a:gd name="T27" fmla="*/ 299 h 667"/>
                  <a:gd name="T28" fmla="*/ 195 w 305"/>
                  <a:gd name="T29" fmla="*/ 299 h 667"/>
                  <a:gd name="T30" fmla="*/ 195 w 305"/>
                  <a:gd name="T31" fmla="*/ 667 h 667"/>
                  <a:gd name="T32" fmla="*/ 57 w 305"/>
                  <a:gd name="T33" fmla="*/ 667 h 667"/>
                  <a:gd name="T34" fmla="*/ 57 w 305"/>
                  <a:gd name="T35" fmla="*/ 299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5" h="667">
                    <a:moveTo>
                      <a:pt x="57" y="299"/>
                    </a:moveTo>
                    <a:cubicBezTo>
                      <a:pt x="0" y="299"/>
                      <a:pt x="0" y="299"/>
                      <a:pt x="0" y="299"/>
                    </a:cubicBezTo>
                    <a:cubicBezTo>
                      <a:pt x="0" y="186"/>
                      <a:pt x="0" y="186"/>
                      <a:pt x="0" y="186"/>
                    </a:cubicBezTo>
                    <a:cubicBezTo>
                      <a:pt x="57" y="186"/>
                      <a:pt x="57" y="186"/>
                      <a:pt x="57" y="186"/>
                    </a:cubicBezTo>
                    <a:cubicBezTo>
                      <a:pt x="57" y="155"/>
                      <a:pt x="57" y="155"/>
                      <a:pt x="57" y="155"/>
                    </a:cubicBezTo>
                    <a:cubicBezTo>
                      <a:pt x="57" y="102"/>
                      <a:pt x="71" y="63"/>
                      <a:pt x="96" y="38"/>
                    </a:cubicBezTo>
                    <a:cubicBezTo>
                      <a:pt x="122" y="12"/>
                      <a:pt x="159" y="0"/>
                      <a:pt x="208" y="0"/>
                    </a:cubicBezTo>
                    <a:cubicBezTo>
                      <a:pt x="251" y="0"/>
                      <a:pt x="280" y="5"/>
                      <a:pt x="305" y="13"/>
                    </a:cubicBezTo>
                    <a:cubicBezTo>
                      <a:pt x="305" y="127"/>
                      <a:pt x="305" y="127"/>
                      <a:pt x="305" y="127"/>
                    </a:cubicBezTo>
                    <a:cubicBezTo>
                      <a:pt x="286" y="120"/>
                      <a:pt x="267" y="115"/>
                      <a:pt x="243" y="115"/>
                    </a:cubicBezTo>
                    <a:cubicBezTo>
                      <a:pt x="211" y="115"/>
                      <a:pt x="193" y="132"/>
                      <a:pt x="193" y="168"/>
                    </a:cubicBezTo>
                    <a:cubicBezTo>
                      <a:pt x="193" y="187"/>
                      <a:pt x="193" y="187"/>
                      <a:pt x="193" y="187"/>
                    </a:cubicBezTo>
                    <a:cubicBezTo>
                      <a:pt x="305" y="187"/>
                      <a:pt x="305" y="187"/>
                      <a:pt x="305" y="187"/>
                    </a:cubicBezTo>
                    <a:cubicBezTo>
                      <a:pt x="305" y="299"/>
                      <a:pt x="305" y="299"/>
                      <a:pt x="305" y="299"/>
                    </a:cubicBezTo>
                    <a:cubicBezTo>
                      <a:pt x="195" y="299"/>
                      <a:pt x="195" y="299"/>
                      <a:pt x="195" y="299"/>
                    </a:cubicBezTo>
                    <a:cubicBezTo>
                      <a:pt x="195" y="667"/>
                      <a:pt x="195" y="667"/>
                      <a:pt x="195" y="667"/>
                    </a:cubicBezTo>
                    <a:cubicBezTo>
                      <a:pt x="57" y="667"/>
                      <a:pt x="57" y="667"/>
                      <a:pt x="57" y="667"/>
                    </a:cubicBezTo>
                    <a:lnTo>
                      <a:pt x="57" y="299"/>
                    </a:ln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90" name="Freeform 23">
                <a:extLst>
                  <a:ext uri="{FF2B5EF4-FFF2-40B4-BE49-F238E27FC236}">
                    <a16:creationId xmlns:a16="http://schemas.microsoft.com/office/drawing/2014/main" id="{9CB671CE-477D-F1B3-6894-F85448189A99}"/>
                  </a:ext>
                </a:extLst>
              </p:cNvPr>
              <p:cNvSpPr>
                <a:spLocks noEditPoints="1"/>
              </p:cNvSpPr>
              <p:nvPr userDrawn="1"/>
            </p:nvSpPr>
            <p:spPr bwMode="auto">
              <a:xfrm>
                <a:off x="6137497" y="1333086"/>
                <a:ext cx="228289" cy="219867"/>
              </a:xfrm>
              <a:custGeom>
                <a:avLst/>
                <a:gdLst>
                  <a:gd name="T0" fmla="*/ 0 w 525"/>
                  <a:gd name="T1" fmla="*/ 255 h 506"/>
                  <a:gd name="T2" fmla="*/ 0 w 525"/>
                  <a:gd name="T3" fmla="*/ 253 h 506"/>
                  <a:gd name="T4" fmla="*/ 263 w 525"/>
                  <a:gd name="T5" fmla="*/ 0 h 506"/>
                  <a:gd name="T6" fmla="*/ 525 w 525"/>
                  <a:gd name="T7" fmla="*/ 251 h 506"/>
                  <a:gd name="T8" fmla="*/ 525 w 525"/>
                  <a:gd name="T9" fmla="*/ 253 h 506"/>
                  <a:gd name="T10" fmla="*/ 261 w 525"/>
                  <a:gd name="T11" fmla="*/ 506 h 506"/>
                  <a:gd name="T12" fmla="*/ 0 w 525"/>
                  <a:gd name="T13" fmla="*/ 255 h 506"/>
                  <a:gd name="T14" fmla="*/ 389 w 525"/>
                  <a:gd name="T15" fmla="*/ 255 h 506"/>
                  <a:gd name="T16" fmla="*/ 389 w 525"/>
                  <a:gd name="T17" fmla="*/ 253 h 506"/>
                  <a:gd name="T18" fmla="*/ 261 w 525"/>
                  <a:gd name="T19" fmla="*/ 119 h 506"/>
                  <a:gd name="T20" fmla="*/ 135 w 525"/>
                  <a:gd name="T21" fmla="*/ 251 h 506"/>
                  <a:gd name="T22" fmla="*/ 135 w 525"/>
                  <a:gd name="T23" fmla="*/ 253 h 506"/>
                  <a:gd name="T24" fmla="*/ 263 w 525"/>
                  <a:gd name="T25" fmla="*/ 387 h 506"/>
                  <a:gd name="T26" fmla="*/ 389 w 525"/>
                  <a:gd name="T27" fmla="*/ 255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6">
                    <a:moveTo>
                      <a:pt x="0" y="255"/>
                    </a:moveTo>
                    <a:cubicBezTo>
                      <a:pt x="0" y="253"/>
                      <a:pt x="0" y="253"/>
                      <a:pt x="0" y="253"/>
                    </a:cubicBezTo>
                    <a:cubicBezTo>
                      <a:pt x="0" y="114"/>
                      <a:pt x="112" y="0"/>
                      <a:pt x="263" y="0"/>
                    </a:cubicBezTo>
                    <a:cubicBezTo>
                      <a:pt x="413" y="0"/>
                      <a:pt x="525" y="112"/>
                      <a:pt x="525" y="251"/>
                    </a:cubicBezTo>
                    <a:cubicBezTo>
                      <a:pt x="525" y="253"/>
                      <a:pt x="525" y="253"/>
                      <a:pt x="525" y="253"/>
                    </a:cubicBezTo>
                    <a:cubicBezTo>
                      <a:pt x="525" y="392"/>
                      <a:pt x="412" y="506"/>
                      <a:pt x="261" y="506"/>
                    </a:cubicBezTo>
                    <a:cubicBezTo>
                      <a:pt x="111" y="506"/>
                      <a:pt x="0" y="394"/>
                      <a:pt x="0" y="255"/>
                    </a:cubicBezTo>
                    <a:close/>
                    <a:moveTo>
                      <a:pt x="389" y="255"/>
                    </a:moveTo>
                    <a:cubicBezTo>
                      <a:pt x="389" y="253"/>
                      <a:pt x="389" y="253"/>
                      <a:pt x="389" y="253"/>
                    </a:cubicBezTo>
                    <a:cubicBezTo>
                      <a:pt x="389" y="182"/>
                      <a:pt x="337" y="119"/>
                      <a:pt x="261" y="119"/>
                    </a:cubicBezTo>
                    <a:cubicBezTo>
                      <a:pt x="183" y="119"/>
                      <a:pt x="135" y="180"/>
                      <a:pt x="135" y="251"/>
                    </a:cubicBezTo>
                    <a:cubicBezTo>
                      <a:pt x="135" y="253"/>
                      <a:pt x="135" y="253"/>
                      <a:pt x="135" y="253"/>
                    </a:cubicBezTo>
                    <a:cubicBezTo>
                      <a:pt x="135" y="325"/>
                      <a:pt x="187" y="387"/>
                      <a:pt x="263" y="387"/>
                    </a:cubicBezTo>
                    <a:cubicBezTo>
                      <a:pt x="342" y="387"/>
                      <a:pt x="389" y="326"/>
                      <a:pt x="389" y="255"/>
                    </a:cubicBez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91" name="Freeform 24">
                <a:extLst>
                  <a:ext uri="{FF2B5EF4-FFF2-40B4-BE49-F238E27FC236}">
                    <a16:creationId xmlns:a16="http://schemas.microsoft.com/office/drawing/2014/main" id="{2D545142-881D-002A-830D-2B1960B7F79A}"/>
                  </a:ext>
                </a:extLst>
              </p:cNvPr>
              <p:cNvSpPr>
                <a:spLocks/>
              </p:cNvSpPr>
              <p:nvPr userDrawn="1"/>
            </p:nvSpPr>
            <p:spPr bwMode="auto">
              <a:xfrm>
                <a:off x="6379084" y="1331756"/>
                <a:ext cx="127665" cy="216764"/>
              </a:xfrm>
              <a:custGeom>
                <a:avLst/>
                <a:gdLst>
                  <a:gd name="T0" fmla="*/ 0 w 293"/>
                  <a:gd name="T1" fmla="*/ 13 h 498"/>
                  <a:gd name="T2" fmla="*/ 138 w 293"/>
                  <a:gd name="T3" fmla="*/ 13 h 498"/>
                  <a:gd name="T4" fmla="*/ 138 w 293"/>
                  <a:gd name="T5" fmla="*/ 110 h 498"/>
                  <a:gd name="T6" fmla="*/ 293 w 293"/>
                  <a:gd name="T7" fmla="*/ 3 h 498"/>
                  <a:gd name="T8" fmla="*/ 293 w 293"/>
                  <a:gd name="T9" fmla="*/ 147 h 498"/>
                  <a:gd name="T10" fmla="*/ 286 w 293"/>
                  <a:gd name="T11" fmla="*/ 147 h 498"/>
                  <a:gd name="T12" fmla="*/ 138 w 293"/>
                  <a:gd name="T13" fmla="*/ 318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0"/>
                      <a:pt x="138" y="110"/>
                      <a:pt x="138" y="110"/>
                    </a:cubicBezTo>
                    <a:cubicBezTo>
                      <a:pt x="166" y="43"/>
                      <a:pt x="211" y="0"/>
                      <a:pt x="293" y="3"/>
                    </a:cubicBezTo>
                    <a:cubicBezTo>
                      <a:pt x="293" y="147"/>
                      <a:pt x="293" y="147"/>
                      <a:pt x="293" y="147"/>
                    </a:cubicBezTo>
                    <a:cubicBezTo>
                      <a:pt x="286" y="147"/>
                      <a:pt x="286" y="147"/>
                      <a:pt x="286" y="147"/>
                    </a:cubicBezTo>
                    <a:cubicBezTo>
                      <a:pt x="194" y="147"/>
                      <a:pt x="138" y="203"/>
                      <a:pt x="138" y="318"/>
                    </a:cubicBezTo>
                    <a:cubicBezTo>
                      <a:pt x="138" y="498"/>
                      <a:pt x="138" y="498"/>
                      <a:pt x="138" y="498"/>
                    </a:cubicBezTo>
                    <a:cubicBezTo>
                      <a:pt x="0" y="498"/>
                      <a:pt x="0" y="498"/>
                      <a:pt x="0" y="498"/>
                    </a:cubicBezTo>
                    <a:lnTo>
                      <a:pt x="0" y="13"/>
                    </a:ln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92" name="Freeform 25">
                <a:extLst>
                  <a:ext uri="{FF2B5EF4-FFF2-40B4-BE49-F238E27FC236}">
                    <a16:creationId xmlns:a16="http://schemas.microsoft.com/office/drawing/2014/main" id="{5C959273-267C-8CBA-996C-EC8514CCD7D2}"/>
                  </a:ext>
                </a:extLst>
              </p:cNvPr>
              <p:cNvSpPr>
                <a:spLocks noEditPoints="1"/>
              </p:cNvSpPr>
              <p:nvPr userDrawn="1"/>
            </p:nvSpPr>
            <p:spPr bwMode="auto">
              <a:xfrm>
                <a:off x="6582993" y="1334859"/>
                <a:ext cx="194157" cy="217207"/>
              </a:xfrm>
              <a:custGeom>
                <a:avLst/>
                <a:gdLst>
                  <a:gd name="T0" fmla="*/ 0 w 446"/>
                  <a:gd name="T1" fmla="*/ 351 h 500"/>
                  <a:gd name="T2" fmla="*/ 0 w 446"/>
                  <a:gd name="T3" fmla="*/ 349 h 500"/>
                  <a:gd name="T4" fmla="*/ 195 w 446"/>
                  <a:gd name="T5" fmla="*/ 195 h 500"/>
                  <a:gd name="T6" fmla="*/ 314 w 446"/>
                  <a:gd name="T7" fmla="*/ 215 h 500"/>
                  <a:gd name="T8" fmla="*/ 314 w 446"/>
                  <a:gd name="T9" fmla="*/ 206 h 500"/>
                  <a:gd name="T10" fmla="*/ 210 w 446"/>
                  <a:gd name="T11" fmla="*/ 118 h 500"/>
                  <a:gd name="T12" fmla="*/ 76 w 446"/>
                  <a:gd name="T13" fmla="*/ 144 h 500"/>
                  <a:gd name="T14" fmla="*/ 42 w 446"/>
                  <a:gd name="T15" fmla="*/ 39 h 500"/>
                  <a:gd name="T16" fmla="*/ 230 w 446"/>
                  <a:gd name="T17" fmla="*/ 0 h 500"/>
                  <a:gd name="T18" fmla="*/ 394 w 446"/>
                  <a:gd name="T19" fmla="*/ 54 h 500"/>
                  <a:gd name="T20" fmla="*/ 446 w 446"/>
                  <a:gd name="T21" fmla="*/ 209 h 500"/>
                  <a:gd name="T22" fmla="*/ 446 w 446"/>
                  <a:gd name="T23" fmla="*/ 491 h 500"/>
                  <a:gd name="T24" fmla="*/ 313 w 446"/>
                  <a:gd name="T25" fmla="*/ 491 h 500"/>
                  <a:gd name="T26" fmla="*/ 313 w 446"/>
                  <a:gd name="T27" fmla="*/ 438 h 500"/>
                  <a:gd name="T28" fmla="*/ 167 w 446"/>
                  <a:gd name="T29" fmla="*/ 500 h 500"/>
                  <a:gd name="T30" fmla="*/ 0 w 446"/>
                  <a:gd name="T31" fmla="*/ 351 h 500"/>
                  <a:gd name="T32" fmla="*/ 316 w 446"/>
                  <a:gd name="T33" fmla="*/ 320 h 500"/>
                  <a:gd name="T34" fmla="*/ 316 w 446"/>
                  <a:gd name="T35" fmla="*/ 295 h 500"/>
                  <a:gd name="T36" fmla="*/ 228 w 446"/>
                  <a:gd name="T37" fmla="*/ 277 h 500"/>
                  <a:gd name="T38" fmla="*/ 133 w 446"/>
                  <a:gd name="T39" fmla="*/ 344 h 500"/>
                  <a:gd name="T40" fmla="*/ 133 w 446"/>
                  <a:gd name="T41" fmla="*/ 346 h 500"/>
                  <a:gd name="T42" fmla="*/ 208 w 446"/>
                  <a:gd name="T43" fmla="*/ 405 h 500"/>
                  <a:gd name="T44" fmla="*/ 316 w 446"/>
                  <a:gd name="T45" fmla="*/ 32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500">
                    <a:moveTo>
                      <a:pt x="0" y="351"/>
                    </a:moveTo>
                    <a:cubicBezTo>
                      <a:pt x="0" y="349"/>
                      <a:pt x="0" y="349"/>
                      <a:pt x="0" y="349"/>
                    </a:cubicBezTo>
                    <a:cubicBezTo>
                      <a:pt x="0" y="244"/>
                      <a:pt x="81" y="195"/>
                      <a:pt x="195" y="195"/>
                    </a:cubicBezTo>
                    <a:cubicBezTo>
                      <a:pt x="244" y="195"/>
                      <a:pt x="280" y="203"/>
                      <a:pt x="314" y="215"/>
                    </a:cubicBezTo>
                    <a:cubicBezTo>
                      <a:pt x="314" y="206"/>
                      <a:pt x="314" y="206"/>
                      <a:pt x="314" y="206"/>
                    </a:cubicBezTo>
                    <a:cubicBezTo>
                      <a:pt x="314" y="149"/>
                      <a:pt x="279" y="118"/>
                      <a:pt x="210" y="118"/>
                    </a:cubicBezTo>
                    <a:cubicBezTo>
                      <a:pt x="157" y="118"/>
                      <a:pt x="120" y="128"/>
                      <a:pt x="76" y="144"/>
                    </a:cubicBezTo>
                    <a:cubicBezTo>
                      <a:pt x="42" y="39"/>
                      <a:pt x="42" y="39"/>
                      <a:pt x="42" y="39"/>
                    </a:cubicBezTo>
                    <a:cubicBezTo>
                      <a:pt x="95" y="15"/>
                      <a:pt x="148" y="0"/>
                      <a:pt x="230" y="0"/>
                    </a:cubicBezTo>
                    <a:cubicBezTo>
                      <a:pt x="305" y="0"/>
                      <a:pt x="359" y="20"/>
                      <a:pt x="394" y="54"/>
                    </a:cubicBezTo>
                    <a:cubicBezTo>
                      <a:pt x="430" y="91"/>
                      <a:pt x="446" y="144"/>
                      <a:pt x="446" y="209"/>
                    </a:cubicBezTo>
                    <a:cubicBezTo>
                      <a:pt x="446" y="491"/>
                      <a:pt x="446" y="491"/>
                      <a:pt x="446" y="491"/>
                    </a:cubicBezTo>
                    <a:cubicBezTo>
                      <a:pt x="313" y="491"/>
                      <a:pt x="313" y="491"/>
                      <a:pt x="313" y="491"/>
                    </a:cubicBezTo>
                    <a:cubicBezTo>
                      <a:pt x="313" y="438"/>
                      <a:pt x="313" y="438"/>
                      <a:pt x="313" y="438"/>
                    </a:cubicBezTo>
                    <a:cubicBezTo>
                      <a:pt x="280" y="475"/>
                      <a:pt x="234" y="500"/>
                      <a:pt x="167" y="500"/>
                    </a:cubicBezTo>
                    <a:cubicBezTo>
                      <a:pt x="75" y="500"/>
                      <a:pt x="0" y="447"/>
                      <a:pt x="0" y="351"/>
                    </a:cubicBezTo>
                    <a:close/>
                    <a:moveTo>
                      <a:pt x="316" y="320"/>
                    </a:moveTo>
                    <a:cubicBezTo>
                      <a:pt x="316" y="295"/>
                      <a:pt x="316" y="295"/>
                      <a:pt x="316" y="295"/>
                    </a:cubicBezTo>
                    <a:cubicBezTo>
                      <a:pt x="292" y="284"/>
                      <a:pt x="262" y="277"/>
                      <a:pt x="228" y="277"/>
                    </a:cubicBezTo>
                    <a:cubicBezTo>
                      <a:pt x="169" y="277"/>
                      <a:pt x="133" y="301"/>
                      <a:pt x="133" y="344"/>
                    </a:cubicBezTo>
                    <a:cubicBezTo>
                      <a:pt x="133" y="346"/>
                      <a:pt x="133" y="346"/>
                      <a:pt x="133" y="346"/>
                    </a:cubicBezTo>
                    <a:cubicBezTo>
                      <a:pt x="133" y="383"/>
                      <a:pt x="164" y="405"/>
                      <a:pt x="208" y="405"/>
                    </a:cubicBezTo>
                    <a:cubicBezTo>
                      <a:pt x="272" y="405"/>
                      <a:pt x="316" y="369"/>
                      <a:pt x="316" y="320"/>
                    </a:cubicBezTo>
                    <a:close/>
                  </a:path>
                </a:pathLst>
              </a:custGeom>
              <a:solidFill>
                <a:srgbClr val="4D144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93" name="Rectangle 26">
                <a:extLst>
                  <a:ext uri="{FF2B5EF4-FFF2-40B4-BE49-F238E27FC236}">
                    <a16:creationId xmlns:a16="http://schemas.microsoft.com/office/drawing/2014/main" id="{2F1B0169-414B-8F53-D204-E4FC9132C39A}"/>
                  </a:ext>
                </a:extLst>
              </p:cNvPr>
              <p:cNvSpPr>
                <a:spLocks noChangeArrowheads="1"/>
              </p:cNvSpPr>
              <p:nvPr userDrawn="1"/>
            </p:nvSpPr>
            <p:spPr bwMode="auto">
              <a:xfrm>
                <a:off x="6801973" y="1260831"/>
                <a:ext cx="59843" cy="287689"/>
              </a:xfrm>
              <a:prstGeom prst="rect">
                <a:avLst/>
              </a:prstGeom>
              <a:solidFill>
                <a:srgbClr val="4D144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94" name="Rectangle 27">
                <a:extLst>
                  <a:ext uri="{FF2B5EF4-FFF2-40B4-BE49-F238E27FC236}">
                    <a16:creationId xmlns:a16="http://schemas.microsoft.com/office/drawing/2014/main" id="{FD3CEF0B-9316-CAAF-B811-7977EA0FDC71}"/>
                  </a:ext>
                </a:extLst>
              </p:cNvPr>
              <p:cNvSpPr>
                <a:spLocks noChangeArrowheads="1"/>
              </p:cNvSpPr>
              <p:nvPr userDrawn="1"/>
            </p:nvSpPr>
            <p:spPr bwMode="auto">
              <a:xfrm>
                <a:off x="6886639" y="1260831"/>
                <a:ext cx="59399" cy="287689"/>
              </a:xfrm>
              <a:prstGeom prst="rect">
                <a:avLst/>
              </a:prstGeom>
              <a:solidFill>
                <a:srgbClr val="4D144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
          <p:nvSpPr>
            <p:cNvPr id="64" name="Rectangle 28">
              <a:extLst>
                <a:ext uri="{FF2B5EF4-FFF2-40B4-BE49-F238E27FC236}">
                  <a16:creationId xmlns:a16="http://schemas.microsoft.com/office/drawing/2014/main" id="{C44969F7-1BF0-A4FA-F4EB-8003272D98C6}"/>
                </a:ext>
              </a:extLst>
            </p:cNvPr>
            <p:cNvSpPr>
              <a:spLocks noChangeArrowheads="1"/>
            </p:cNvSpPr>
            <p:nvPr userDrawn="1"/>
          </p:nvSpPr>
          <p:spPr bwMode="auto">
            <a:xfrm>
              <a:off x="11556230" y="767096"/>
              <a:ext cx="634181" cy="189869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350"/>
            </a:p>
          </p:txBody>
        </p:sp>
        <p:grpSp>
          <p:nvGrpSpPr>
            <p:cNvPr id="65" name="Group 64">
              <a:extLst>
                <a:ext uri="{FF2B5EF4-FFF2-40B4-BE49-F238E27FC236}">
                  <a16:creationId xmlns:a16="http://schemas.microsoft.com/office/drawing/2014/main" id="{5AB97A83-AA92-5D2A-D89F-2B85130F597F}"/>
                </a:ext>
              </a:extLst>
            </p:cNvPr>
            <p:cNvGrpSpPr/>
            <p:nvPr userDrawn="1"/>
          </p:nvGrpSpPr>
          <p:grpSpPr>
            <a:xfrm>
              <a:off x="11701122" y="936748"/>
              <a:ext cx="321494" cy="1552800"/>
              <a:chOff x="7313961" y="501936"/>
              <a:chExt cx="323594" cy="1566108"/>
            </a:xfrm>
          </p:grpSpPr>
          <p:sp>
            <p:nvSpPr>
              <p:cNvPr id="66" name="Freeform 29">
                <a:extLst>
                  <a:ext uri="{FF2B5EF4-FFF2-40B4-BE49-F238E27FC236}">
                    <a16:creationId xmlns:a16="http://schemas.microsoft.com/office/drawing/2014/main" id="{93913DCE-D7C5-993F-1CBD-D671F4E01A37}"/>
                  </a:ext>
                </a:extLst>
              </p:cNvPr>
              <p:cNvSpPr>
                <a:spLocks/>
              </p:cNvSpPr>
              <p:nvPr userDrawn="1"/>
            </p:nvSpPr>
            <p:spPr bwMode="auto">
              <a:xfrm>
                <a:off x="7383556" y="1311808"/>
                <a:ext cx="249567" cy="247350"/>
              </a:xfrm>
              <a:custGeom>
                <a:avLst/>
                <a:gdLst>
                  <a:gd name="T0" fmla="*/ 0 w 574"/>
                  <a:gd name="T1" fmla="*/ 229 h 569"/>
                  <a:gd name="T2" fmla="*/ 90 w 574"/>
                  <a:gd name="T3" fmla="*/ 413 h 569"/>
                  <a:gd name="T4" fmla="*/ 90 w 574"/>
                  <a:gd name="T5" fmla="*/ 413 h 569"/>
                  <a:gd name="T6" fmla="*/ 90 w 574"/>
                  <a:gd name="T7" fmla="*/ 413 h 569"/>
                  <a:gd name="T8" fmla="*/ 9 w 574"/>
                  <a:gd name="T9" fmla="*/ 413 h 569"/>
                  <a:gd name="T10" fmla="*/ 9 w 574"/>
                  <a:gd name="T11" fmla="*/ 569 h 569"/>
                  <a:gd name="T12" fmla="*/ 574 w 574"/>
                  <a:gd name="T13" fmla="*/ 569 h 569"/>
                  <a:gd name="T14" fmla="*/ 574 w 574"/>
                  <a:gd name="T15" fmla="*/ 413 h 569"/>
                  <a:gd name="T16" fmla="*/ 253 w 574"/>
                  <a:gd name="T17" fmla="*/ 413 h 569"/>
                  <a:gd name="T18" fmla="*/ 133 w 574"/>
                  <a:gd name="T19" fmla="*/ 286 h 569"/>
                  <a:gd name="T20" fmla="*/ 253 w 574"/>
                  <a:gd name="T21" fmla="*/ 155 h 569"/>
                  <a:gd name="T22" fmla="*/ 574 w 574"/>
                  <a:gd name="T23" fmla="*/ 155 h 569"/>
                  <a:gd name="T24" fmla="*/ 574 w 574"/>
                  <a:gd name="T25" fmla="*/ 0 h 569"/>
                  <a:gd name="T26" fmla="*/ 224 w 574"/>
                  <a:gd name="T27" fmla="*/ 0 h 569"/>
                  <a:gd name="T28" fmla="*/ 0 w 574"/>
                  <a:gd name="T29" fmla="*/ 229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4" h="569">
                    <a:moveTo>
                      <a:pt x="0" y="229"/>
                    </a:moveTo>
                    <a:cubicBezTo>
                      <a:pt x="0" y="294"/>
                      <a:pt x="30" y="368"/>
                      <a:pt x="90" y="413"/>
                    </a:cubicBezTo>
                    <a:cubicBezTo>
                      <a:pt x="90" y="413"/>
                      <a:pt x="90" y="413"/>
                      <a:pt x="90" y="413"/>
                    </a:cubicBezTo>
                    <a:cubicBezTo>
                      <a:pt x="90" y="413"/>
                      <a:pt x="90" y="413"/>
                      <a:pt x="90" y="413"/>
                    </a:cubicBezTo>
                    <a:cubicBezTo>
                      <a:pt x="9" y="413"/>
                      <a:pt x="9" y="413"/>
                      <a:pt x="9" y="413"/>
                    </a:cubicBezTo>
                    <a:cubicBezTo>
                      <a:pt x="9" y="569"/>
                      <a:pt x="9" y="569"/>
                      <a:pt x="9" y="569"/>
                    </a:cubicBezTo>
                    <a:cubicBezTo>
                      <a:pt x="574" y="569"/>
                      <a:pt x="574" y="569"/>
                      <a:pt x="574" y="569"/>
                    </a:cubicBezTo>
                    <a:cubicBezTo>
                      <a:pt x="574" y="413"/>
                      <a:pt x="574" y="413"/>
                      <a:pt x="574" y="413"/>
                    </a:cubicBezTo>
                    <a:cubicBezTo>
                      <a:pt x="253" y="413"/>
                      <a:pt x="253" y="413"/>
                      <a:pt x="253" y="413"/>
                    </a:cubicBezTo>
                    <a:cubicBezTo>
                      <a:pt x="195" y="413"/>
                      <a:pt x="133" y="369"/>
                      <a:pt x="133" y="286"/>
                    </a:cubicBezTo>
                    <a:cubicBezTo>
                      <a:pt x="133" y="221"/>
                      <a:pt x="178" y="155"/>
                      <a:pt x="253" y="155"/>
                    </a:cubicBezTo>
                    <a:cubicBezTo>
                      <a:pt x="574" y="155"/>
                      <a:pt x="574" y="155"/>
                      <a:pt x="574" y="155"/>
                    </a:cubicBezTo>
                    <a:cubicBezTo>
                      <a:pt x="574" y="0"/>
                      <a:pt x="574" y="0"/>
                      <a:pt x="574" y="0"/>
                    </a:cubicBezTo>
                    <a:cubicBezTo>
                      <a:pt x="224" y="0"/>
                      <a:pt x="224" y="0"/>
                      <a:pt x="224" y="0"/>
                    </a:cubicBezTo>
                    <a:cubicBezTo>
                      <a:pt x="94" y="0"/>
                      <a:pt x="0" y="93"/>
                      <a:pt x="0" y="22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67" name="Freeform 30">
                <a:extLst>
                  <a:ext uri="{FF2B5EF4-FFF2-40B4-BE49-F238E27FC236}">
                    <a16:creationId xmlns:a16="http://schemas.microsoft.com/office/drawing/2014/main" id="{6D0A5711-84F8-6852-FC23-C9222B8AB056}"/>
                  </a:ext>
                </a:extLst>
              </p:cNvPr>
              <p:cNvSpPr>
                <a:spLocks/>
              </p:cNvSpPr>
              <p:nvPr userDrawn="1"/>
            </p:nvSpPr>
            <p:spPr bwMode="auto">
              <a:xfrm>
                <a:off x="7387546" y="755049"/>
                <a:ext cx="245577" cy="276163"/>
              </a:xfrm>
              <a:custGeom>
                <a:avLst/>
                <a:gdLst>
                  <a:gd name="T0" fmla="*/ 0 w 554"/>
                  <a:gd name="T1" fmla="*/ 174 h 623"/>
                  <a:gd name="T2" fmla="*/ 377 w 554"/>
                  <a:gd name="T3" fmla="*/ 311 h 623"/>
                  <a:gd name="T4" fmla="*/ 0 w 554"/>
                  <a:gd name="T5" fmla="*/ 450 h 623"/>
                  <a:gd name="T6" fmla="*/ 0 w 554"/>
                  <a:gd name="T7" fmla="*/ 623 h 623"/>
                  <a:gd name="T8" fmla="*/ 554 w 554"/>
                  <a:gd name="T9" fmla="*/ 395 h 623"/>
                  <a:gd name="T10" fmla="*/ 554 w 554"/>
                  <a:gd name="T11" fmla="*/ 228 h 623"/>
                  <a:gd name="T12" fmla="*/ 0 w 554"/>
                  <a:gd name="T13" fmla="*/ 0 h 623"/>
                  <a:gd name="T14" fmla="*/ 0 w 554"/>
                  <a:gd name="T15" fmla="*/ 174 h 6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4" h="623">
                    <a:moveTo>
                      <a:pt x="0" y="174"/>
                    </a:moveTo>
                    <a:lnTo>
                      <a:pt x="377" y="311"/>
                    </a:lnTo>
                    <a:lnTo>
                      <a:pt x="0" y="450"/>
                    </a:lnTo>
                    <a:lnTo>
                      <a:pt x="0" y="623"/>
                    </a:lnTo>
                    <a:lnTo>
                      <a:pt x="554" y="395"/>
                    </a:lnTo>
                    <a:lnTo>
                      <a:pt x="554" y="228"/>
                    </a:lnTo>
                    <a:lnTo>
                      <a:pt x="0" y="0"/>
                    </a:lnTo>
                    <a:lnTo>
                      <a:pt x="0" y="17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68" name="Freeform 31">
                <a:extLst>
                  <a:ext uri="{FF2B5EF4-FFF2-40B4-BE49-F238E27FC236}">
                    <a16:creationId xmlns:a16="http://schemas.microsoft.com/office/drawing/2014/main" id="{185085EF-D1B3-20ED-1267-AC7FAB1644FE}"/>
                  </a:ext>
                </a:extLst>
              </p:cNvPr>
              <p:cNvSpPr>
                <a:spLocks noEditPoints="1"/>
              </p:cNvSpPr>
              <p:nvPr userDrawn="1"/>
            </p:nvSpPr>
            <p:spPr bwMode="auto">
              <a:xfrm>
                <a:off x="7383556" y="1583096"/>
                <a:ext cx="253999" cy="256659"/>
              </a:xfrm>
              <a:custGeom>
                <a:avLst/>
                <a:gdLst>
                  <a:gd name="T0" fmla="*/ 401 w 584"/>
                  <a:gd name="T1" fmla="*/ 110 h 590"/>
                  <a:gd name="T2" fmla="*/ 460 w 584"/>
                  <a:gd name="T3" fmla="*/ 272 h 590"/>
                  <a:gd name="T4" fmla="*/ 415 w 584"/>
                  <a:gd name="T5" fmla="*/ 397 h 590"/>
                  <a:gd name="T6" fmla="*/ 250 w 584"/>
                  <a:gd name="T7" fmla="*/ 0 h 590"/>
                  <a:gd name="T8" fmla="*/ 92 w 584"/>
                  <a:gd name="T9" fmla="*/ 68 h 590"/>
                  <a:gd name="T10" fmla="*/ 0 w 584"/>
                  <a:gd name="T11" fmla="*/ 291 h 590"/>
                  <a:gd name="T12" fmla="*/ 292 w 584"/>
                  <a:gd name="T13" fmla="*/ 590 h 590"/>
                  <a:gd name="T14" fmla="*/ 584 w 584"/>
                  <a:gd name="T15" fmla="*/ 274 h 590"/>
                  <a:gd name="T16" fmla="*/ 476 w 584"/>
                  <a:gd name="T17" fmla="*/ 12 h 590"/>
                  <a:gd name="T18" fmla="*/ 401 w 584"/>
                  <a:gd name="T19" fmla="*/ 110 h 590"/>
                  <a:gd name="T20" fmla="*/ 179 w 584"/>
                  <a:gd name="T21" fmla="*/ 408 h 590"/>
                  <a:gd name="T22" fmla="*/ 123 w 584"/>
                  <a:gd name="T23" fmla="*/ 288 h 590"/>
                  <a:gd name="T24" fmla="*/ 202 w 584"/>
                  <a:gd name="T25" fmla="*/ 168 h 590"/>
                  <a:gd name="T26" fmla="*/ 315 w 584"/>
                  <a:gd name="T27" fmla="*/ 439 h 590"/>
                  <a:gd name="T28" fmla="*/ 179 w 584"/>
                  <a:gd name="T29" fmla="*/ 408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84" h="590">
                    <a:moveTo>
                      <a:pt x="401" y="110"/>
                    </a:moveTo>
                    <a:cubicBezTo>
                      <a:pt x="449" y="175"/>
                      <a:pt x="460" y="212"/>
                      <a:pt x="460" y="272"/>
                    </a:cubicBezTo>
                    <a:cubicBezTo>
                      <a:pt x="460" y="325"/>
                      <a:pt x="444" y="367"/>
                      <a:pt x="415" y="397"/>
                    </a:cubicBezTo>
                    <a:cubicBezTo>
                      <a:pt x="250" y="0"/>
                      <a:pt x="250" y="0"/>
                      <a:pt x="250" y="0"/>
                    </a:cubicBezTo>
                    <a:cubicBezTo>
                      <a:pt x="189" y="9"/>
                      <a:pt x="134" y="32"/>
                      <a:pt x="92" y="68"/>
                    </a:cubicBezTo>
                    <a:cubicBezTo>
                      <a:pt x="32" y="120"/>
                      <a:pt x="0" y="197"/>
                      <a:pt x="0" y="291"/>
                    </a:cubicBezTo>
                    <a:cubicBezTo>
                      <a:pt x="0" y="462"/>
                      <a:pt x="126" y="590"/>
                      <a:pt x="292" y="590"/>
                    </a:cubicBezTo>
                    <a:cubicBezTo>
                      <a:pt x="462" y="590"/>
                      <a:pt x="584" y="462"/>
                      <a:pt x="584" y="274"/>
                    </a:cubicBezTo>
                    <a:cubicBezTo>
                      <a:pt x="584" y="169"/>
                      <a:pt x="534" y="62"/>
                      <a:pt x="476" y="12"/>
                    </a:cubicBezTo>
                    <a:lnTo>
                      <a:pt x="401" y="110"/>
                    </a:lnTo>
                    <a:close/>
                    <a:moveTo>
                      <a:pt x="179" y="408"/>
                    </a:moveTo>
                    <a:cubicBezTo>
                      <a:pt x="144" y="381"/>
                      <a:pt x="123" y="339"/>
                      <a:pt x="123" y="288"/>
                    </a:cubicBezTo>
                    <a:cubicBezTo>
                      <a:pt x="123" y="232"/>
                      <a:pt x="155" y="190"/>
                      <a:pt x="202" y="168"/>
                    </a:cubicBezTo>
                    <a:cubicBezTo>
                      <a:pt x="315" y="439"/>
                      <a:pt x="315" y="439"/>
                      <a:pt x="315" y="439"/>
                    </a:cubicBezTo>
                    <a:cubicBezTo>
                      <a:pt x="257" y="447"/>
                      <a:pt x="212" y="432"/>
                      <a:pt x="179" y="40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69" name="Freeform 32">
                <a:extLst>
                  <a:ext uri="{FF2B5EF4-FFF2-40B4-BE49-F238E27FC236}">
                    <a16:creationId xmlns:a16="http://schemas.microsoft.com/office/drawing/2014/main" id="{8434C32D-C325-1F32-5E19-6C9FC933AC3B}"/>
                  </a:ext>
                </a:extLst>
              </p:cNvPr>
              <p:cNvSpPr>
                <a:spLocks/>
              </p:cNvSpPr>
              <p:nvPr userDrawn="1"/>
            </p:nvSpPr>
            <p:spPr bwMode="auto">
              <a:xfrm>
                <a:off x="7313961" y="1846404"/>
                <a:ext cx="319161" cy="221640"/>
              </a:xfrm>
              <a:custGeom>
                <a:avLst/>
                <a:gdLst>
                  <a:gd name="T0" fmla="*/ 580 w 720"/>
                  <a:gd name="T1" fmla="*/ 0 h 500"/>
                  <a:gd name="T2" fmla="*/ 580 w 720"/>
                  <a:gd name="T3" fmla="*/ 346 h 500"/>
                  <a:gd name="T4" fmla="*/ 0 w 720"/>
                  <a:gd name="T5" fmla="*/ 346 h 500"/>
                  <a:gd name="T6" fmla="*/ 0 w 720"/>
                  <a:gd name="T7" fmla="*/ 500 h 500"/>
                  <a:gd name="T8" fmla="*/ 720 w 720"/>
                  <a:gd name="T9" fmla="*/ 500 h 500"/>
                  <a:gd name="T10" fmla="*/ 720 w 720"/>
                  <a:gd name="T11" fmla="*/ 0 h 500"/>
                  <a:gd name="T12" fmla="*/ 580 w 720"/>
                  <a:gd name="T13" fmla="*/ 0 h 500"/>
                </a:gdLst>
                <a:ahLst/>
                <a:cxnLst>
                  <a:cxn ang="0">
                    <a:pos x="T0" y="T1"/>
                  </a:cxn>
                  <a:cxn ang="0">
                    <a:pos x="T2" y="T3"/>
                  </a:cxn>
                  <a:cxn ang="0">
                    <a:pos x="T4" y="T5"/>
                  </a:cxn>
                  <a:cxn ang="0">
                    <a:pos x="T6" y="T7"/>
                  </a:cxn>
                  <a:cxn ang="0">
                    <a:pos x="T8" y="T9"/>
                  </a:cxn>
                  <a:cxn ang="0">
                    <a:pos x="T10" y="T11"/>
                  </a:cxn>
                  <a:cxn ang="0">
                    <a:pos x="T12" y="T13"/>
                  </a:cxn>
                </a:cxnLst>
                <a:rect l="0" t="0" r="r" b="b"/>
                <a:pathLst>
                  <a:path w="720" h="500">
                    <a:moveTo>
                      <a:pt x="580" y="0"/>
                    </a:moveTo>
                    <a:lnTo>
                      <a:pt x="580" y="346"/>
                    </a:lnTo>
                    <a:lnTo>
                      <a:pt x="0" y="346"/>
                    </a:lnTo>
                    <a:lnTo>
                      <a:pt x="0" y="500"/>
                    </a:lnTo>
                    <a:lnTo>
                      <a:pt x="720" y="500"/>
                    </a:lnTo>
                    <a:lnTo>
                      <a:pt x="720" y="0"/>
                    </a:lnTo>
                    <a:lnTo>
                      <a:pt x="58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0" name="Freeform 33">
                <a:extLst>
                  <a:ext uri="{FF2B5EF4-FFF2-40B4-BE49-F238E27FC236}">
                    <a16:creationId xmlns:a16="http://schemas.microsoft.com/office/drawing/2014/main" id="{A281B950-B57F-4814-65C4-87F843CA0E1C}"/>
                  </a:ext>
                </a:extLst>
              </p:cNvPr>
              <p:cNvSpPr>
                <a:spLocks noEditPoints="1"/>
              </p:cNvSpPr>
              <p:nvPr userDrawn="1"/>
            </p:nvSpPr>
            <p:spPr bwMode="auto">
              <a:xfrm>
                <a:off x="7383556" y="501936"/>
                <a:ext cx="253999" cy="263752"/>
              </a:xfrm>
              <a:custGeom>
                <a:avLst/>
                <a:gdLst>
                  <a:gd name="T0" fmla="*/ 584 w 584"/>
                  <a:gd name="T1" fmla="*/ 304 h 607"/>
                  <a:gd name="T2" fmla="*/ 292 w 584"/>
                  <a:gd name="T3" fmla="*/ 607 h 607"/>
                  <a:gd name="T4" fmla="*/ 0 w 584"/>
                  <a:gd name="T5" fmla="*/ 302 h 607"/>
                  <a:gd name="T6" fmla="*/ 292 w 584"/>
                  <a:gd name="T7" fmla="*/ 0 h 607"/>
                  <a:gd name="T8" fmla="*/ 584 w 584"/>
                  <a:gd name="T9" fmla="*/ 304 h 607"/>
                  <a:gd name="T10" fmla="*/ 133 w 584"/>
                  <a:gd name="T11" fmla="*/ 304 h 607"/>
                  <a:gd name="T12" fmla="*/ 292 w 584"/>
                  <a:gd name="T13" fmla="*/ 454 h 607"/>
                  <a:gd name="T14" fmla="*/ 451 w 584"/>
                  <a:gd name="T15" fmla="*/ 302 h 607"/>
                  <a:gd name="T16" fmla="*/ 292 w 584"/>
                  <a:gd name="T17" fmla="*/ 153 h 607"/>
                  <a:gd name="T18" fmla="*/ 133 w 584"/>
                  <a:gd name="T19" fmla="*/ 304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4"/>
                    </a:moveTo>
                    <a:cubicBezTo>
                      <a:pt x="584" y="474"/>
                      <a:pt x="457" y="607"/>
                      <a:pt x="292" y="607"/>
                    </a:cubicBezTo>
                    <a:cubicBezTo>
                      <a:pt x="128" y="607"/>
                      <a:pt x="0" y="473"/>
                      <a:pt x="0" y="302"/>
                    </a:cubicBezTo>
                    <a:cubicBezTo>
                      <a:pt x="0" y="133"/>
                      <a:pt x="126" y="0"/>
                      <a:pt x="292" y="0"/>
                    </a:cubicBezTo>
                    <a:cubicBezTo>
                      <a:pt x="455" y="0"/>
                      <a:pt x="584" y="133"/>
                      <a:pt x="584" y="304"/>
                    </a:cubicBezTo>
                    <a:moveTo>
                      <a:pt x="133" y="304"/>
                    </a:moveTo>
                    <a:cubicBezTo>
                      <a:pt x="133" y="391"/>
                      <a:pt x="198" y="454"/>
                      <a:pt x="292" y="454"/>
                    </a:cubicBezTo>
                    <a:cubicBezTo>
                      <a:pt x="381" y="454"/>
                      <a:pt x="451" y="387"/>
                      <a:pt x="451" y="302"/>
                    </a:cubicBezTo>
                    <a:cubicBezTo>
                      <a:pt x="451" y="216"/>
                      <a:pt x="383" y="153"/>
                      <a:pt x="292" y="153"/>
                    </a:cubicBezTo>
                    <a:cubicBezTo>
                      <a:pt x="203" y="153"/>
                      <a:pt x="133" y="219"/>
                      <a:pt x="133" y="30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71" name="Freeform 34">
                <a:extLst>
                  <a:ext uri="{FF2B5EF4-FFF2-40B4-BE49-F238E27FC236}">
                    <a16:creationId xmlns:a16="http://schemas.microsoft.com/office/drawing/2014/main" id="{EE465ED6-53DE-A385-42CB-0B5A75477346}"/>
                  </a:ext>
                </a:extLst>
              </p:cNvPr>
              <p:cNvSpPr>
                <a:spLocks noEditPoints="1"/>
              </p:cNvSpPr>
              <p:nvPr userDrawn="1"/>
            </p:nvSpPr>
            <p:spPr bwMode="auto">
              <a:xfrm>
                <a:off x="7383556" y="1021017"/>
                <a:ext cx="253999" cy="263752"/>
              </a:xfrm>
              <a:custGeom>
                <a:avLst/>
                <a:gdLst>
                  <a:gd name="T0" fmla="*/ 584 w 584"/>
                  <a:gd name="T1" fmla="*/ 305 h 607"/>
                  <a:gd name="T2" fmla="*/ 292 w 584"/>
                  <a:gd name="T3" fmla="*/ 607 h 607"/>
                  <a:gd name="T4" fmla="*/ 0 w 584"/>
                  <a:gd name="T5" fmla="*/ 303 h 607"/>
                  <a:gd name="T6" fmla="*/ 292 w 584"/>
                  <a:gd name="T7" fmla="*/ 0 h 607"/>
                  <a:gd name="T8" fmla="*/ 584 w 584"/>
                  <a:gd name="T9" fmla="*/ 305 h 607"/>
                  <a:gd name="T10" fmla="*/ 133 w 584"/>
                  <a:gd name="T11" fmla="*/ 305 h 607"/>
                  <a:gd name="T12" fmla="*/ 292 w 584"/>
                  <a:gd name="T13" fmla="*/ 454 h 607"/>
                  <a:gd name="T14" fmla="*/ 451 w 584"/>
                  <a:gd name="T15" fmla="*/ 303 h 607"/>
                  <a:gd name="T16" fmla="*/ 292 w 584"/>
                  <a:gd name="T17" fmla="*/ 153 h 607"/>
                  <a:gd name="T18" fmla="*/ 133 w 584"/>
                  <a:gd name="T19" fmla="*/ 305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5"/>
                    </a:moveTo>
                    <a:cubicBezTo>
                      <a:pt x="584" y="474"/>
                      <a:pt x="457" y="607"/>
                      <a:pt x="292" y="607"/>
                    </a:cubicBezTo>
                    <a:cubicBezTo>
                      <a:pt x="128" y="607"/>
                      <a:pt x="0" y="474"/>
                      <a:pt x="0" y="303"/>
                    </a:cubicBezTo>
                    <a:cubicBezTo>
                      <a:pt x="0" y="133"/>
                      <a:pt x="126" y="0"/>
                      <a:pt x="292" y="0"/>
                    </a:cubicBezTo>
                    <a:cubicBezTo>
                      <a:pt x="455" y="0"/>
                      <a:pt x="584" y="134"/>
                      <a:pt x="584" y="305"/>
                    </a:cubicBezTo>
                    <a:moveTo>
                      <a:pt x="133" y="305"/>
                    </a:moveTo>
                    <a:cubicBezTo>
                      <a:pt x="133" y="391"/>
                      <a:pt x="198" y="454"/>
                      <a:pt x="292" y="454"/>
                    </a:cubicBezTo>
                    <a:cubicBezTo>
                      <a:pt x="381" y="454"/>
                      <a:pt x="451" y="388"/>
                      <a:pt x="451" y="303"/>
                    </a:cubicBezTo>
                    <a:cubicBezTo>
                      <a:pt x="451" y="216"/>
                      <a:pt x="383" y="153"/>
                      <a:pt x="292" y="153"/>
                    </a:cubicBezTo>
                    <a:cubicBezTo>
                      <a:pt x="203" y="153"/>
                      <a:pt x="133" y="220"/>
                      <a:pt x="133" y="30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grpSp>
      <p:grpSp>
        <p:nvGrpSpPr>
          <p:cNvPr id="42" name="Group 41">
            <a:extLst>
              <a:ext uri="{FF2B5EF4-FFF2-40B4-BE49-F238E27FC236}">
                <a16:creationId xmlns:a16="http://schemas.microsoft.com/office/drawing/2014/main" id="{320E6808-E70B-FA4B-99F6-1C02BBC16598}"/>
              </a:ext>
            </a:extLst>
          </p:cNvPr>
          <p:cNvGrpSpPr/>
          <p:nvPr userDrawn="1"/>
        </p:nvGrpSpPr>
        <p:grpSpPr>
          <a:xfrm>
            <a:off x="1154511" y="3561908"/>
            <a:ext cx="5890067" cy="1769127"/>
            <a:chOff x="541049" y="2649538"/>
            <a:chExt cx="9285724" cy="2092325"/>
          </a:xfrm>
          <a:solidFill>
            <a:srgbClr val="4D144A"/>
          </a:solidFill>
        </p:grpSpPr>
        <p:sp>
          <p:nvSpPr>
            <p:cNvPr id="43" name="Freeform 5">
              <a:extLst>
                <a:ext uri="{FF2B5EF4-FFF2-40B4-BE49-F238E27FC236}">
                  <a16:creationId xmlns:a16="http://schemas.microsoft.com/office/drawing/2014/main" id="{4C297CEF-136F-B1B7-09B1-55E4D7563FDB}"/>
                </a:ext>
              </a:extLst>
            </p:cNvPr>
            <p:cNvSpPr>
              <a:spLocks/>
            </p:cNvSpPr>
            <p:nvPr userDrawn="1"/>
          </p:nvSpPr>
          <p:spPr bwMode="auto">
            <a:xfrm>
              <a:off x="541049" y="2809876"/>
              <a:ext cx="963613" cy="1928813"/>
            </a:xfrm>
            <a:custGeom>
              <a:avLst/>
              <a:gdLst>
                <a:gd name="T0" fmla="*/ 57 w 301"/>
                <a:gd name="T1" fmla="*/ 458 h 600"/>
                <a:gd name="T2" fmla="*/ 57 w 301"/>
                <a:gd name="T3" fmla="*/ 235 h 600"/>
                <a:gd name="T4" fmla="*/ 0 w 301"/>
                <a:gd name="T5" fmla="*/ 235 h 600"/>
                <a:gd name="T6" fmla="*/ 0 w 301"/>
                <a:gd name="T7" fmla="*/ 121 h 600"/>
                <a:gd name="T8" fmla="*/ 57 w 301"/>
                <a:gd name="T9" fmla="*/ 121 h 600"/>
                <a:gd name="T10" fmla="*/ 57 w 301"/>
                <a:gd name="T11" fmla="*/ 0 h 600"/>
                <a:gd name="T12" fmla="*/ 190 w 301"/>
                <a:gd name="T13" fmla="*/ 0 h 600"/>
                <a:gd name="T14" fmla="*/ 190 w 301"/>
                <a:gd name="T15" fmla="*/ 121 h 600"/>
                <a:gd name="T16" fmla="*/ 301 w 301"/>
                <a:gd name="T17" fmla="*/ 121 h 600"/>
                <a:gd name="T18" fmla="*/ 301 w 301"/>
                <a:gd name="T19" fmla="*/ 235 h 600"/>
                <a:gd name="T20" fmla="*/ 190 w 301"/>
                <a:gd name="T21" fmla="*/ 235 h 600"/>
                <a:gd name="T22" fmla="*/ 190 w 301"/>
                <a:gd name="T23" fmla="*/ 436 h 600"/>
                <a:gd name="T24" fmla="*/ 233 w 301"/>
                <a:gd name="T25" fmla="*/ 482 h 600"/>
                <a:gd name="T26" fmla="*/ 299 w 301"/>
                <a:gd name="T27" fmla="*/ 465 h 600"/>
                <a:gd name="T28" fmla="*/ 299 w 301"/>
                <a:gd name="T29" fmla="*/ 573 h 600"/>
                <a:gd name="T30" fmla="*/ 194 w 301"/>
                <a:gd name="T31" fmla="*/ 600 h 600"/>
                <a:gd name="T32" fmla="*/ 57 w 301"/>
                <a:gd name="T33" fmla="*/ 458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1" h="600">
                  <a:moveTo>
                    <a:pt x="57" y="458"/>
                  </a:moveTo>
                  <a:cubicBezTo>
                    <a:pt x="57" y="235"/>
                    <a:pt x="57" y="235"/>
                    <a:pt x="57" y="235"/>
                  </a:cubicBezTo>
                  <a:cubicBezTo>
                    <a:pt x="0" y="235"/>
                    <a:pt x="0" y="235"/>
                    <a:pt x="0" y="235"/>
                  </a:cubicBezTo>
                  <a:cubicBezTo>
                    <a:pt x="0" y="121"/>
                    <a:pt x="0" y="121"/>
                    <a:pt x="0" y="121"/>
                  </a:cubicBezTo>
                  <a:cubicBezTo>
                    <a:pt x="57" y="121"/>
                    <a:pt x="57" y="121"/>
                    <a:pt x="57" y="121"/>
                  </a:cubicBezTo>
                  <a:cubicBezTo>
                    <a:pt x="57" y="0"/>
                    <a:pt x="57" y="0"/>
                    <a:pt x="57" y="0"/>
                  </a:cubicBezTo>
                  <a:cubicBezTo>
                    <a:pt x="190" y="0"/>
                    <a:pt x="190" y="0"/>
                    <a:pt x="190" y="0"/>
                  </a:cubicBezTo>
                  <a:cubicBezTo>
                    <a:pt x="190" y="121"/>
                    <a:pt x="190" y="121"/>
                    <a:pt x="190" y="121"/>
                  </a:cubicBezTo>
                  <a:cubicBezTo>
                    <a:pt x="301" y="121"/>
                    <a:pt x="301" y="121"/>
                    <a:pt x="301" y="121"/>
                  </a:cubicBezTo>
                  <a:cubicBezTo>
                    <a:pt x="301" y="235"/>
                    <a:pt x="301" y="235"/>
                    <a:pt x="301" y="235"/>
                  </a:cubicBezTo>
                  <a:cubicBezTo>
                    <a:pt x="190" y="235"/>
                    <a:pt x="190" y="235"/>
                    <a:pt x="190" y="235"/>
                  </a:cubicBezTo>
                  <a:cubicBezTo>
                    <a:pt x="190" y="436"/>
                    <a:pt x="190" y="436"/>
                    <a:pt x="190" y="436"/>
                  </a:cubicBezTo>
                  <a:cubicBezTo>
                    <a:pt x="190" y="467"/>
                    <a:pt x="203" y="482"/>
                    <a:pt x="233" y="482"/>
                  </a:cubicBezTo>
                  <a:cubicBezTo>
                    <a:pt x="258" y="482"/>
                    <a:pt x="280" y="476"/>
                    <a:pt x="299" y="465"/>
                  </a:cubicBezTo>
                  <a:cubicBezTo>
                    <a:pt x="299" y="573"/>
                    <a:pt x="299" y="573"/>
                    <a:pt x="299" y="573"/>
                  </a:cubicBezTo>
                  <a:cubicBezTo>
                    <a:pt x="271" y="590"/>
                    <a:pt x="239" y="600"/>
                    <a:pt x="194" y="600"/>
                  </a:cubicBezTo>
                  <a:cubicBezTo>
                    <a:pt x="112" y="600"/>
                    <a:pt x="57" y="568"/>
                    <a:pt x="57" y="4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44" name="Freeform 6">
              <a:extLst>
                <a:ext uri="{FF2B5EF4-FFF2-40B4-BE49-F238E27FC236}">
                  <a16:creationId xmlns:a16="http://schemas.microsoft.com/office/drawing/2014/main" id="{622BAF6B-1742-15FD-B0EB-40B8C3DC1168}"/>
                </a:ext>
              </a:extLst>
            </p:cNvPr>
            <p:cNvSpPr>
              <a:spLocks/>
            </p:cNvSpPr>
            <p:nvPr userDrawn="1"/>
          </p:nvSpPr>
          <p:spPr bwMode="auto">
            <a:xfrm>
              <a:off x="1708151" y="2649538"/>
              <a:ext cx="1382713" cy="2063750"/>
            </a:xfrm>
            <a:custGeom>
              <a:avLst/>
              <a:gdLst>
                <a:gd name="T0" fmla="*/ 0 w 432"/>
                <a:gd name="T1" fmla="*/ 0 h 642"/>
                <a:gd name="T2" fmla="*/ 134 w 432"/>
                <a:gd name="T3" fmla="*/ 0 h 642"/>
                <a:gd name="T4" fmla="*/ 134 w 432"/>
                <a:gd name="T5" fmla="*/ 237 h 642"/>
                <a:gd name="T6" fmla="*/ 272 w 432"/>
                <a:gd name="T7" fmla="*/ 162 h 642"/>
                <a:gd name="T8" fmla="*/ 432 w 432"/>
                <a:gd name="T9" fmla="*/ 337 h 642"/>
                <a:gd name="T10" fmla="*/ 432 w 432"/>
                <a:gd name="T11" fmla="*/ 642 h 642"/>
                <a:gd name="T12" fmla="*/ 298 w 432"/>
                <a:gd name="T13" fmla="*/ 642 h 642"/>
                <a:gd name="T14" fmla="*/ 298 w 432"/>
                <a:gd name="T15" fmla="*/ 379 h 642"/>
                <a:gd name="T16" fmla="*/ 218 w 432"/>
                <a:gd name="T17" fmla="*/ 283 h 642"/>
                <a:gd name="T18" fmla="*/ 134 w 432"/>
                <a:gd name="T19" fmla="*/ 379 h 642"/>
                <a:gd name="T20" fmla="*/ 134 w 432"/>
                <a:gd name="T21" fmla="*/ 642 h 642"/>
                <a:gd name="T22" fmla="*/ 0 w 432"/>
                <a:gd name="T23" fmla="*/ 642 h 642"/>
                <a:gd name="T24" fmla="*/ 0 w 432"/>
                <a:gd name="T25"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642">
                  <a:moveTo>
                    <a:pt x="0" y="0"/>
                  </a:moveTo>
                  <a:cubicBezTo>
                    <a:pt x="134" y="0"/>
                    <a:pt x="134" y="0"/>
                    <a:pt x="134" y="0"/>
                  </a:cubicBezTo>
                  <a:cubicBezTo>
                    <a:pt x="134" y="237"/>
                    <a:pt x="134" y="237"/>
                    <a:pt x="134" y="237"/>
                  </a:cubicBezTo>
                  <a:cubicBezTo>
                    <a:pt x="165" y="198"/>
                    <a:pt x="204" y="162"/>
                    <a:pt x="272" y="162"/>
                  </a:cubicBezTo>
                  <a:cubicBezTo>
                    <a:pt x="373" y="162"/>
                    <a:pt x="432" y="229"/>
                    <a:pt x="432" y="337"/>
                  </a:cubicBezTo>
                  <a:cubicBezTo>
                    <a:pt x="432" y="642"/>
                    <a:pt x="432" y="642"/>
                    <a:pt x="432" y="642"/>
                  </a:cubicBezTo>
                  <a:cubicBezTo>
                    <a:pt x="298" y="642"/>
                    <a:pt x="298" y="642"/>
                    <a:pt x="298" y="642"/>
                  </a:cubicBezTo>
                  <a:cubicBezTo>
                    <a:pt x="298" y="379"/>
                    <a:pt x="298" y="379"/>
                    <a:pt x="298" y="379"/>
                  </a:cubicBezTo>
                  <a:cubicBezTo>
                    <a:pt x="298" y="316"/>
                    <a:pt x="269" y="283"/>
                    <a:pt x="218" y="283"/>
                  </a:cubicBezTo>
                  <a:cubicBezTo>
                    <a:pt x="166" y="283"/>
                    <a:pt x="134" y="316"/>
                    <a:pt x="134" y="379"/>
                  </a:cubicBezTo>
                  <a:cubicBezTo>
                    <a:pt x="134" y="642"/>
                    <a:pt x="134" y="642"/>
                    <a:pt x="134" y="642"/>
                  </a:cubicBezTo>
                  <a:cubicBezTo>
                    <a:pt x="0" y="642"/>
                    <a:pt x="0" y="642"/>
                    <a:pt x="0" y="64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45" name="Freeform 7">
              <a:extLst>
                <a:ext uri="{FF2B5EF4-FFF2-40B4-BE49-F238E27FC236}">
                  <a16:creationId xmlns:a16="http://schemas.microsoft.com/office/drawing/2014/main" id="{788B3367-A4C9-CCD9-A688-1D2826A4B010}"/>
                </a:ext>
              </a:extLst>
            </p:cNvPr>
            <p:cNvSpPr>
              <a:spLocks noEditPoints="1"/>
            </p:cNvSpPr>
            <p:nvPr userDrawn="1"/>
          </p:nvSpPr>
          <p:spPr bwMode="auto">
            <a:xfrm>
              <a:off x="3261304" y="3179763"/>
              <a:ext cx="1390650" cy="1562100"/>
            </a:xfrm>
            <a:custGeom>
              <a:avLst/>
              <a:gdLst>
                <a:gd name="T0" fmla="*/ 0 w 434"/>
                <a:gd name="T1" fmla="*/ 342 h 486"/>
                <a:gd name="T2" fmla="*/ 0 w 434"/>
                <a:gd name="T3" fmla="*/ 340 h 486"/>
                <a:gd name="T4" fmla="*/ 190 w 434"/>
                <a:gd name="T5" fmla="*/ 189 h 486"/>
                <a:gd name="T6" fmla="*/ 305 w 434"/>
                <a:gd name="T7" fmla="*/ 209 h 486"/>
                <a:gd name="T8" fmla="*/ 305 w 434"/>
                <a:gd name="T9" fmla="*/ 201 h 486"/>
                <a:gd name="T10" fmla="*/ 204 w 434"/>
                <a:gd name="T11" fmla="*/ 115 h 486"/>
                <a:gd name="T12" fmla="*/ 74 w 434"/>
                <a:gd name="T13" fmla="*/ 140 h 486"/>
                <a:gd name="T14" fmla="*/ 40 w 434"/>
                <a:gd name="T15" fmla="*/ 38 h 486"/>
                <a:gd name="T16" fmla="*/ 223 w 434"/>
                <a:gd name="T17" fmla="*/ 0 h 486"/>
                <a:gd name="T18" fmla="*/ 383 w 434"/>
                <a:gd name="T19" fmla="*/ 53 h 486"/>
                <a:gd name="T20" fmla="*/ 434 w 434"/>
                <a:gd name="T21" fmla="*/ 204 h 486"/>
                <a:gd name="T22" fmla="*/ 434 w 434"/>
                <a:gd name="T23" fmla="*/ 477 h 486"/>
                <a:gd name="T24" fmla="*/ 304 w 434"/>
                <a:gd name="T25" fmla="*/ 477 h 486"/>
                <a:gd name="T26" fmla="*/ 304 w 434"/>
                <a:gd name="T27" fmla="*/ 426 h 486"/>
                <a:gd name="T28" fmla="*/ 162 w 434"/>
                <a:gd name="T29" fmla="*/ 486 h 486"/>
                <a:gd name="T30" fmla="*/ 0 w 434"/>
                <a:gd name="T31" fmla="*/ 342 h 486"/>
                <a:gd name="T32" fmla="*/ 307 w 434"/>
                <a:gd name="T33" fmla="*/ 311 h 486"/>
                <a:gd name="T34" fmla="*/ 307 w 434"/>
                <a:gd name="T35" fmla="*/ 287 h 486"/>
                <a:gd name="T36" fmla="*/ 222 w 434"/>
                <a:gd name="T37" fmla="*/ 270 h 486"/>
                <a:gd name="T38" fmla="*/ 129 w 434"/>
                <a:gd name="T39" fmla="*/ 335 h 486"/>
                <a:gd name="T40" fmla="*/ 129 w 434"/>
                <a:gd name="T41" fmla="*/ 336 h 486"/>
                <a:gd name="T42" fmla="*/ 202 w 434"/>
                <a:gd name="T43" fmla="*/ 394 h 486"/>
                <a:gd name="T44" fmla="*/ 307 w 434"/>
                <a:gd name="T45" fmla="*/ 31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34" h="486">
                  <a:moveTo>
                    <a:pt x="0" y="342"/>
                  </a:moveTo>
                  <a:cubicBezTo>
                    <a:pt x="0" y="340"/>
                    <a:pt x="0" y="340"/>
                    <a:pt x="0" y="340"/>
                  </a:cubicBezTo>
                  <a:cubicBezTo>
                    <a:pt x="0" y="237"/>
                    <a:pt x="78" y="189"/>
                    <a:pt x="190" y="189"/>
                  </a:cubicBezTo>
                  <a:cubicBezTo>
                    <a:pt x="237" y="189"/>
                    <a:pt x="272" y="197"/>
                    <a:pt x="305" y="209"/>
                  </a:cubicBezTo>
                  <a:cubicBezTo>
                    <a:pt x="305" y="201"/>
                    <a:pt x="305" y="201"/>
                    <a:pt x="305" y="201"/>
                  </a:cubicBezTo>
                  <a:cubicBezTo>
                    <a:pt x="305" y="145"/>
                    <a:pt x="271" y="115"/>
                    <a:pt x="204" y="115"/>
                  </a:cubicBezTo>
                  <a:cubicBezTo>
                    <a:pt x="153" y="115"/>
                    <a:pt x="117" y="124"/>
                    <a:pt x="74" y="140"/>
                  </a:cubicBezTo>
                  <a:cubicBezTo>
                    <a:pt x="40" y="38"/>
                    <a:pt x="40" y="38"/>
                    <a:pt x="40" y="38"/>
                  </a:cubicBezTo>
                  <a:cubicBezTo>
                    <a:pt x="92" y="15"/>
                    <a:pt x="143" y="0"/>
                    <a:pt x="223" y="0"/>
                  </a:cubicBezTo>
                  <a:cubicBezTo>
                    <a:pt x="296" y="0"/>
                    <a:pt x="349" y="20"/>
                    <a:pt x="383" y="53"/>
                  </a:cubicBezTo>
                  <a:cubicBezTo>
                    <a:pt x="418" y="88"/>
                    <a:pt x="434" y="140"/>
                    <a:pt x="434" y="204"/>
                  </a:cubicBezTo>
                  <a:cubicBezTo>
                    <a:pt x="434" y="477"/>
                    <a:pt x="434" y="477"/>
                    <a:pt x="434" y="477"/>
                  </a:cubicBezTo>
                  <a:cubicBezTo>
                    <a:pt x="304" y="477"/>
                    <a:pt x="304" y="477"/>
                    <a:pt x="304" y="477"/>
                  </a:cubicBezTo>
                  <a:cubicBezTo>
                    <a:pt x="304" y="426"/>
                    <a:pt x="304" y="426"/>
                    <a:pt x="304" y="426"/>
                  </a:cubicBezTo>
                  <a:cubicBezTo>
                    <a:pt x="272" y="462"/>
                    <a:pt x="227" y="486"/>
                    <a:pt x="162" y="486"/>
                  </a:cubicBezTo>
                  <a:cubicBezTo>
                    <a:pt x="73" y="486"/>
                    <a:pt x="0" y="435"/>
                    <a:pt x="0" y="342"/>
                  </a:cubicBezTo>
                  <a:close/>
                  <a:moveTo>
                    <a:pt x="307" y="311"/>
                  </a:moveTo>
                  <a:cubicBezTo>
                    <a:pt x="307" y="287"/>
                    <a:pt x="307" y="287"/>
                    <a:pt x="307" y="287"/>
                  </a:cubicBezTo>
                  <a:cubicBezTo>
                    <a:pt x="284" y="277"/>
                    <a:pt x="254" y="270"/>
                    <a:pt x="222" y="270"/>
                  </a:cubicBezTo>
                  <a:cubicBezTo>
                    <a:pt x="164" y="270"/>
                    <a:pt x="129" y="292"/>
                    <a:pt x="129" y="335"/>
                  </a:cubicBezTo>
                  <a:cubicBezTo>
                    <a:pt x="129" y="336"/>
                    <a:pt x="129" y="336"/>
                    <a:pt x="129" y="336"/>
                  </a:cubicBezTo>
                  <a:cubicBezTo>
                    <a:pt x="129" y="372"/>
                    <a:pt x="159" y="394"/>
                    <a:pt x="202" y="394"/>
                  </a:cubicBezTo>
                  <a:cubicBezTo>
                    <a:pt x="265" y="394"/>
                    <a:pt x="307" y="359"/>
                    <a:pt x="307" y="3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3" name="Freeform 8">
              <a:extLst>
                <a:ext uri="{FF2B5EF4-FFF2-40B4-BE49-F238E27FC236}">
                  <a16:creationId xmlns:a16="http://schemas.microsoft.com/office/drawing/2014/main" id="{E75C15B3-8177-7E6B-C4A7-1B9D3FB9D027}"/>
                </a:ext>
              </a:extLst>
            </p:cNvPr>
            <p:cNvSpPr>
              <a:spLocks/>
            </p:cNvSpPr>
            <p:nvPr userDrawn="1"/>
          </p:nvSpPr>
          <p:spPr bwMode="auto">
            <a:xfrm>
              <a:off x="4859916" y="3170238"/>
              <a:ext cx="1384300" cy="1543050"/>
            </a:xfrm>
            <a:custGeom>
              <a:avLst/>
              <a:gdLst>
                <a:gd name="T0" fmla="*/ 0 w 432"/>
                <a:gd name="T1" fmla="*/ 9 h 480"/>
                <a:gd name="T2" fmla="*/ 133 w 432"/>
                <a:gd name="T3" fmla="*/ 9 h 480"/>
                <a:gd name="T4" fmla="*/ 133 w 432"/>
                <a:gd name="T5" fmla="*/ 75 h 480"/>
                <a:gd name="T6" fmla="*/ 272 w 432"/>
                <a:gd name="T7" fmla="*/ 0 h 480"/>
                <a:gd name="T8" fmla="*/ 432 w 432"/>
                <a:gd name="T9" fmla="*/ 175 h 480"/>
                <a:gd name="T10" fmla="*/ 432 w 432"/>
                <a:gd name="T11" fmla="*/ 480 h 480"/>
                <a:gd name="T12" fmla="*/ 298 w 432"/>
                <a:gd name="T13" fmla="*/ 480 h 480"/>
                <a:gd name="T14" fmla="*/ 298 w 432"/>
                <a:gd name="T15" fmla="*/ 217 h 480"/>
                <a:gd name="T16" fmla="*/ 217 w 432"/>
                <a:gd name="T17" fmla="*/ 121 h 480"/>
                <a:gd name="T18" fmla="*/ 133 w 432"/>
                <a:gd name="T19" fmla="*/ 217 h 480"/>
                <a:gd name="T20" fmla="*/ 133 w 432"/>
                <a:gd name="T21" fmla="*/ 480 h 480"/>
                <a:gd name="T22" fmla="*/ 0 w 432"/>
                <a:gd name="T23" fmla="*/ 480 h 480"/>
                <a:gd name="T24" fmla="*/ 0 w 432"/>
                <a:gd name="T25" fmla="*/ 9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480">
                  <a:moveTo>
                    <a:pt x="0" y="9"/>
                  </a:moveTo>
                  <a:cubicBezTo>
                    <a:pt x="133" y="9"/>
                    <a:pt x="133" y="9"/>
                    <a:pt x="133" y="9"/>
                  </a:cubicBezTo>
                  <a:cubicBezTo>
                    <a:pt x="133" y="75"/>
                    <a:pt x="133" y="75"/>
                    <a:pt x="133" y="75"/>
                  </a:cubicBezTo>
                  <a:cubicBezTo>
                    <a:pt x="164" y="36"/>
                    <a:pt x="204" y="0"/>
                    <a:pt x="272" y="0"/>
                  </a:cubicBezTo>
                  <a:cubicBezTo>
                    <a:pt x="373" y="0"/>
                    <a:pt x="432" y="67"/>
                    <a:pt x="432" y="175"/>
                  </a:cubicBezTo>
                  <a:cubicBezTo>
                    <a:pt x="432" y="480"/>
                    <a:pt x="432" y="480"/>
                    <a:pt x="432" y="480"/>
                  </a:cubicBezTo>
                  <a:cubicBezTo>
                    <a:pt x="298" y="480"/>
                    <a:pt x="298" y="480"/>
                    <a:pt x="298" y="480"/>
                  </a:cubicBezTo>
                  <a:cubicBezTo>
                    <a:pt x="298" y="217"/>
                    <a:pt x="298" y="217"/>
                    <a:pt x="298" y="217"/>
                  </a:cubicBezTo>
                  <a:cubicBezTo>
                    <a:pt x="298" y="154"/>
                    <a:pt x="268" y="121"/>
                    <a:pt x="217" y="121"/>
                  </a:cubicBezTo>
                  <a:cubicBezTo>
                    <a:pt x="166" y="121"/>
                    <a:pt x="133" y="154"/>
                    <a:pt x="133" y="217"/>
                  </a:cubicBezTo>
                  <a:cubicBezTo>
                    <a:pt x="133" y="480"/>
                    <a:pt x="133" y="480"/>
                    <a:pt x="133" y="480"/>
                  </a:cubicBezTo>
                  <a:cubicBezTo>
                    <a:pt x="0" y="480"/>
                    <a:pt x="0" y="480"/>
                    <a:pt x="0" y="480"/>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4" name="Freeform 9">
              <a:extLst>
                <a:ext uri="{FF2B5EF4-FFF2-40B4-BE49-F238E27FC236}">
                  <a16:creationId xmlns:a16="http://schemas.microsoft.com/office/drawing/2014/main" id="{AA27F0F6-EBAD-77B3-0964-617F5FC5A0BD}"/>
                </a:ext>
              </a:extLst>
            </p:cNvPr>
            <p:cNvSpPr>
              <a:spLocks/>
            </p:cNvSpPr>
            <p:nvPr userDrawn="1"/>
          </p:nvSpPr>
          <p:spPr bwMode="auto">
            <a:xfrm>
              <a:off x="6436593" y="2649538"/>
              <a:ext cx="1460500" cy="2063750"/>
            </a:xfrm>
            <a:custGeom>
              <a:avLst/>
              <a:gdLst>
                <a:gd name="T0" fmla="*/ 0 w 920"/>
                <a:gd name="T1" fmla="*/ 0 h 1300"/>
                <a:gd name="T2" fmla="*/ 270 w 920"/>
                <a:gd name="T3" fmla="*/ 0 h 1300"/>
                <a:gd name="T4" fmla="*/ 270 w 920"/>
                <a:gd name="T5" fmla="*/ 692 h 1300"/>
                <a:gd name="T6" fmla="*/ 585 w 920"/>
                <a:gd name="T7" fmla="*/ 346 h 1300"/>
                <a:gd name="T8" fmla="*/ 908 w 920"/>
                <a:gd name="T9" fmla="*/ 346 h 1300"/>
                <a:gd name="T10" fmla="*/ 547 w 920"/>
                <a:gd name="T11" fmla="*/ 721 h 1300"/>
                <a:gd name="T12" fmla="*/ 920 w 920"/>
                <a:gd name="T13" fmla="*/ 1300 h 1300"/>
                <a:gd name="T14" fmla="*/ 609 w 920"/>
                <a:gd name="T15" fmla="*/ 1300 h 1300"/>
                <a:gd name="T16" fmla="*/ 365 w 920"/>
                <a:gd name="T17" fmla="*/ 909 h 1300"/>
                <a:gd name="T18" fmla="*/ 270 w 920"/>
                <a:gd name="T19" fmla="*/ 1010 h 1300"/>
                <a:gd name="T20" fmla="*/ 270 w 920"/>
                <a:gd name="T21" fmla="*/ 1300 h 1300"/>
                <a:gd name="T22" fmla="*/ 0 w 920"/>
                <a:gd name="T23" fmla="*/ 1300 h 1300"/>
                <a:gd name="T24" fmla="*/ 0 w 920"/>
                <a:gd name="T25" fmla="*/ 0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0" h="1300">
                  <a:moveTo>
                    <a:pt x="0" y="0"/>
                  </a:moveTo>
                  <a:lnTo>
                    <a:pt x="270" y="0"/>
                  </a:lnTo>
                  <a:lnTo>
                    <a:pt x="270" y="692"/>
                  </a:lnTo>
                  <a:lnTo>
                    <a:pt x="585" y="346"/>
                  </a:lnTo>
                  <a:lnTo>
                    <a:pt x="908" y="346"/>
                  </a:lnTo>
                  <a:lnTo>
                    <a:pt x="547" y="721"/>
                  </a:lnTo>
                  <a:lnTo>
                    <a:pt x="920" y="1300"/>
                  </a:lnTo>
                  <a:lnTo>
                    <a:pt x="609" y="1300"/>
                  </a:lnTo>
                  <a:lnTo>
                    <a:pt x="365" y="909"/>
                  </a:lnTo>
                  <a:lnTo>
                    <a:pt x="270" y="1010"/>
                  </a:lnTo>
                  <a:lnTo>
                    <a:pt x="270" y="1300"/>
                  </a:lnTo>
                  <a:lnTo>
                    <a:pt x="0" y="130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5" name="Freeform 10">
              <a:extLst>
                <a:ext uri="{FF2B5EF4-FFF2-40B4-BE49-F238E27FC236}">
                  <a16:creationId xmlns:a16="http://schemas.microsoft.com/office/drawing/2014/main" id="{0D449E32-BCCB-5FA7-37E4-30FF7569B638}"/>
                </a:ext>
              </a:extLst>
            </p:cNvPr>
            <p:cNvSpPr>
              <a:spLocks/>
            </p:cNvSpPr>
            <p:nvPr userDrawn="1"/>
          </p:nvSpPr>
          <p:spPr bwMode="auto">
            <a:xfrm>
              <a:off x="7919896" y="3173413"/>
              <a:ext cx="1227138" cy="1568450"/>
            </a:xfrm>
            <a:custGeom>
              <a:avLst/>
              <a:gdLst>
                <a:gd name="T0" fmla="*/ 0 w 383"/>
                <a:gd name="T1" fmla="*/ 417 h 488"/>
                <a:gd name="T2" fmla="*/ 57 w 383"/>
                <a:gd name="T3" fmla="*/ 329 h 488"/>
                <a:gd name="T4" fmla="*/ 206 w 383"/>
                <a:gd name="T5" fmla="*/ 385 h 488"/>
                <a:gd name="T6" fmla="*/ 262 w 383"/>
                <a:gd name="T7" fmla="*/ 350 h 488"/>
                <a:gd name="T8" fmla="*/ 262 w 383"/>
                <a:gd name="T9" fmla="*/ 348 h 488"/>
                <a:gd name="T10" fmla="*/ 165 w 383"/>
                <a:gd name="T11" fmla="*/ 294 h 488"/>
                <a:gd name="T12" fmla="*/ 24 w 383"/>
                <a:gd name="T13" fmla="*/ 152 h 488"/>
                <a:gd name="T14" fmla="*/ 24 w 383"/>
                <a:gd name="T15" fmla="*/ 150 h 488"/>
                <a:gd name="T16" fmla="*/ 196 w 383"/>
                <a:gd name="T17" fmla="*/ 0 h 488"/>
                <a:gd name="T18" fmla="*/ 372 w 383"/>
                <a:gd name="T19" fmla="*/ 55 h 488"/>
                <a:gd name="T20" fmla="*/ 321 w 383"/>
                <a:gd name="T21" fmla="*/ 147 h 488"/>
                <a:gd name="T22" fmla="*/ 194 w 383"/>
                <a:gd name="T23" fmla="*/ 103 h 488"/>
                <a:gd name="T24" fmla="*/ 144 w 383"/>
                <a:gd name="T25" fmla="*/ 136 h 488"/>
                <a:gd name="T26" fmla="*/ 144 w 383"/>
                <a:gd name="T27" fmla="*/ 138 h 488"/>
                <a:gd name="T28" fmla="*/ 240 w 383"/>
                <a:gd name="T29" fmla="*/ 194 h 488"/>
                <a:gd name="T30" fmla="*/ 383 w 383"/>
                <a:gd name="T31" fmla="*/ 334 h 488"/>
                <a:gd name="T32" fmla="*/ 383 w 383"/>
                <a:gd name="T33" fmla="*/ 336 h 488"/>
                <a:gd name="T34" fmla="*/ 203 w 383"/>
                <a:gd name="T35" fmla="*/ 488 h 488"/>
                <a:gd name="T36" fmla="*/ 0 w 383"/>
                <a:gd name="T37" fmla="*/ 417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3" h="488">
                  <a:moveTo>
                    <a:pt x="0" y="417"/>
                  </a:moveTo>
                  <a:cubicBezTo>
                    <a:pt x="57" y="329"/>
                    <a:pt x="57" y="329"/>
                    <a:pt x="57" y="329"/>
                  </a:cubicBezTo>
                  <a:cubicBezTo>
                    <a:pt x="108" y="366"/>
                    <a:pt x="162" y="385"/>
                    <a:pt x="206" y="385"/>
                  </a:cubicBezTo>
                  <a:cubicBezTo>
                    <a:pt x="245" y="385"/>
                    <a:pt x="262" y="371"/>
                    <a:pt x="262" y="350"/>
                  </a:cubicBezTo>
                  <a:cubicBezTo>
                    <a:pt x="262" y="348"/>
                    <a:pt x="262" y="348"/>
                    <a:pt x="262" y="348"/>
                  </a:cubicBezTo>
                  <a:cubicBezTo>
                    <a:pt x="262" y="319"/>
                    <a:pt x="217" y="309"/>
                    <a:pt x="165" y="294"/>
                  </a:cubicBezTo>
                  <a:cubicBezTo>
                    <a:pt x="99" y="274"/>
                    <a:pt x="24" y="243"/>
                    <a:pt x="24" y="152"/>
                  </a:cubicBezTo>
                  <a:cubicBezTo>
                    <a:pt x="24" y="150"/>
                    <a:pt x="24" y="150"/>
                    <a:pt x="24" y="150"/>
                  </a:cubicBezTo>
                  <a:cubicBezTo>
                    <a:pt x="24" y="54"/>
                    <a:pt x="101" y="0"/>
                    <a:pt x="196" y="0"/>
                  </a:cubicBezTo>
                  <a:cubicBezTo>
                    <a:pt x="256" y="0"/>
                    <a:pt x="321" y="21"/>
                    <a:pt x="372" y="55"/>
                  </a:cubicBezTo>
                  <a:cubicBezTo>
                    <a:pt x="321" y="147"/>
                    <a:pt x="321" y="147"/>
                    <a:pt x="321" y="147"/>
                  </a:cubicBezTo>
                  <a:cubicBezTo>
                    <a:pt x="275" y="120"/>
                    <a:pt x="228" y="103"/>
                    <a:pt x="194" y="103"/>
                  </a:cubicBezTo>
                  <a:cubicBezTo>
                    <a:pt x="161" y="103"/>
                    <a:pt x="144" y="118"/>
                    <a:pt x="144" y="136"/>
                  </a:cubicBezTo>
                  <a:cubicBezTo>
                    <a:pt x="144" y="138"/>
                    <a:pt x="144" y="138"/>
                    <a:pt x="144" y="138"/>
                  </a:cubicBezTo>
                  <a:cubicBezTo>
                    <a:pt x="144" y="164"/>
                    <a:pt x="189" y="176"/>
                    <a:pt x="240" y="194"/>
                  </a:cubicBezTo>
                  <a:cubicBezTo>
                    <a:pt x="306" y="216"/>
                    <a:pt x="383" y="248"/>
                    <a:pt x="383" y="334"/>
                  </a:cubicBezTo>
                  <a:cubicBezTo>
                    <a:pt x="383" y="336"/>
                    <a:pt x="383" y="336"/>
                    <a:pt x="383" y="336"/>
                  </a:cubicBezTo>
                  <a:cubicBezTo>
                    <a:pt x="383" y="440"/>
                    <a:pt x="305" y="488"/>
                    <a:pt x="203" y="488"/>
                  </a:cubicBezTo>
                  <a:cubicBezTo>
                    <a:pt x="137" y="488"/>
                    <a:pt x="63" y="466"/>
                    <a:pt x="0" y="4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56" name="Oval 11">
              <a:extLst>
                <a:ext uri="{FF2B5EF4-FFF2-40B4-BE49-F238E27FC236}">
                  <a16:creationId xmlns:a16="http://schemas.microsoft.com/office/drawing/2014/main" id="{DF4FD3AA-2A1C-04CA-7759-A7926327B4AA}"/>
                </a:ext>
              </a:extLst>
            </p:cNvPr>
            <p:cNvSpPr>
              <a:spLocks noChangeArrowheads="1"/>
            </p:cNvSpPr>
            <p:nvPr userDrawn="1"/>
          </p:nvSpPr>
          <p:spPr bwMode="auto">
            <a:xfrm>
              <a:off x="9282260" y="4167188"/>
              <a:ext cx="544513" cy="546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Tree>
    <p:extLst>
      <p:ext uri="{BB962C8B-B14F-4D97-AF65-F5344CB8AC3E}">
        <p14:creationId xmlns:p14="http://schemas.microsoft.com/office/powerpoint/2010/main" val="1493742226"/>
      </p:ext>
    </p:extLst>
  </p:cSld>
  <p:clrMapOvr>
    <a:masterClrMapping/>
  </p:clrMapOvr>
  <p:transition spd="med"/>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Closing Slide_Black">
    <p:bg>
      <p:bgPr>
        <a:gradFill>
          <a:gsLst>
            <a:gs pos="100000">
              <a:srgbClr val="391262"/>
            </a:gs>
            <a:gs pos="38000">
              <a:srgbClr val="64131E"/>
            </a:gs>
            <a:gs pos="0">
              <a:srgbClr val="831B22"/>
            </a:gs>
            <a:gs pos="71000">
              <a:srgbClr val="4D144A"/>
            </a:gs>
          </a:gsLst>
          <a:path path="circle">
            <a:fillToRect l="100000" t="100000"/>
          </a:path>
        </a:gradFill>
        <a:effectLst/>
      </p:bgPr>
    </p:bg>
    <p:spTree>
      <p:nvGrpSpPr>
        <p:cNvPr id="1" name=""/>
        <p:cNvGrpSpPr/>
        <p:nvPr/>
      </p:nvGrpSpPr>
      <p:grpSpPr>
        <a:xfrm>
          <a:off x="0" y="0"/>
          <a:ext cx="0" cy="0"/>
          <a:chOff x="0" y="0"/>
          <a:chExt cx="0" cy="0"/>
        </a:xfrm>
      </p:grpSpPr>
      <p:grpSp>
        <p:nvGrpSpPr>
          <p:cNvPr id="166" name="Group 165">
            <a:extLst>
              <a:ext uri="{FF2B5EF4-FFF2-40B4-BE49-F238E27FC236}">
                <a16:creationId xmlns:a16="http://schemas.microsoft.com/office/drawing/2014/main" id="{45DF6D6F-9C39-7C31-64D4-4BCE9C9CA5D6}"/>
              </a:ext>
            </a:extLst>
          </p:cNvPr>
          <p:cNvGrpSpPr/>
          <p:nvPr userDrawn="1"/>
        </p:nvGrpSpPr>
        <p:grpSpPr>
          <a:xfrm>
            <a:off x="1154511" y="3561908"/>
            <a:ext cx="5890067" cy="1769127"/>
            <a:chOff x="541049" y="2649538"/>
            <a:chExt cx="9285724" cy="2092325"/>
          </a:xfrm>
          <a:solidFill>
            <a:schemeClr val="bg1"/>
          </a:solidFill>
        </p:grpSpPr>
        <p:sp>
          <p:nvSpPr>
            <p:cNvPr id="167" name="Freeform 5">
              <a:extLst>
                <a:ext uri="{FF2B5EF4-FFF2-40B4-BE49-F238E27FC236}">
                  <a16:creationId xmlns:a16="http://schemas.microsoft.com/office/drawing/2014/main" id="{E109AFA1-C190-E6CF-D819-5DDBF44B5ED2}"/>
                </a:ext>
              </a:extLst>
            </p:cNvPr>
            <p:cNvSpPr>
              <a:spLocks/>
            </p:cNvSpPr>
            <p:nvPr userDrawn="1"/>
          </p:nvSpPr>
          <p:spPr bwMode="auto">
            <a:xfrm>
              <a:off x="541049" y="2809876"/>
              <a:ext cx="963613" cy="1928813"/>
            </a:xfrm>
            <a:custGeom>
              <a:avLst/>
              <a:gdLst>
                <a:gd name="T0" fmla="*/ 57 w 301"/>
                <a:gd name="T1" fmla="*/ 458 h 600"/>
                <a:gd name="T2" fmla="*/ 57 w 301"/>
                <a:gd name="T3" fmla="*/ 235 h 600"/>
                <a:gd name="T4" fmla="*/ 0 w 301"/>
                <a:gd name="T5" fmla="*/ 235 h 600"/>
                <a:gd name="T6" fmla="*/ 0 w 301"/>
                <a:gd name="T7" fmla="*/ 121 h 600"/>
                <a:gd name="T8" fmla="*/ 57 w 301"/>
                <a:gd name="T9" fmla="*/ 121 h 600"/>
                <a:gd name="T10" fmla="*/ 57 w 301"/>
                <a:gd name="T11" fmla="*/ 0 h 600"/>
                <a:gd name="T12" fmla="*/ 190 w 301"/>
                <a:gd name="T13" fmla="*/ 0 h 600"/>
                <a:gd name="T14" fmla="*/ 190 w 301"/>
                <a:gd name="T15" fmla="*/ 121 h 600"/>
                <a:gd name="T16" fmla="*/ 301 w 301"/>
                <a:gd name="T17" fmla="*/ 121 h 600"/>
                <a:gd name="T18" fmla="*/ 301 w 301"/>
                <a:gd name="T19" fmla="*/ 235 h 600"/>
                <a:gd name="T20" fmla="*/ 190 w 301"/>
                <a:gd name="T21" fmla="*/ 235 h 600"/>
                <a:gd name="T22" fmla="*/ 190 w 301"/>
                <a:gd name="T23" fmla="*/ 436 h 600"/>
                <a:gd name="T24" fmla="*/ 233 w 301"/>
                <a:gd name="T25" fmla="*/ 482 h 600"/>
                <a:gd name="T26" fmla="*/ 299 w 301"/>
                <a:gd name="T27" fmla="*/ 465 h 600"/>
                <a:gd name="T28" fmla="*/ 299 w 301"/>
                <a:gd name="T29" fmla="*/ 573 h 600"/>
                <a:gd name="T30" fmla="*/ 194 w 301"/>
                <a:gd name="T31" fmla="*/ 600 h 600"/>
                <a:gd name="T32" fmla="*/ 57 w 301"/>
                <a:gd name="T33" fmla="*/ 458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1" h="600">
                  <a:moveTo>
                    <a:pt x="57" y="458"/>
                  </a:moveTo>
                  <a:cubicBezTo>
                    <a:pt x="57" y="235"/>
                    <a:pt x="57" y="235"/>
                    <a:pt x="57" y="235"/>
                  </a:cubicBezTo>
                  <a:cubicBezTo>
                    <a:pt x="0" y="235"/>
                    <a:pt x="0" y="235"/>
                    <a:pt x="0" y="235"/>
                  </a:cubicBezTo>
                  <a:cubicBezTo>
                    <a:pt x="0" y="121"/>
                    <a:pt x="0" y="121"/>
                    <a:pt x="0" y="121"/>
                  </a:cubicBezTo>
                  <a:cubicBezTo>
                    <a:pt x="57" y="121"/>
                    <a:pt x="57" y="121"/>
                    <a:pt x="57" y="121"/>
                  </a:cubicBezTo>
                  <a:cubicBezTo>
                    <a:pt x="57" y="0"/>
                    <a:pt x="57" y="0"/>
                    <a:pt x="57" y="0"/>
                  </a:cubicBezTo>
                  <a:cubicBezTo>
                    <a:pt x="190" y="0"/>
                    <a:pt x="190" y="0"/>
                    <a:pt x="190" y="0"/>
                  </a:cubicBezTo>
                  <a:cubicBezTo>
                    <a:pt x="190" y="121"/>
                    <a:pt x="190" y="121"/>
                    <a:pt x="190" y="121"/>
                  </a:cubicBezTo>
                  <a:cubicBezTo>
                    <a:pt x="301" y="121"/>
                    <a:pt x="301" y="121"/>
                    <a:pt x="301" y="121"/>
                  </a:cubicBezTo>
                  <a:cubicBezTo>
                    <a:pt x="301" y="235"/>
                    <a:pt x="301" y="235"/>
                    <a:pt x="301" y="235"/>
                  </a:cubicBezTo>
                  <a:cubicBezTo>
                    <a:pt x="190" y="235"/>
                    <a:pt x="190" y="235"/>
                    <a:pt x="190" y="235"/>
                  </a:cubicBezTo>
                  <a:cubicBezTo>
                    <a:pt x="190" y="436"/>
                    <a:pt x="190" y="436"/>
                    <a:pt x="190" y="436"/>
                  </a:cubicBezTo>
                  <a:cubicBezTo>
                    <a:pt x="190" y="467"/>
                    <a:pt x="203" y="482"/>
                    <a:pt x="233" y="482"/>
                  </a:cubicBezTo>
                  <a:cubicBezTo>
                    <a:pt x="258" y="482"/>
                    <a:pt x="280" y="476"/>
                    <a:pt x="299" y="465"/>
                  </a:cubicBezTo>
                  <a:cubicBezTo>
                    <a:pt x="299" y="573"/>
                    <a:pt x="299" y="573"/>
                    <a:pt x="299" y="573"/>
                  </a:cubicBezTo>
                  <a:cubicBezTo>
                    <a:pt x="271" y="590"/>
                    <a:pt x="239" y="600"/>
                    <a:pt x="194" y="600"/>
                  </a:cubicBezTo>
                  <a:cubicBezTo>
                    <a:pt x="112" y="600"/>
                    <a:pt x="57" y="568"/>
                    <a:pt x="57" y="4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68" name="Freeform 6">
              <a:extLst>
                <a:ext uri="{FF2B5EF4-FFF2-40B4-BE49-F238E27FC236}">
                  <a16:creationId xmlns:a16="http://schemas.microsoft.com/office/drawing/2014/main" id="{1969BD4D-0C40-739F-FF6B-4214C2BEBC90}"/>
                </a:ext>
              </a:extLst>
            </p:cNvPr>
            <p:cNvSpPr>
              <a:spLocks/>
            </p:cNvSpPr>
            <p:nvPr userDrawn="1"/>
          </p:nvSpPr>
          <p:spPr bwMode="auto">
            <a:xfrm>
              <a:off x="1708151" y="2649538"/>
              <a:ext cx="1382713" cy="2063750"/>
            </a:xfrm>
            <a:custGeom>
              <a:avLst/>
              <a:gdLst>
                <a:gd name="T0" fmla="*/ 0 w 432"/>
                <a:gd name="T1" fmla="*/ 0 h 642"/>
                <a:gd name="T2" fmla="*/ 134 w 432"/>
                <a:gd name="T3" fmla="*/ 0 h 642"/>
                <a:gd name="T4" fmla="*/ 134 w 432"/>
                <a:gd name="T5" fmla="*/ 237 h 642"/>
                <a:gd name="T6" fmla="*/ 272 w 432"/>
                <a:gd name="T7" fmla="*/ 162 h 642"/>
                <a:gd name="T8" fmla="*/ 432 w 432"/>
                <a:gd name="T9" fmla="*/ 337 h 642"/>
                <a:gd name="T10" fmla="*/ 432 w 432"/>
                <a:gd name="T11" fmla="*/ 642 h 642"/>
                <a:gd name="T12" fmla="*/ 298 w 432"/>
                <a:gd name="T13" fmla="*/ 642 h 642"/>
                <a:gd name="T14" fmla="*/ 298 w 432"/>
                <a:gd name="T15" fmla="*/ 379 h 642"/>
                <a:gd name="T16" fmla="*/ 218 w 432"/>
                <a:gd name="T17" fmla="*/ 283 h 642"/>
                <a:gd name="T18" fmla="*/ 134 w 432"/>
                <a:gd name="T19" fmla="*/ 379 h 642"/>
                <a:gd name="T20" fmla="*/ 134 w 432"/>
                <a:gd name="T21" fmla="*/ 642 h 642"/>
                <a:gd name="T22" fmla="*/ 0 w 432"/>
                <a:gd name="T23" fmla="*/ 642 h 642"/>
                <a:gd name="T24" fmla="*/ 0 w 432"/>
                <a:gd name="T25"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642">
                  <a:moveTo>
                    <a:pt x="0" y="0"/>
                  </a:moveTo>
                  <a:cubicBezTo>
                    <a:pt x="134" y="0"/>
                    <a:pt x="134" y="0"/>
                    <a:pt x="134" y="0"/>
                  </a:cubicBezTo>
                  <a:cubicBezTo>
                    <a:pt x="134" y="237"/>
                    <a:pt x="134" y="237"/>
                    <a:pt x="134" y="237"/>
                  </a:cubicBezTo>
                  <a:cubicBezTo>
                    <a:pt x="165" y="198"/>
                    <a:pt x="204" y="162"/>
                    <a:pt x="272" y="162"/>
                  </a:cubicBezTo>
                  <a:cubicBezTo>
                    <a:pt x="373" y="162"/>
                    <a:pt x="432" y="229"/>
                    <a:pt x="432" y="337"/>
                  </a:cubicBezTo>
                  <a:cubicBezTo>
                    <a:pt x="432" y="642"/>
                    <a:pt x="432" y="642"/>
                    <a:pt x="432" y="642"/>
                  </a:cubicBezTo>
                  <a:cubicBezTo>
                    <a:pt x="298" y="642"/>
                    <a:pt x="298" y="642"/>
                    <a:pt x="298" y="642"/>
                  </a:cubicBezTo>
                  <a:cubicBezTo>
                    <a:pt x="298" y="379"/>
                    <a:pt x="298" y="379"/>
                    <a:pt x="298" y="379"/>
                  </a:cubicBezTo>
                  <a:cubicBezTo>
                    <a:pt x="298" y="316"/>
                    <a:pt x="269" y="283"/>
                    <a:pt x="218" y="283"/>
                  </a:cubicBezTo>
                  <a:cubicBezTo>
                    <a:pt x="166" y="283"/>
                    <a:pt x="134" y="316"/>
                    <a:pt x="134" y="379"/>
                  </a:cubicBezTo>
                  <a:cubicBezTo>
                    <a:pt x="134" y="642"/>
                    <a:pt x="134" y="642"/>
                    <a:pt x="134" y="642"/>
                  </a:cubicBezTo>
                  <a:cubicBezTo>
                    <a:pt x="0" y="642"/>
                    <a:pt x="0" y="642"/>
                    <a:pt x="0" y="64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69" name="Freeform 7">
              <a:extLst>
                <a:ext uri="{FF2B5EF4-FFF2-40B4-BE49-F238E27FC236}">
                  <a16:creationId xmlns:a16="http://schemas.microsoft.com/office/drawing/2014/main" id="{6DB7C37A-1FE6-9BFA-5E83-3EC0F79497F5}"/>
                </a:ext>
              </a:extLst>
            </p:cNvPr>
            <p:cNvSpPr>
              <a:spLocks noEditPoints="1"/>
            </p:cNvSpPr>
            <p:nvPr userDrawn="1"/>
          </p:nvSpPr>
          <p:spPr bwMode="auto">
            <a:xfrm>
              <a:off x="3261304" y="3179763"/>
              <a:ext cx="1390650" cy="1562100"/>
            </a:xfrm>
            <a:custGeom>
              <a:avLst/>
              <a:gdLst>
                <a:gd name="T0" fmla="*/ 0 w 434"/>
                <a:gd name="T1" fmla="*/ 342 h 486"/>
                <a:gd name="T2" fmla="*/ 0 w 434"/>
                <a:gd name="T3" fmla="*/ 340 h 486"/>
                <a:gd name="T4" fmla="*/ 190 w 434"/>
                <a:gd name="T5" fmla="*/ 189 h 486"/>
                <a:gd name="T6" fmla="*/ 305 w 434"/>
                <a:gd name="T7" fmla="*/ 209 h 486"/>
                <a:gd name="T8" fmla="*/ 305 w 434"/>
                <a:gd name="T9" fmla="*/ 201 h 486"/>
                <a:gd name="T10" fmla="*/ 204 w 434"/>
                <a:gd name="T11" fmla="*/ 115 h 486"/>
                <a:gd name="T12" fmla="*/ 74 w 434"/>
                <a:gd name="T13" fmla="*/ 140 h 486"/>
                <a:gd name="T14" fmla="*/ 40 w 434"/>
                <a:gd name="T15" fmla="*/ 38 h 486"/>
                <a:gd name="T16" fmla="*/ 223 w 434"/>
                <a:gd name="T17" fmla="*/ 0 h 486"/>
                <a:gd name="T18" fmla="*/ 383 w 434"/>
                <a:gd name="T19" fmla="*/ 53 h 486"/>
                <a:gd name="T20" fmla="*/ 434 w 434"/>
                <a:gd name="T21" fmla="*/ 204 h 486"/>
                <a:gd name="T22" fmla="*/ 434 w 434"/>
                <a:gd name="T23" fmla="*/ 477 h 486"/>
                <a:gd name="T24" fmla="*/ 304 w 434"/>
                <a:gd name="T25" fmla="*/ 477 h 486"/>
                <a:gd name="T26" fmla="*/ 304 w 434"/>
                <a:gd name="T27" fmla="*/ 426 h 486"/>
                <a:gd name="T28" fmla="*/ 162 w 434"/>
                <a:gd name="T29" fmla="*/ 486 h 486"/>
                <a:gd name="T30" fmla="*/ 0 w 434"/>
                <a:gd name="T31" fmla="*/ 342 h 486"/>
                <a:gd name="T32" fmla="*/ 307 w 434"/>
                <a:gd name="T33" fmla="*/ 311 h 486"/>
                <a:gd name="T34" fmla="*/ 307 w 434"/>
                <a:gd name="T35" fmla="*/ 287 h 486"/>
                <a:gd name="T36" fmla="*/ 222 w 434"/>
                <a:gd name="T37" fmla="*/ 270 h 486"/>
                <a:gd name="T38" fmla="*/ 129 w 434"/>
                <a:gd name="T39" fmla="*/ 335 h 486"/>
                <a:gd name="T40" fmla="*/ 129 w 434"/>
                <a:gd name="T41" fmla="*/ 336 h 486"/>
                <a:gd name="T42" fmla="*/ 202 w 434"/>
                <a:gd name="T43" fmla="*/ 394 h 486"/>
                <a:gd name="T44" fmla="*/ 307 w 434"/>
                <a:gd name="T45" fmla="*/ 31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34" h="486">
                  <a:moveTo>
                    <a:pt x="0" y="342"/>
                  </a:moveTo>
                  <a:cubicBezTo>
                    <a:pt x="0" y="340"/>
                    <a:pt x="0" y="340"/>
                    <a:pt x="0" y="340"/>
                  </a:cubicBezTo>
                  <a:cubicBezTo>
                    <a:pt x="0" y="237"/>
                    <a:pt x="78" y="189"/>
                    <a:pt x="190" y="189"/>
                  </a:cubicBezTo>
                  <a:cubicBezTo>
                    <a:pt x="237" y="189"/>
                    <a:pt x="272" y="197"/>
                    <a:pt x="305" y="209"/>
                  </a:cubicBezTo>
                  <a:cubicBezTo>
                    <a:pt x="305" y="201"/>
                    <a:pt x="305" y="201"/>
                    <a:pt x="305" y="201"/>
                  </a:cubicBezTo>
                  <a:cubicBezTo>
                    <a:pt x="305" y="145"/>
                    <a:pt x="271" y="115"/>
                    <a:pt x="204" y="115"/>
                  </a:cubicBezTo>
                  <a:cubicBezTo>
                    <a:pt x="153" y="115"/>
                    <a:pt x="117" y="124"/>
                    <a:pt x="74" y="140"/>
                  </a:cubicBezTo>
                  <a:cubicBezTo>
                    <a:pt x="40" y="38"/>
                    <a:pt x="40" y="38"/>
                    <a:pt x="40" y="38"/>
                  </a:cubicBezTo>
                  <a:cubicBezTo>
                    <a:pt x="92" y="15"/>
                    <a:pt x="143" y="0"/>
                    <a:pt x="223" y="0"/>
                  </a:cubicBezTo>
                  <a:cubicBezTo>
                    <a:pt x="296" y="0"/>
                    <a:pt x="349" y="20"/>
                    <a:pt x="383" y="53"/>
                  </a:cubicBezTo>
                  <a:cubicBezTo>
                    <a:pt x="418" y="88"/>
                    <a:pt x="434" y="140"/>
                    <a:pt x="434" y="204"/>
                  </a:cubicBezTo>
                  <a:cubicBezTo>
                    <a:pt x="434" y="477"/>
                    <a:pt x="434" y="477"/>
                    <a:pt x="434" y="477"/>
                  </a:cubicBezTo>
                  <a:cubicBezTo>
                    <a:pt x="304" y="477"/>
                    <a:pt x="304" y="477"/>
                    <a:pt x="304" y="477"/>
                  </a:cubicBezTo>
                  <a:cubicBezTo>
                    <a:pt x="304" y="426"/>
                    <a:pt x="304" y="426"/>
                    <a:pt x="304" y="426"/>
                  </a:cubicBezTo>
                  <a:cubicBezTo>
                    <a:pt x="272" y="462"/>
                    <a:pt x="227" y="486"/>
                    <a:pt x="162" y="486"/>
                  </a:cubicBezTo>
                  <a:cubicBezTo>
                    <a:pt x="73" y="486"/>
                    <a:pt x="0" y="435"/>
                    <a:pt x="0" y="342"/>
                  </a:cubicBezTo>
                  <a:close/>
                  <a:moveTo>
                    <a:pt x="307" y="311"/>
                  </a:moveTo>
                  <a:cubicBezTo>
                    <a:pt x="307" y="287"/>
                    <a:pt x="307" y="287"/>
                    <a:pt x="307" y="287"/>
                  </a:cubicBezTo>
                  <a:cubicBezTo>
                    <a:pt x="284" y="277"/>
                    <a:pt x="254" y="270"/>
                    <a:pt x="222" y="270"/>
                  </a:cubicBezTo>
                  <a:cubicBezTo>
                    <a:pt x="164" y="270"/>
                    <a:pt x="129" y="292"/>
                    <a:pt x="129" y="335"/>
                  </a:cubicBezTo>
                  <a:cubicBezTo>
                    <a:pt x="129" y="336"/>
                    <a:pt x="129" y="336"/>
                    <a:pt x="129" y="336"/>
                  </a:cubicBezTo>
                  <a:cubicBezTo>
                    <a:pt x="129" y="372"/>
                    <a:pt x="159" y="394"/>
                    <a:pt x="202" y="394"/>
                  </a:cubicBezTo>
                  <a:cubicBezTo>
                    <a:pt x="265" y="394"/>
                    <a:pt x="307" y="359"/>
                    <a:pt x="307" y="3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70" name="Freeform 8">
              <a:extLst>
                <a:ext uri="{FF2B5EF4-FFF2-40B4-BE49-F238E27FC236}">
                  <a16:creationId xmlns:a16="http://schemas.microsoft.com/office/drawing/2014/main" id="{3AEA624F-19C6-31CA-5CD9-7E42ED68DA56}"/>
                </a:ext>
              </a:extLst>
            </p:cNvPr>
            <p:cNvSpPr>
              <a:spLocks/>
            </p:cNvSpPr>
            <p:nvPr userDrawn="1"/>
          </p:nvSpPr>
          <p:spPr bwMode="auto">
            <a:xfrm>
              <a:off x="4859916" y="3170238"/>
              <a:ext cx="1384300" cy="1543050"/>
            </a:xfrm>
            <a:custGeom>
              <a:avLst/>
              <a:gdLst>
                <a:gd name="T0" fmla="*/ 0 w 432"/>
                <a:gd name="T1" fmla="*/ 9 h 480"/>
                <a:gd name="T2" fmla="*/ 133 w 432"/>
                <a:gd name="T3" fmla="*/ 9 h 480"/>
                <a:gd name="T4" fmla="*/ 133 w 432"/>
                <a:gd name="T5" fmla="*/ 75 h 480"/>
                <a:gd name="T6" fmla="*/ 272 w 432"/>
                <a:gd name="T7" fmla="*/ 0 h 480"/>
                <a:gd name="T8" fmla="*/ 432 w 432"/>
                <a:gd name="T9" fmla="*/ 175 h 480"/>
                <a:gd name="T10" fmla="*/ 432 w 432"/>
                <a:gd name="T11" fmla="*/ 480 h 480"/>
                <a:gd name="T12" fmla="*/ 298 w 432"/>
                <a:gd name="T13" fmla="*/ 480 h 480"/>
                <a:gd name="T14" fmla="*/ 298 w 432"/>
                <a:gd name="T15" fmla="*/ 217 h 480"/>
                <a:gd name="T16" fmla="*/ 217 w 432"/>
                <a:gd name="T17" fmla="*/ 121 h 480"/>
                <a:gd name="T18" fmla="*/ 133 w 432"/>
                <a:gd name="T19" fmla="*/ 217 h 480"/>
                <a:gd name="T20" fmla="*/ 133 w 432"/>
                <a:gd name="T21" fmla="*/ 480 h 480"/>
                <a:gd name="T22" fmla="*/ 0 w 432"/>
                <a:gd name="T23" fmla="*/ 480 h 480"/>
                <a:gd name="T24" fmla="*/ 0 w 432"/>
                <a:gd name="T25" fmla="*/ 9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480">
                  <a:moveTo>
                    <a:pt x="0" y="9"/>
                  </a:moveTo>
                  <a:cubicBezTo>
                    <a:pt x="133" y="9"/>
                    <a:pt x="133" y="9"/>
                    <a:pt x="133" y="9"/>
                  </a:cubicBezTo>
                  <a:cubicBezTo>
                    <a:pt x="133" y="75"/>
                    <a:pt x="133" y="75"/>
                    <a:pt x="133" y="75"/>
                  </a:cubicBezTo>
                  <a:cubicBezTo>
                    <a:pt x="164" y="36"/>
                    <a:pt x="204" y="0"/>
                    <a:pt x="272" y="0"/>
                  </a:cubicBezTo>
                  <a:cubicBezTo>
                    <a:pt x="373" y="0"/>
                    <a:pt x="432" y="67"/>
                    <a:pt x="432" y="175"/>
                  </a:cubicBezTo>
                  <a:cubicBezTo>
                    <a:pt x="432" y="480"/>
                    <a:pt x="432" y="480"/>
                    <a:pt x="432" y="480"/>
                  </a:cubicBezTo>
                  <a:cubicBezTo>
                    <a:pt x="298" y="480"/>
                    <a:pt x="298" y="480"/>
                    <a:pt x="298" y="480"/>
                  </a:cubicBezTo>
                  <a:cubicBezTo>
                    <a:pt x="298" y="217"/>
                    <a:pt x="298" y="217"/>
                    <a:pt x="298" y="217"/>
                  </a:cubicBezTo>
                  <a:cubicBezTo>
                    <a:pt x="298" y="154"/>
                    <a:pt x="268" y="121"/>
                    <a:pt x="217" y="121"/>
                  </a:cubicBezTo>
                  <a:cubicBezTo>
                    <a:pt x="166" y="121"/>
                    <a:pt x="133" y="154"/>
                    <a:pt x="133" y="217"/>
                  </a:cubicBezTo>
                  <a:cubicBezTo>
                    <a:pt x="133" y="480"/>
                    <a:pt x="133" y="480"/>
                    <a:pt x="133" y="480"/>
                  </a:cubicBezTo>
                  <a:cubicBezTo>
                    <a:pt x="0" y="480"/>
                    <a:pt x="0" y="480"/>
                    <a:pt x="0" y="480"/>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71" name="Freeform 9">
              <a:extLst>
                <a:ext uri="{FF2B5EF4-FFF2-40B4-BE49-F238E27FC236}">
                  <a16:creationId xmlns:a16="http://schemas.microsoft.com/office/drawing/2014/main" id="{ED142D15-3F97-1719-8D74-37D26D1CAA33}"/>
                </a:ext>
              </a:extLst>
            </p:cNvPr>
            <p:cNvSpPr>
              <a:spLocks/>
            </p:cNvSpPr>
            <p:nvPr userDrawn="1"/>
          </p:nvSpPr>
          <p:spPr bwMode="auto">
            <a:xfrm>
              <a:off x="6436593" y="2649538"/>
              <a:ext cx="1460500" cy="2063750"/>
            </a:xfrm>
            <a:custGeom>
              <a:avLst/>
              <a:gdLst>
                <a:gd name="T0" fmla="*/ 0 w 920"/>
                <a:gd name="T1" fmla="*/ 0 h 1300"/>
                <a:gd name="T2" fmla="*/ 270 w 920"/>
                <a:gd name="T3" fmla="*/ 0 h 1300"/>
                <a:gd name="T4" fmla="*/ 270 w 920"/>
                <a:gd name="T5" fmla="*/ 692 h 1300"/>
                <a:gd name="T6" fmla="*/ 585 w 920"/>
                <a:gd name="T7" fmla="*/ 346 h 1300"/>
                <a:gd name="T8" fmla="*/ 908 w 920"/>
                <a:gd name="T9" fmla="*/ 346 h 1300"/>
                <a:gd name="T10" fmla="*/ 547 w 920"/>
                <a:gd name="T11" fmla="*/ 721 h 1300"/>
                <a:gd name="T12" fmla="*/ 920 w 920"/>
                <a:gd name="T13" fmla="*/ 1300 h 1300"/>
                <a:gd name="T14" fmla="*/ 609 w 920"/>
                <a:gd name="T15" fmla="*/ 1300 h 1300"/>
                <a:gd name="T16" fmla="*/ 365 w 920"/>
                <a:gd name="T17" fmla="*/ 909 h 1300"/>
                <a:gd name="T18" fmla="*/ 270 w 920"/>
                <a:gd name="T19" fmla="*/ 1010 h 1300"/>
                <a:gd name="T20" fmla="*/ 270 w 920"/>
                <a:gd name="T21" fmla="*/ 1300 h 1300"/>
                <a:gd name="T22" fmla="*/ 0 w 920"/>
                <a:gd name="T23" fmla="*/ 1300 h 1300"/>
                <a:gd name="T24" fmla="*/ 0 w 920"/>
                <a:gd name="T25" fmla="*/ 0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0" h="1300">
                  <a:moveTo>
                    <a:pt x="0" y="0"/>
                  </a:moveTo>
                  <a:lnTo>
                    <a:pt x="270" y="0"/>
                  </a:lnTo>
                  <a:lnTo>
                    <a:pt x="270" y="692"/>
                  </a:lnTo>
                  <a:lnTo>
                    <a:pt x="585" y="346"/>
                  </a:lnTo>
                  <a:lnTo>
                    <a:pt x="908" y="346"/>
                  </a:lnTo>
                  <a:lnTo>
                    <a:pt x="547" y="721"/>
                  </a:lnTo>
                  <a:lnTo>
                    <a:pt x="920" y="1300"/>
                  </a:lnTo>
                  <a:lnTo>
                    <a:pt x="609" y="1300"/>
                  </a:lnTo>
                  <a:lnTo>
                    <a:pt x="365" y="909"/>
                  </a:lnTo>
                  <a:lnTo>
                    <a:pt x="270" y="1010"/>
                  </a:lnTo>
                  <a:lnTo>
                    <a:pt x="270" y="1300"/>
                  </a:lnTo>
                  <a:lnTo>
                    <a:pt x="0" y="130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72" name="Freeform 10">
              <a:extLst>
                <a:ext uri="{FF2B5EF4-FFF2-40B4-BE49-F238E27FC236}">
                  <a16:creationId xmlns:a16="http://schemas.microsoft.com/office/drawing/2014/main" id="{6FEBB0B2-4586-05AB-B4FE-055E54F117A8}"/>
                </a:ext>
              </a:extLst>
            </p:cNvPr>
            <p:cNvSpPr>
              <a:spLocks/>
            </p:cNvSpPr>
            <p:nvPr userDrawn="1"/>
          </p:nvSpPr>
          <p:spPr bwMode="auto">
            <a:xfrm>
              <a:off x="7919896" y="3173413"/>
              <a:ext cx="1227138" cy="1568450"/>
            </a:xfrm>
            <a:custGeom>
              <a:avLst/>
              <a:gdLst>
                <a:gd name="T0" fmla="*/ 0 w 383"/>
                <a:gd name="T1" fmla="*/ 417 h 488"/>
                <a:gd name="T2" fmla="*/ 57 w 383"/>
                <a:gd name="T3" fmla="*/ 329 h 488"/>
                <a:gd name="T4" fmla="*/ 206 w 383"/>
                <a:gd name="T5" fmla="*/ 385 h 488"/>
                <a:gd name="T6" fmla="*/ 262 w 383"/>
                <a:gd name="T7" fmla="*/ 350 h 488"/>
                <a:gd name="T8" fmla="*/ 262 w 383"/>
                <a:gd name="T9" fmla="*/ 348 h 488"/>
                <a:gd name="T10" fmla="*/ 165 w 383"/>
                <a:gd name="T11" fmla="*/ 294 h 488"/>
                <a:gd name="T12" fmla="*/ 24 w 383"/>
                <a:gd name="T13" fmla="*/ 152 h 488"/>
                <a:gd name="T14" fmla="*/ 24 w 383"/>
                <a:gd name="T15" fmla="*/ 150 h 488"/>
                <a:gd name="T16" fmla="*/ 196 w 383"/>
                <a:gd name="T17" fmla="*/ 0 h 488"/>
                <a:gd name="T18" fmla="*/ 372 w 383"/>
                <a:gd name="T19" fmla="*/ 55 h 488"/>
                <a:gd name="T20" fmla="*/ 321 w 383"/>
                <a:gd name="T21" fmla="*/ 147 h 488"/>
                <a:gd name="T22" fmla="*/ 194 w 383"/>
                <a:gd name="T23" fmla="*/ 103 h 488"/>
                <a:gd name="T24" fmla="*/ 144 w 383"/>
                <a:gd name="T25" fmla="*/ 136 h 488"/>
                <a:gd name="T26" fmla="*/ 144 w 383"/>
                <a:gd name="T27" fmla="*/ 138 h 488"/>
                <a:gd name="T28" fmla="*/ 240 w 383"/>
                <a:gd name="T29" fmla="*/ 194 h 488"/>
                <a:gd name="T30" fmla="*/ 383 w 383"/>
                <a:gd name="T31" fmla="*/ 334 h 488"/>
                <a:gd name="T32" fmla="*/ 383 w 383"/>
                <a:gd name="T33" fmla="*/ 336 h 488"/>
                <a:gd name="T34" fmla="*/ 203 w 383"/>
                <a:gd name="T35" fmla="*/ 488 h 488"/>
                <a:gd name="T36" fmla="*/ 0 w 383"/>
                <a:gd name="T37" fmla="*/ 417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3" h="488">
                  <a:moveTo>
                    <a:pt x="0" y="417"/>
                  </a:moveTo>
                  <a:cubicBezTo>
                    <a:pt x="57" y="329"/>
                    <a:pt x="57" y="329"/>
                    <a:pt x="57" y="329"/>
                  </a:cubicBezTo>
                  <a:cubicBezTo>
                    <a:pt x="108" y="366"/>
                    <a:pt x="162" y="385"/>
                    <a:pt x="206" y="385"/>
                  </a:cubicBezTo>
                  <a:cubicBezTo>
                    <a:pt x="245" y="385"/>
                    <a:pt x="262" y="371"/>
                    <a:pt x="262" y="350"/>
                  </a:cubicBezTo>
                  <a:cubicBezTo>
                    <a:pt x="262" y="348"/>
                    <a:pt x="262" y="348"/>
                    <a:pt x="262" y="348"/>
                  </a:cubicBezTo>
                  <a:cubicBezTo>
                    <a:pt x="262" y="319"/>
                    <a:pt x="217" y="309"/>
                    <a:pt x="165" y="294"/>
                  </a:cubicBezTo>
                  <a:cubicBezTo>
                    <a:pt x="99" y="274"/>
                    <a:pt x="24" y="243"/>
                    <a:pt x="24" y="152"/>
                  </a:cubicBezTo>
                  <a:cubicBezTo>
                    <a:pt x="24" y="150"/>
                    <a:pt x="24" y="150"/>
                    <a:pt x="24" y="150"/>
                  </a:cubicBezTo>
                  <a:cubicBezTo>
                    <a:pt x="24" y="54"/>
                    <a:pt x="101" y="0"/>
                    <a:pt x="196" y="0"/>
                  </a:cubicBezTo>
                  <a:cubicBezTo>
                    <a:pt x="256" y="0"/>
                    <a:pt x="321" y="21"/>
                    <a:pt x="372" y="55"/>
                  </a:cubicBezTo>
                  <a:cubicBezTo>
                    <a:pt x="321" y="147"/>
                    <a:pt x="321" y="147"/>
                    <a:pt x="321" y="147"/>
                  </a:cubicBezTo>
                  <a:cubicBezTo>
                    <a:pt x="275" y="120"/>
                    <a:pt x="228" y="103"/>
                    <a:pt x="194" y="103"/>
                  </a:cubicBezTo>
                  <a:cubicBezTo>
                    <a:pt x="161" y="103"/>
                    <a:pt x="144" y="118"/>
                    <a:pt x="144" y="136"/>
                  </a:cubicBezTo>
                  <a:cubicBezTo>
                    <a:pt x="144" y="138"/>
                    <a:pt x="144" y="138"/>
                    <a:pt x="144" y="138"/>
                  </a:cubicBezTo>
                  <a:cubicBezTo>
                    <a:pt x="144" y="164"/>
                    <a:pt x="189" y="176"/>
                    <a:pt x="240" y="194"/>
                  </a:cubicBezTo>
                  <a:cubicBezTo>
                    <a:pt x="306" y="216"/>
                    <a:pt x="383" y="248"/>
                    <a:pt x="383" y="334"/>
                  </a:cubicBezTo>
                  <a:cubicBezTo>
                    <a:pt x="383" y="336"/>
                    <a:pt x="383" y="336"/>
                    <a:pt x="383" y="336"/>
                  </a:cubicBezTo>
                  <a:cubicBezTo>
                    <a:pt x="383" y="440"/>
                    <a:pt x="305" y="488"/>
                    <a:pt x="203" y="488"/>
                  </a:cubicBezTo>
                  <a:cubicBezTo>
                    <a:pt x="137" y="488"/>
                    <a:pt x="63" y="466"/>
                    <a:pt x="0" y="4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73" name="Oval 11">
              <a:extLst>
                <a:ext uri="{FF2B5EF4-FFF2-40B4-BE49-F238E27FC236}">
                  <a16:creationId xmlns:a16="http://schemas.microsoft.com/office/drawing/2014/main" id="{70877F96-1F23-E1FC-71E9-01EE358F60FD}"/>
                </a:ext>
              </a:extLst>
            </p:cNvPr>
            <p:cNvSpPr>
              <a:spLocks noChangeArrowheads="1"/>
            </p:cNvSpPr>
            <p:nvPr userDrawn="1"/>
          </p:nvSpPr>
          <p:spPr bwMode="auto">
            <a:xfrm>
              <a:off x="9282260" y="4167188"/>
              <a:ext cx="544513" cy="546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grpSp>
        <p:nvGrpSpPr>
          <p:cNvPr id="2" name="Group 1">
            <a:extLst>
              <a:ext uri="{FF2B5EF4-FFF2-40B4-BE49-F238E27FC236}">
                <a16:creationId xmlns:a16="http://schemas.microsoft.com/office/drawing/2014/main" id="{59C8C1D9-B375-1D63-409C-0E8AA8DEE2D1}"/>
              </a:ext>
            </a:extLst>
          </p:cNvPr>
          <p:cNvGrpSpPr/>
          <p:nvPr userDrawn="1"/>
        </p:nvGrpSpPr>
        <p:grpSpPr>
          <a:xfrm>
            <a:off x="7044578" y="767096"/>
            <a:ext cx="2100612" cy="1898696"/>
            <a:chOff x="9390324" y="767096"/>
            <a:chExt cx="2800087" cy="1898696"/>
          </a:xfrm>
        </p:grpSpPr>
        <p:grpSp>
          <p:nvGrpSpPr>
            <p:cNvPr id="76" name="Group 75">
              <a:extLst>
                <a:ext uri="{FF2B5EF4-FFF2-40B4-BE49-F238E27FC236}">
                  <a16:creationId xmlns:a16="http://schemas.microsoft.com/office/drawing/2014/main" id="{04DB0252-2F51-9D54-5F87-47E8112037C5}"/>
                </a:ext>
              </a:extLst>
            </p:cNvPr>
            <p:cNvGrpSpPr/>
            <p:nvPr userDrawn="1"/>
          </p:nvGrpSpPr>
          <p:grpSpPr>
            <a:xfrm>
              <a:off x="9390324" y="936748"/>
              <a:ext cx="1965963" cy="1042086"/>
              <a:chOff x="4988072" y="501936"/>
              <a:chExt cx="1978802" cy="1051017"/>
            </a:xfrm>
            <a:solidFill>
              <a:schemeClr val="bg1"/>
            </a:solidFill>
          </p:grpSpPr>
          <p:sp>
            <p:nvSpPr>
              <p:cNvPr id="85" name="Freeform 5">
                <a:extLst>
                  <a:ext uri="{FF2B5EF4-FFF2-40B4-BE49-F238E27FC236}">
                    <a16:creationId xmlns:a16="http://schemas.microsoft.com/office/drawing/2014/main" id="{433FD598-576F-FFF0-672B-6A9B1AF51242}"/>
                  </a:ext>
                </a:extLst>
              </p:cNvPr>
              <p:cNvSpPr>
                <a:spLocks/>
              </p:cNvSpPr>
              <p:nvPr userDrawn="1"/>
            </p:nvSpPr>
            <p:spPr bwMode="auto">
              <a:xfrm>
                <a:off x="5559016" y="501936"/>
                <a:ext cx="218094" cy="282813"/>
              </a:xfrm>
              <a:custGeom>
                <a:avLst/>
                <a:gdLst>
                  <a:gd name="T0" fmla="*/ 0 w 502"/>
                  <a:gd name="T1" fmla="*/ 550 h 651"/>
                  <a:gd name="T2" fmla="*/ 83 w 502"/>
                  <a:gd name="T3" fmla="*/ 451 h 651"/>
                  <a:gd name="T4" fmla="*/ 272 w 502"/>
                  <a:gd name="T5" fmla="*/ 528 h 651"/>
                  <a:gd name="T6" fmla="*/ 363 w 502"/>
                  <a:gd name="T7" fmla="*/ 469 h 651"/>
                  <a:gd name="T8" fmla="*/ 363 w 502"/>
                  <a:gd name="T9" fmla="*/ 467 h 651"/>
                  <a:gd name="T10" fmla="*/ 236 w 502"/>
                  <a:gd name="T11" fmla="*/ 386 h 651"/>
                  <a:gd name="T12" fmla="*/ 26 w 502"/>
                  <a:gd name="T13" fmla="*/ 192 h 651"/>
                  <a:gd name="T14" fmla="*/ 26 w 502"/>
                  <a:gd name="T15" fmla="*/ 191 h 651"/>
                  <a:gd name="T16" fmla="*/ 247 w 502"/>
                  <a:gd name="T17" fmla="*/ 0 h 651"/>
                  <a:gd name="T18" fmla="*/ 483 w 502"/>
                  <a:gd name="T19" fmla="*/ 80 h 651"/>
                  <a:gd name="T20" fmla="*/ 410 w 502"/>
                  <a:gd name="T21" fmla="*/ 185 h 651"/>
                  <a:gd name="T22" fmla="*/ 246 w 502"/>
                  <a:gd name="T23" fmla="*/ 123 h 651"/>
                  <a:gd name="T24" fmla="*/ 164 w 502"/>
                  <a:gd name="T25" fmla="*/ 178 h 651"/>
                  <a:gd name="T26" fmla="*/ 164 w 502"/>
                  <a:gd name="T27" fmla="*/ 180 h 651"/>
                  <a:gd name="T28" fmla="*/ 301 w 502"/>
                  <a:gd name="T29" fmla="*/ 263 h 651"/>
                  <a:gd name="T30" fmla="*/ 502 w 502"/>
                  <a:gd name="T31" fmla="*/ 453 h 651"/>
                  <a:gd name="T32" fmla="*/ 502 w 502"/>
                  <a:gd name="T33" fmla="*/ 455 h 651"/>
                  <a:gd name="T34" fmla="*/ 269 w 502"/>
                  <a:gd name="T35" fmla="*/ 651 h 651"/>
                  <a:gd name="T36" fmla="*/ 0 w 502"/>
                  <a:gd name="T37" fmla="*/ 550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2" h="651">
                    <a:moveTo>
                      <a:pt x="0" y="550"/>
                    </a:moveTo>
                    <a:cubicBezTo>
                      <a:pt x="83" y="451"/>
                      <a:pt x="83" y="451"/>
                      <a:pt x="83" y="451"/>
                    </a:cubicBezTo>
                    <a:cubicBezTo>
                      <a:pt x="140" y="498"/>
                      <a:pt x="200" y="528"/>
                      <a:pt x="272" y="528"/>
                    </a:cubicBezTo>
                    <a:cubicBezTo>
                      <a:pt x="329" y="528"/>
                      <a:pt x="363" y="506"/>
                      <a:pt x="363" y="469"/>
                    </a:cubicBezTo>
                    <a:cubicBezTo>
                      <a:pt x="363" y="467"/>
                      <a:pt x="363" y="467"/>
                      <a:pt x="363" y="467"/>
                    </a:cubicBezTo>
                    <a:cubicBezTo>
                      <a:pt x="363" y="431"/>
                      <a:pt x="342" y="413"/>
                      <a:pt x="236" y="386"/>
                    </a:cubicBezTo>
                    <a:cubicBezTo>
                      <a:pt x="108" y="354"/>
                      <a:pt x="26" y="318"/>
                      <a:pt x="26" y="192"/>
                    </a:cubicBezTo>
                    <a:cubicBezTo>
                      <a:pt x="26" y="191"/>
                      <a:pt x="26" y="191"/>
                      <a:pt x="26" y="191"/>
                    </a:cubicBezTo>
                    <a:cubicBezTo>
                      <a:pt x="26" y="76"/>
                      <a:pt x="118" y="0"/>
                      <a:pt x="247" y="0"/>
                    </a:cubicBezTo>
                    <a:cubicBezTo>
                      <a:pt x="340" y="0"/>
                      <a:pt x="419" y="29"/>
                      <a:pt x="483" y="80"/>
                    </a:cubicBezTo>
                    <a:cubicBezTo>
                      <a:pt x="410" y="185"/>
                      <a:pt x="410" y="185"/>
                      <a:pt x="410" y="185"/>
                    </a:cubicBezTo>
                    <a:cubicBezTo>
                      <a:pt x="354" y="146"/>
                      <a:pt x="299" y="123"/>
                      <a:pt x="246" y="123"/>
                    </a:cubicBezTo>
                    <a:cubicBezTo>
                      <a:pt x="192" y="123"/>
                      <a:pt x="164" y="147"/>
                      <a:pt x="164" y="178"/>
                    </a:cubicBezTo>
                    <a:cubicBezTo>
                      <a:pt x="164" y="180"/>
                      <a:pt x="164" y="180"/>
                      <a:pt x="164" y="180"/>
                    </a:cubicBezTo>
                    <a:cubicBezTo>
                      <a:pt x="164" y="221"/>
                      <a:pt x="191" y="235"/>
                      <a:pt x="301" y="263"/>
                    </a:cubicBezTo>
                    <a:cubicBezTo>
                      <a:pt x="429" y="297"/>
                      <a:pt x="502" y="343"/>
                      <a:pt x="502" y="453"/>
                    </a:cubicBezTo>
                    <a:cubicBezTo>
                      <a:pt x="502" y="455"/>
                      <a:pt x="502" y="455"/>
                      <a:pt x="502" y="455"/>
                    </a:cubicBezTo>
                    <a:cubicBezTo>
                      <a:pt x="502" y="581"/>
                      <a:pt x="406" y="651"/>
                      <a:pt x="269" y="651"/>
                    </a:cubicBezTo>
                    <a:cubicBezTo>
                      <a:pt x="173" y="651"/>
                      <a:pt x="76" y="618"/>
                      <a:pt x="0" y="5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6" name="Freeform 6">
                <a:extLst>
                  <a:ext uri="{FF2B5EF4-FFF2-40B4-BE49-F238E27FC236}">
                    <a16:creationId xmlns:a16="http://schemas.microsoft.com/office/drawing/2014/main" id="{824AAD10-C96C-2D4A-15C2-1D354C7C691E}"/>
                  </a:ext>
                </a:extLst>
              </p:cNvPr>
              <p:cNvSpPr>
                <a:spLocks/>
              </p:cNvSpPr>
              <p:nvPr userDrawn="1"/>
            </p:nvSpPr>
            <p:spPr bwMode="auto">
              <a:xfrm>
                <a:off x="5791295" y="566212"/>
                <a:ext cx="322264" cy="214547"/>
              </a:xfrm>
              <a:custGeom>
                <a:avLst/>
                <a:gdLst>
                  <a:gd name="T0" fmla="*/ 0 w 741"/>
                  <a:gd name="T1" fmla="*/ 9 h 494"/>
                  <a:gd name="T2" fmla="*/ 138 w 741"/>
                  <a:gd name="T3" fmla="*/ 9 h 494"/>
                  <a:gd name="T4" fmla="*/ 138 w 741"/>
                  <a:gd name="T5" fmla="*/ 78 h 494"/>
                  <a:gd name="T6" fmla="*/ 281 w 741"/>
                  <a:gd name="T7" fmla="*/ 0 h 494"/>
                  <a:gd name="T8" fmla="*/ 418 w 741"/>
                  <a:gd name="T9" fmla="*/ 77 h 494"/>
                  <a:gd name="T10" fmla="*/ 577 w 741"/>
                  <a:gd name="T11" fmla="*/ 0 h 494"/>
                  <a:gd name="T12" fmla="*/ 741 w 741"/>
                  <a:gd name="T13" fmla="*/ 178 h 494"/>
                  <a:gd name="T14" fmla="*/ 741 w 741"/>
                  <a:gd name="T15" fmla="*/ 494 h 494"/>
                  <a:gd name="T16" fmla="*/ 603 w 741"/>
                  <a:gd name="T17" fmla="*/ 494 h 494"/>
                  <a:gd name="T18" fmla="*/ 603 w 741"/>
                  <a:gd name="T19" fmla="*/ 224 h 494"/>
                  <a:gd name="T20" fmla="*/ 523 w 741"/>
                  <a:gd name="T21" fmla="*/ 125 h 494"/>
                  <a:gd name="T22" fmla="*/ 439 w 741"/>
                  <a:gd name="T23" fmla="*/ 224 h 494"/>
                  <a:gd name="T24" fmla="*/ 439 w 741"/>
                  <a:gd name="T25" fmla="*/ 494 h 494"/>
                  <a:gd name="T26" fmla="*/ 302 w 741"/>
                  <a:gd name="T27" fmla="*/ 494 h 494"/>
                  <a:gd name="T28" fmla="*/ 302 w 741"/>
                  <a:gd name="T29" fmla="*/ 224 h 494"/>
                  <a:gd name="T30" fmla="*/ 221 w 741"/>
                  <a:gd name="T31" fmla="*/ 125 h 494"/>
                  <a:gd name="T32" fmla="*/ 138 w 741"/>
                  <a:gd name="T33" fmla="*/ 224 h 494"/>
                  <a:gd name="T34" fmla="*/ 138 w 741"/>
                  <a:gd name="T35" fmla="*/ 494 h 494"/>
                  <a:gd name="T36" fmla="*/ 0 w 741"/>
                  <a:gd name="T37" fmla="*/ 494 h 494"/>
                  <a:gd name="T38" fmla="*/ 0 w 741"/>
                  <a:gd name="T39"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41" h="494">
                    <a:moveTo>
                      <a:pt x="0" y="9"/>
                    </a:moveTo>
                    <a:cubicBezTo>
                      <a:pt x="138" y="9"/>
                      <a:pt x="138" y="9"/>
                      <a:pt x="138" y="9"/>
                    </a:cubicBezTo>
                    <a:cubicBezTo>
                      <a:pt x="138" y="78"/>
                      <a:pt x="138" y="78"/>
                      <a:pt x="138" y="78"/>
                    </a:cubicBezTo>
                    <a:cubicBezTo>
                      <a:pt x="170" y="37"/>
                      <a:pt x="211" y="0"/>
                      <a:pt x="281" y="0"/>
                    </a:cubicBezTo>
                    <a:cubicBezTo>
                      <a:pt x="344" y="0"/>
                      <a:pt x="392" y="28"/>
                      <a:pt x="418" y="77"/>
                    </a:cubicBezTo>
                    <a:cubicBezTo>
                      <a:pt x="460" y="27"/>
                      <a:pt x="511" y="0"/>
                      <a:pt x="577" y="0"/>
                    </a:cubicBezTo>
                    <a:cubicBezTo>
                      <a:pt x="679" y="0"/>
                      <a:pt x="741" y="62"/>
                      <a:pt x="741" y="178"/>
                    </a:cubicBezTo>
                    <a:cubicBezTo>
                      <a:pt x="741" y="494"/>
                      <a:pt x="741" y="494"/>
                      <a:pt x="741" y="494"/>
                    </a:cubicBezTo>
                    <a:cubicBezTo>
                      <a:pt x="603" y="494"/>
                      <a:pt x="603" y="494"/>
                      <a:pt x="603" y="494"/>
                    </a:cubicBezTo>
                    <a:cubicBezTo>
                      <a:pt x="603" y="224"/>
                      <a:pt x="603" y="224"/>
                      <a:pt x="603" y="224"/>
                    </a:cubicBezTo>
                    <a:cubicBezTo>
                      <a:pt x="603" y="159"/>
                      <a:pt x="574" y="125"/>
                      <a:pt x="523" y="125"/>
                    </a:cubicBezTo>
                    <a:cubicBezTo>
                      <a:pt x="471" y="125"/>
                      <a:pt x="439" y="159"/>
                      <a:pt x="439" y="224"/>
                    </a:cubicBezTo>
                    <a:cubicBezTo>
                      <a:pt x="439" y="494"/>
                      <a:pt x="439" y="494"/>
                      <a:pt x="439" y="494"/>
                    </a:cubicBezTo>
                    <a:cubicBezTo>
                      <a:pt x="302" y="494"/>
                      <a:pt x="302" y="494"/>
                      <a:pt x="302" y="494"/>
                    </a:cubicBezTo>
                    <a:cubicBezTo>
                      <a:pt x="302" y="224"/>
                      <a:pt x="302" y="224"/>
                      <a:pt x="302" y="224"/>
                    </a:cubicBezTo>
                    <a:cubicBezTo>
                      <a:pt x="302" y="159"/>
                      <a:pt x="273" y="125"/>
                      <a:pt x="221" y="125"/>
                    </a:cubicBezTo>
                    <a:cubicBezTo>
                      <a:pt x="170" y="125"/>
                      <a:pt x="138" y="159"/>
                      <a:pt x="138" y="224"/>
                    </a:cubicBezTo>
                    <a:cubicBezTo>
                      <a:pt x="138" y="494"/>
                      <a:pt x="138" y="494"/>
                      <a:pt x="138" y="494"/>
                    </a:cubicBezTo>
                    <a:cubicBezTo>
                      <a:pt x="0" y="494"/>
                      <a:pt x="0" y="494"/>
                      <a:pt x="0" y="494"/>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7" name="Freeform 7">
                <a:extLst>
                  <a:ext uri="{FF2B5EF4-FFF2-40B4-BE49-F238E27FC236}">
                    <a16:creationId xmlns:a16="http://schemas.microsoft.com/office/drawing/2014/main" id="{8776387C-7DBE-0FBD-3AED-689433E76864}"/>
                  </a:ext>
                </a:extLst>
              </p:cNvPr>
              <p:cNvSpPr>
                <a:spLocks noEditPoints="1"/>
              </p:cNvSpPr>
              <p:nvPr userDrawn="1"/>
            </p:nvSpPr>
            <p:spPr bwMode="auto">
              <a:xfrm>
                <a:off x="6125971" y="567985"/>
                <a:ext cx="193713" cy="216764"/>
              </a:xfrm>
              <a:custGeom>
                <a:avLst/>
                <a:gdLst>
                  <a:gd name="T0" fmla="*/ 0 w 446"/>
                  <a:gd name="T1" fmla="*/ 351 h 499"/>
                  <a:gd name="T2" fmla="*/ 0 w 446"/>
                  <a:gd name="T3" fmla="*/ 349 h 499"/>
                  <a:gd name="T4" fmla="*/ 195 w 446"/>
                  <a:gd name="T5" fmla="*/ 194 h 499"/>
                  <a:gd name="T6" fmla="*/ 314 w 446"/>
                  <a:gd name="T7" fmla="*/ 214 h 499"/>
                  <a:gd name="T8" fmla="*/ 314 w 446"/>
                  <a:gd name="T9" fmla="*/ 206 h 499"/>
                  <a:gd name="T10" fmla="*/ 210 w 446"/>
                  <a:gd name="T11" fmla="*/ 117 h 499"/>
                  <a:gd name="T12" fmla="*/ 76 w 446"/>
                  <a:gd name="T13" fmla="*/ 144 h 499"/>
                  <a:gd name="T14" fmla="*/ 42 w 446"/>
                  <a:gd name="T15" fmla="*/ 39 h 499"/>
                  <a:gd name="T16" fmla="*/ 230 w 446"/>
                  <a:gd name="T17" fmla="*/ 0 h 499"/>
                  <a:gd name="T18" fmla="*/ 394 w 446"/>
                  <a:gd name="T19" fmla="*/ 54 h 499"/>
                  <a:gd name="T20" fmla="*/ 446 w 446"/>
                  <a:gd name="T21" fmla="*/ 209 h 499"/>
                  <a:gd name="T22" fmla="*/ 446 w 446"/>
                  <a:gd name="T23" fmla="*/ 490 h 499"/>
                  <a:gd name="T24" fmla="*/ 313 w 446"/>
                  <a:gd name="T25" fmla="*/ 490 h 499"/>
                  <a:gd name="T26" fmla="*/ 313 w 446"/>
                  <a:gd name="T27" fmla="*/ 438 h 499"/>
                  <a:gd name="T28" fmla="*/ 166 w 446"/>
                  <a:gd name="T29" fmla="*/ 499 h 499"/>
                  <a:gd name="T30" fmla="*/ 0 w 446"/>
                  <a:gd name="T31" fmla="*/ 351 h 499"/>
                  <a:gd name="T32" fmla="*/ 316 w 446"/>
                  <a:gd name="T33" fmla="*/ 319 h 499"/>
                  <a:gd name="T34" fmla="*/ 316 w 446"/>
                  <a:gd name="T35" fmla="*/ 295 h 499"/>
                  <a:gd name="T36" fmla="*/ 228 w 446"/>
                  <a:gd name="T37" fmla="*/ 277 h 499"/>
                  <a:gd name="T38" fmla="*/ 133 w 446"/>
                  <a:gd name="T39" fmla="*/ 344 h 499"/>
                  <a:gd name="T40" fmla="*/ 133 w 446"/>
                  <a:gd name="T41" fmla="*/ 346 h 499"/>
                  <a:gd name="T42" fmla="*/ 208 w 446"/>
                  <a:gd name="T43" fmla="*/ 404 h 499"/>
                  <a:gd name="T44" fmla="*/ 316 w 446"/>
                  <a:gd name="T45" fmla="*/ 31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499">
                    <a:moveTo>
                      <a:pt x="0" y="351"/>
                    </a:moveTo>
                    <a:cubicBezTo>
                      <a:pt x="0" y="349"/>
                      <a:pt x="0" y="349"/>
                      <a:pt x="0" y="349"/>
                    </a:cubicBezTo>
                    <a:cubicBezTo>
                      <a:pt x="0" y="243"/>
                      <a:pt x="80" y="194"/>
                      <a:pt x="195" y="194"/>
                    </a:cubicBezTo>
                    <a:cubicBezTo>
                      <a:pt x="244" y="194"/>
                      <a:pt x="280" y="202"/>
                      <a:pt x="314" y="214"/>
                    </a:cubicBezTo>
                    <a:cubicBezTo>
                      <a:pt x="314" y="206"/>
                      <a:pt x="314" y="206"/>
                      <a:pt x="314" y="206"/>
                    </a:cubicBezTo>
                    <a:cubicBezTo>
                      <a:pt x="314" y="149"/>
                      <a:pt x="279" y="117"/>
                      <a:pt x="210" y="117"/>
                    </a:cubicBezTo>
                    <a:cubicBezTo>
                      <a:pt x="157" y="117"/>
                      <a:pt x="120" y="127"/>
                      <a:pt x="76" y="144"/>
                    </a:cubicBezTo>
                    <a:cubicBezTo>
                      <a:pt x="42" y="39"/>
                      <a:pt x="42" y="39"/>
                      <a:pt x="42" y="39"/>
                    </a:cubicBezTo>
                    <a:cubicBezTo>
                      <a:pt x="95" y="15"/>
                      <a:pt x="147" y="0"/>
                      <a:pt x="230" y="0"/>
                    </a:cubicBezTo>
                    <a:cubicBezTo>
                      <a:pt x="305" y="0"/>
                      <a:pt x="359" y="20"/>
                      <a:pt x="394" y="54"/>
                    </a:cubicBezTo>
                    <a:cubicBezTo>
                      <a:pt x="430" y="90"/>
                      <a:pt x="446" y="144"/>
                      <a:pt x="446" y="209"/>
                    </a:cubicBezTo>
                    <a:cubicBezTo>
                      <a:pt x="446" y="490"/>
                      <a:pt x="446" y="490"/>
                      <a:pt x="446" y="490"/>
                    </a:cubicBezTo>
                    <a:cubicBezTo>
                      <a:pt x="313" y="490"/>
                      <a:pt x="313" y="490"/>
                      <a:pt x="313" y="490"/>
                    </a:cubicBezTo>
                    <a:cubicBezTo>
                      <a:pt x="313" y="438"/>
                      <a:pt x="313" y="438"/>
                      <a:pt x="313" y="438"/>
                    </a:cubicBezTo>
                    <a:cubicBezTo>
                      <a:pt x="280" y="475"/>
                      <a:pt x="233" y="499"/>
                      <a:pt x="166" y="499"/>
                    </a:cubicBezTo>
                    <a:cubicBezTo>
                      <a:pt x="75" y="499"/>
                      <a:pt x="0" y="447"/>
                      <a:pt x="0" y="351"/>
                    </a:cubicBezTo>
                    <a:close/>
                    <a:moveTo>
                      <a:pt x="316" y="319"/>
                    </a:moveTo>
                    <a:cubicBezTo>
                      <a:pt x="316" y="295"/>
                      <a:pt x="316" y="295"/>
                      <a:pt x="316" y="295"/>
                    </a:cubicBezTo>
                    <a:cubicBezTo>
                      <a:pt x="292" y="284"/>
                      <a:pt x="262" y="277"/>
                      <a:pt x="228" y="277"/>
                    </a:cubicBezTo>
                    <a:cubicBezTo>
                      <a:pt x="169" y="277"/>
                      <a:pt x="133" y="300"/>
                      <a:pt x="133" y="344"/>
                    </a:cubicBezTo>
                    <a:cubicBezTo>
                      <a:pt x="133" y="346"/>
                      <a:pt x="133" y="346"/>
                      <a:pt x="133" y="346"/>
                    </a:cubicBezTo>
                    <a:cubicBezTo>
                      <a:pt x="133" y="383"/>
                      <a:pt x="164" y="404"/>
                      <a:pt x="208" y="404"/>
                    </a:cubicBezTo>
                    <a:cubicBezTo>
                      <a:pt x="272" y="404"/>
                      <a:pt x="316" y="369"/>
                      <a:pt x="316" y="3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8" name="Freeform 8">
                <a:extLst>
                  <a:ext uri="{FF2B5EF4-FFF2-40B4-BE49-F238E27FC236}">
                    <a16:creationId xmlns:a16="http://schemas.microsoft.com/office/drawing/2014/main" id="{262E0FEC-2981-11B0-3D88-8A94D08178CF}"/>
                  </a:ext>
                </a:extLst>
              </p:cNvPr>
              <p:cNvSpPr>
                <a:spLocks/>
              </p:cNvSpPr>
              <p:nvPr userDrawn="1"/>
            </p:nvSpPr>
            <p:spPr bwMode="auto">
              <a:xfrm>
                <a:off x="6336529" y="564438"/>
                <a:ext cx="127665"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9" name="Freeform 9">
                <a:extLst>
                  <a:ext uri="{FF2B5EF4-FFF2-40B4-BE49-F238E27FC236}">
                    <a16:creationId xmlns:a16="http://schemas.microsoft.com/office/drawing/2014/main" id="{FECC1288-545E-BDB4-6462-3EE5544D7025}"/>
                  </a:ext>
                </a:extLst>
              </p:cNvPr>
              <p:cNvSpPr>
                <a:spLocks/>
              </p:cNvSpPr>
              <p:nvPr userDrawn="1"/>
            </p:nvSpPr>
            <p:spPr bwMode="auto">
              <a:xfrm>
                <a:off x="6475719" y="516121"/>
                <a:ext cx="134757" cy="268184"/>
              </a:xfrm>
              <a:custGeom>
                <a:avLst/>
                <a:gdLst>
                  <a:gd name="T0" fmla="*/ 58 w 310"/>
                  <a:gd name="T1" fmla="*/ 472 h 617"/>
                  <a:gd name="T2" fmla="*/ 58 w 310"/>
                  <a:gd name="T3" fmla="*/ 242 h 617"/>
                  <a:gd name="T4" fmla="*/ 0 w 310"/>
                  <a:gd name="T5" fmla="*/ 242 h 617"/>
                  <a:gd name="T6" fmla="*/ 0 w 310"/>
                  <a:gd name="T7" fmla="*/ 124 h 617"/>
                  <a:gd name="T8" fmla="*/ 58 w 310"/>
                  <a:gd name="T9" fmla="*/ 124 h 617"/>
                  <a:gd name="T10" fmla="*/ 58 w 310"/>
                  <a:gd name="T11" fmla="*/ 0 h 617"/>
                  <a:gd name="T12" fmla="*/ 196 w 310"/>
                  <a:gd name="T13" fmla="*/ 0 h 617"/>
                  <a:gd name="T14" fmla="*/ 196 w 310"/>
                  <a:gd name="T15" fmla="*/ 124 h 617"/>
                  <a:gd name="T16" fmla="*/ 310 w 310"/>
                  <a:gd name="T17" fmla="*/ 124 h 617"/>
                  <a:gd name="T18" fmla="*/ 310 w 310"/>
                  <a:gd name="T19" fmla="*/ 242 h 617"/>
                  <a:gd name="T20" fmla="*/ 196 w 310"/>
                  <a:gd name="T21" fmla="*/ 242 h 617"/>
                  <a:gd name="T22" fmla="*/ 196 w 310"/>
                  <a:gd name="T23" fmla="*/ 449 h 617"/>
                  <a:gd name="T24" fmla="*/ 240 w 310"/>
                  <a:gd name="T25" fmla="*/ 496 h 617"/>
                  <a:gd name="T26" fmla="*/ 308 w 310"/>
                  <a:gd name="T27" fmla="*/ 479 h 617"/>
                  <a:gd name="T28" fmla="*/ 308 w 310"/>
                  <a:gd name="T29" fmla="*/ 589 h 617"/>
                  <a:gd name="T30" fmla="*/ 199 w 310"/>
                  <a:gd name="T31" fmla="*/ 617 h 617"/>
                  <a:gd name="T32" fmla="*/ 58 w 310"/>
                  <a:gd name="T33" fmla="*/ 472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7">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6" y="0"/>
                      <a:pt x="196" y="0"/>
                      <a:pt x="196" y="0"/>
                    </a:cubicBezTo>
                    <a:cubicBezTo>
                      <a:pt x="196" y="124"/>
                      <a:pt x="196" y="124"/>
                      <a:pt x="196" y="124"/>
                    </a:cubicBezTo>
                    <a:cubicBezTo>
                      <a:pt x="310" y="124"/>
                      <a:pt x="310" y="124"/>
                      <a:pt x="310" y="124"/>
                    </a:cubicBezTo>
                    <a:cubicBezTo>
                      <a:pt x="310" y="242"/>
                      <a:pt x="310" y="242"/>
                      <a:pt x="310" y="242"/>
                    </a:cubicBezTo>
                    <a:cubicBezTo>
                      <a:pt x="196" y="242"/>
                      <a:pt x="196" y="242"/>
                      <a:pt x="196" y="242"/>
                    </a:cubicBezTo>
                    <a:cubicBezTo>
                      <a:pt x="196" y="449"/>
                      <a:pt x="196" y="449"/>
                      <a:pt x="196" y="449"/>
                    </a:cubicBezTo>
                    <a:cubicBezTo>
                      <a:pt x="196" y="481"/>
                      <a:pt x="209" y="496"/>
                      <a:pt x="240" y="496"/>
                    </a:cubicBezTo>
                    <a:cubicBezTo>
                      <a:pt x="265" y="496"/>
                      <a:pt x="288" y="490"/>
                      <a:pt x="308" y="479"/>
                    </a:cubicBezTo>
                    <a:cubicBezTo>
                      <a:pt x="308" y="589"/>
                      <a:pt x="308" y="589"/>
                      <a:pt x="308" y="589"/>
                    </a:cubicBezTo>
                    <a:cubicBezTo>
                      <a:pt x="279" y="607"/>
                      <a:pt x="245" y="617"/>
                      <a:pt x="199" y="617"/>
                    </a:cubicBezTo>
                    <a:cubicBezTo>
                      <a:pt x="115" y="617"/>
                      <a:pt x="58" y="584"/>
                      <a:pt x="58" y="4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90" name="Freeform 10">
                <a:extLst>
                  <a:ext uri="{FF2B5EF4-FFF2-40B4-BE49-F238E27FC236}">
                    <a16:creationId xmlns:a16="http://schemas.microsoft.com/office/drawing/2014/main" id="{9DB49BE1-F1C8-5A4F-1BE7-B9C5B671A4B9}"/>
                  </a:ext>
                </a:extLst>
              </p:cNvPr>
              <p:cNvSpPr>
                <a:spLocks noEditPoints="1"/>
              </p:cNvSpPr>
              <p:nvPr userDrawn="1"/>
            </p:nvSpPr>
            <p:spPr bwMode="auto">
              <a:xfrm>
                <a:off x="6618455" y="566212"/>
                <a:ext cx="207012" cy="219424"/>
              </a:xfrm>
              <a:custGeom>
                <a:avLst/>
                <a:gdLst>
                  <a:gd name="T0" fmla="*/ 0 w 476"/>
                  <a:gd name="T1" fmla="*/ 254 h 505"/>
                  <a:gd name="T2" fmla="*/ 0 w 476"/>
                  <a:gd name="T3" fmla="*/ 253 h 505"/>
                  <a:gd name="T4" fmla="*/ 240 w 476"/>
                  <a:gd name="T5" fmla="*/ 0 h 505"/>
                  <a:gd name="T6" fmla="*/ 476 w 476"/>
                  <a:gd name="T7" fmla="*/ 263 h 505"/>
                  <a:gd name="T8" fmla="*/ 475 w 476"/>
                  <a:gd name="T9" fmla="*/ 300 h 505"/>
                  <a:gd name="T10" fmla="*/ 137 w 476"/>
                  <a:gd name="T11" fmla="*/ 300 h 505"/>
                  <a:gd name="T12" fmla="*/ 256 w 476"/>
                  <a:gd name="T13" fmla="*/ 395 h 505"/>
                  <a:gd name="T14" fmla="*/ 373 w 476"/>
                  <a:gd name="T15" fmla="*/ 345 h 505"/>
                  <a:gd name="T16" fmla="*/ 452 w 476"/>
                  <a:gd name="T17" fmla="*/ 415 h 505"/>
                  <a:gd name="T18" fmla="*/ 254 w 476"/>
                  <a:gd name="T19" fmla="*/ 505 h 505"/>
                  <a:gd name="T20" fmla="*/ 0 w 476"/>
                  <a:gd name="T21" fmla="*/ 254 h 505"/>
                  <a:gd name="T22" fmla="*/ 342 w 476"/>
                  <a:gd name="T23" fmla="*/ 214 h 505"/>
                  <a:gd name="T24" fmla="*/ 240 w 476"/>
                  <a:gd name="T25" fmla="*/ 111 h 505"/>
                  <a:gd name="T26" fmla="*/ 135 w 476"/>
                  <a:gd name="T27" fmla="*/ 214 h 505"/>
                  <a:gd name="T28" fmla="*/ 342 w 476"/>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6" h="505">
                    <a:moveTo>
                      <a:pt x="0" y="254"/>
                    </a:moveTo>
                    <a:cubicBezTo>
                      <a:pt x="0" y="253"/>
                      <a:pt x="0" y="253"/>
                      <a:pt x="0" y="253"/>
                    </a:cubicBezTo>
                    <a:cubicBezTo>
                      <a:pt x="0" y="114"/>
                      <a:pt x="99" y="0"/>
                      <a:pt x="240" y="0"/>
                    </a:cubicBezTo>
                    <a:cubicBezTo>
                      <a:pt x="402" y="0"/>
                      <a:pt x="476" y="126"/>
                      <a:pt x="476" y="263"/>
                    </a:cubicBezTo>
                    <a:cubicBezTo>
                      <a:pt x="476"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2" y="214"/>
                    </a:moveTo>
                    <a:cubicBezTo>
                      <a:pt x="334" y="152"/>
                      <a:pt x="298" y="111"/>
                      <a:pt x="240" y="111"/>
                    </a:cubicBezTo>
                    <a:cubicBezTo>
                      <a:pt x="183" y="111"/>
                      <a:pt x="146" y="151"/>
                      <a:pt x="135" y="214"/>
                    </a:cubicBezTo>
                    <a:lnTo>
                      <a:pt x="342"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91" name="Freeform 11">
                <a:extLst>
                  <a:ext uri="{FF2B5EF4-FFF2-40B4-BE49-F238E27FC236}">
                    <a16:creationId xmlns:a16="http://schemas.microsoft.com/office/drawing/2014/main" id="{5700CEE7-82FA-F314-D150-00348A9C1993}"/>
                  </a:ext>
                </a:extLst>
              </p:cNvPr>
              <p:cNvSpPr>
                <a:spLocks/>
              </p:cNvSpPr>
              <p:nvPr userDrawn="1"/>
            </p:nvSpPr>
            <p:spPr bwMode="auto">
              <a:xfrm>
                <a:off x="6837879" y="564438"/>
                <a:ext cx="127221"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92" name="Freeform 12">
                <a:extLst>
                  <a:ext uri="{FF2B5EF4-FFF2-40B4-BE49-F238E27FC236}">
                    <a16:creationId xmlns:a16="http://schemas.microsoft.com/office/drawing/2014/main" id="{FC0AB9F7-3D02-4537-31F6-D98B2250C9F3}"/>
                  </a:ext>
                </a:extLst>
              </p:cNvPr>
              <p:cNvSpPr>
                <a:spLocks/>
              </p:cNvSpPr>
              <p:nvPr userDrawn="1"/>
            </p:nvSpPr>
            <p:spPr bwMode="auto">
              <a:xfrm>
                <a:off x="4988072" y="888476"/>
                <a:ext cx="134757" cy="268628"/>
              </a:xfrm>
              <a:custGeom>
                <a:avLst/>
                <a:gdLst>
                  <a:gd name="T0" fmla="*/ 58 w 310"/>
                  <a:gd name="T1" fmla="*/ 472 h 618"/>
                  <a:gd name="T2" fmla="*/ 58 w 310"/>
                  <a:gd name="T3" fmla="*/ 242 h 618"/>
                  <a:gd name="T4" fmla="*/ 0 w 310"/>
                  <a:gd name="T5" fmla="*/ 242 h 618"/>
                  <a:gd name="T6" fmla="*/ 0 w 310"/>
                  <a:gd name="T7" fmla="*/ 124 h 618"/>
                  <a:gd name="T8" fmla="*/ 58 w 310"/>
                  <a:gd name="T9" fmla="*/ 124 h 618"/>
                  <a:gd name="T10" fmla="*/ 58 w 310"/>
                  <a:gd name="T11" fmla="*/ 0 h 618"/>
                  <a:gd name="T12" fmla="*/ 195 w 310"/>
                  <a:gd name="T13" fmla="*/ 0 h 618"/>
                  <a:gd name="T14" fmla="*/ 195 w 310"/>
                  <a:gd name="T15" fmla="*/ 124 h 618"/>
                  <a:gd name="T16" fmla="*/ 310 w 310"/>
                  <a:gd name="T17" fmla="*/ 124 h 618"/>
                  <a:gd name="T18" fmla="*/ 310 w 310"/>
                  <a:gd name="T19" fmla="*/ 242 h 618"/>
                  <a:gd name="T20" fmla="*/ 195 w 310"/>
                  <a:gd name="T21" fmla="*/ 242 h 618"/>
                  <a:gd name="T22" fmla="*/ 195 w 310"/>
                  <a:gd name="T23" fmla="*/ 449 h 618"/>
                  <a:gd name="T24" fmla="*/ 240 w 310"/>
                  <a:gd name="T25" fmla="*/ 496 h 618"/>
                  <a:gd name="T26" fmla="*/ 308 w 310"/>
                  <a:gd name="T27" fmla="*/ 479 h 618"/>
                  <a:gd name="T28" fmla="*/ 308 w 310"/>
                  <a:gd name="T29" fmla="*/ 590 h 618"/>
                  <a:gd name="T30" fmla="*/ 199 w 310"/>
                  <a:gd name="T31" fmla="*/ 618 h 618"/>
                  <a:gd name="T32" fmla="*/ 58 w 310"/>
                  <a:gd name="T33" fmla="*/ 472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8">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5" y="0"/>
                      <a:pt x="195" y="0"/>
                      <a:pt x="195" y="0"/>
                    </a:cubicBezTo>
                    <a:cubicBezTo>
                      <a:pt x="195" y="124"/>
                      <a:pt x="195" y="124"/>
                      <a:pt x="195" y="124"/>
                    </a:cubicBezTo>
                    <a:cubicBezTo>
                      <a:pt x="310" y="124"/>
                      <a:pt x="310" y="124"/>
                      <a:pt x="310" y="124"/>
                    </a:cubicBezTo>
                    <a:cubicBezTo>
                      <a:pt x="310" y="242"/>
                      <a:pt x="310" y="242"/>
                      <a:pt x="310" y="242"/>
                    </a:cubicBezTo>
                    <a:cubicBezTo>
                      <a:pt x="195" y="242"/>
                      <a:pt x="195" y="242"/>
                      <a:pt x="195" y="242"/>
                    </a:cubicBezTo>
                    <a:cubicBezTo>
                      <a:pt x="195" y="449"/>
                      <a:pt x="195" y="449"/>
                      <a:pt x="195" y="449"/>
                    </a:cubicBezTo>
                    <a:cubicBezTo>
                      <a:pt x="195" y="481"/>
                      <a:pt x="209" y="496"/>
                      <a:pt x="240" y="496"/>
                    </a:cubicBezTo>
                    <a:cubicBezTo>
                      <a:pt x="265" y="496"/>
                      <a:pt x="288" y="490"/>
                      <a:pt x="308" y="479"/>
                    </a:cubicBezTo>
                    <a:cubicBezTo>
                      <a:pt x="308" y="590"/>
                      <a:pt x="308" y="590"/>
                      <a:pt x="308" y="590"/>
                    </a:cubicBezTo>
                    <a:cubicBezTo>
                      <a:pt x="279" y="607"/>
                      <a:pt x="245" y="618"/>
                      <a:pt x="199" y="618"/>
                    </a:cubicBezTo>
                    <a:cubicBezTo>
                      <a:pt x="115" y="618"/>
                      <a:pt x="58" y="584"/>
                      <a:pt x="58" y="4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93" name="Freeform 13">
                <a:extLst>
                  <a:ext uri="{FF2B5EF4-FFF2-40B4-BE49-F238E27FC236}">
                    <a16:creationId xmlns:a16="http://schemas.microsoft.com/office/drawing/2014/main" id="{12D11DBC-90A7-4337-F6CB-C20DBD872CBD}"/>
                  </a:ext>
                </a:extLst>
              </p:cNvPr>
              <p:cNvSpPr>
                <a:spLocks noEditPoints="1"/>
              </p:cNvSpPr>
              <p:nvPr userDrawn="1"/>
            </p:nvSpPr>
            <p:spPr bwMode="auto">
              <a:xfrm>
                <a:off x="5131251" y="938123"/>
                <a:ext cx="207455" cy="219867"/>
              </a:xfrm>
              <a:custGeom>
                <a:avLst/>
                <a:gdLst>
                  <a:gd name="T0" fmla="*/ 0 w 477"/>
                  <a:gd name="T1" fmla="*/ 254 h 505"/>
                  <a:gd name="T2" fmla="*/ 0 w 477"/>
                  <a:gd name="T3" fmla="*/ 253 h 505"/>
                  <a:gd name="T4" fmla="*/ 240 w 477"/>
                  <a:gd name="T5" fmla="*/ 0 h 505"/>
                  <a:gd name="T6" fmla="*/ 477 w 477"/>
                  <a:gd name="T7" fmla="*/ 263 h 505"/>
                  <a:gd name="T8" fmla="*/ 475 w 477"/>
                  <a:gd name="T9" fmla="*/ 300 h 505"/>
                  <a:gd name="T10" fmla="*/ 137 w 477"/>
                  <a:gd name="T11" fmla="*/ 300 h 505"/>
                  <a:gd name="T12" fmla="*/ 256 w 477"/>
                  <a:gd name="T13" fmla="*/ 395 h 505"/>
                  <a:gd name="T14" fmla="*/ 373 w 477"/>
                  <a:gd name="T15" fmla="*/ 345 h 505"/>
                  <a:gd name="T16" fmla="*/ 452 w 477"/>
                  <a:gd name="T17" fmla="*/ 415 h 505"/>
                  <a:gd name="T18" fmla="*/ 254 w 477"/>
                  <a:gd name="T19" fmla="*/ 505 h 505"/>
                  <a:gd name="T20" fmla="*/ 0 w 477"/>
                  <a:gd name="T21" fmla="*/ 254 h 505"/>
                  <a:gd name="T22" fmla="*/ 343 w 477"/>
                  <a:gd name="T23" fmla="*/ 214 h 505"/>
                  <a:gd name="T24" fmla="*/ 240 w 477"/>
                  <a:gd name="T25" fmla="*/ 111 h 505"/>
                  <a:gd name="T26" fmla="*/ 135 w 477"/>
                  <a:gd name="T27" fmla="*/ 214 h 505"/>
                  <a:gd name="T28" fmla="*/ 343 w 477"/>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7" h="505">
                    <a:moveTo>
                      <a:pt x="0" y="254"/>
                    </a:moveTo>
                    <a:cubicBezTo>
                      <a:pt x="0" y="253"/>
                      <a:pt x="0" y="253"/>
                      <a:pt x="0" y="253"/>
                    </a:cubicBezTo>
                    <a:cubicBezTo>
                      <a:pt x="0" y="114"/>
                      <a:pt x="99" y="0"/>
                      <a:pt x="240" y="0"/>
                    </a:cubicBezTo>
                    <a:cubicBezTo>
                      <a:pt x="402" y="0"/>
                      <a:pt x="477" y="126"/>
                      <a:pt x="477" y="263"/>
                    </a:cubicBezTo>
                    <a:cubicBezTo>
                      <a:pt x="477"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3" y="214"/>
                    </a:moveTo>
                    <a:cubicBezTo>
                      <a:pt x="334" y="152"/>
                      <a:pt x="298" y="111"/>
                      <a:pt x="240" y="111"/>
                    </a:cubicBezTo>
                    <a:cubicBezTo>
                      <a:pt x="183" y="111"/>
                      <a:pt x="146" y="151"/>
                      <a:pt x="135" y="214"/>
                    </a:cubicBezTo>
                    <a:lnTo>
                      <a:pt x="343"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94" name="Freeform 14">
                <a:extLst>
                  <a:ext uri="{FF2B5EF4-FFF2-40B4-BE49-F238E27FC236}">
                    <a16:creationId xmlns:a16="http://schemas.microsoft.com/office/drawing/2014/main" id="{F524D8E9-37C3-A27E-30E8-DF8ACF25D41F}"/>
                  </a:ext>
                </a:extLst>
              </p:cNvPr>
              <p:cNvSpPr>
                <a:spLocks/>
              </p:cNvSpPr>
              <p:nvPr userDrawn="1"/>
            </p:nvSpPr>
            <p:spPr bwMode="auto">
              <a:xfrm>
                <a:off x="5348015" y="938123"/>
                <a:ext cx="195486" cy="219867"/>
              </a:xfrm>
              <a:custGeom>
                <a:avLst/>
                <a:gdLst>
                  <a:gd name="T0" fmla="*/ 0 w 450"/>
                  <a:gd name="T1" fmla="*/ 254 h 505"/>
                  <a:gd name="T2" fmla="*/ 0 w 450"/>
                  <a:gd name="T3" fmla="*/ 253 h 505"/>
                  <a:gd name="T4" fmla="*/ 254 w 450"/>
                  <a:gd name="T5" fmla="*/ 0 h 505"/>
                  <a:gd name="T6" fmla="*/ 448 w 450"/>
                  <a:gd name="T7" fmla="*/ 82 h 505"/>
                  <a:gd name="T8" fmla="*/ 363 w 450"/>
                  <a:gd name="T9" fmla="*/ 172 h 505"/>
                  <a:gd name="T10" fmla="*/ 253 w 450"/>
                  <a:gd name="T11" fmla="*/ 119 h 505"/>
                  <a:gd name="T12" fmla="*/ 135 w 450"/>
                  <a:gd name="T13" fmla="*/ 251 h 505"/>
                  <a:gd name="T14" fmla="*/ 135 w 450"/>
                  <a:gd name="T15" fmla="*/ 253 h 505"/>
                  <a:gd name="T16" fmla="*/ 258 w 450"/>
                  <a:gd name="T17" fmla="*/ 387 h 505"/>
                  <a:gd name="T18" fmla="*/ 370 w 450"/>
                  <a:gd name="T19" fmla="*/ 335 h 505"/>
                  <a:gd name="T20" fmla="*/ 450 w 450"/>
                  <a:gd name="T21" fmla="*/ 416 h 505"/>
                  <a:gd name="T22" fmla="*/ 252 w 450"/>
                  <a:gd name="T23" fmla="*/ 505 h 505"/>
                  <a:gd name="T24" fmla="*/ 0 w 450"/>
                  <a:gd name="T25"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0" h="505">
                    <a:moveTo>
                      <a:pt x="0" y="254"/>
                    </a:moveTo>
                    <a:cubicBezTo>
                      <a:pt x="0" y="253"/>
                      <a:pt x="0" y="253"/>
                      <a:pt x="0" y="253"/>
                    </a:cubicBezTo>
                    <a:cubicBezTo>
                      <a:pt x="0" y="114"/>
                      <a:pt x="106" y="0"/>
                      <a:pt x="254" y="0"/>
                    </a:cubicBezTo>
                    <a:cubicBezTo>
                      <a:pt x="345" y="0"/>
                      <a:pt x="402" y="31"/>
                      <a:pt x="448" y="82"/>
                    </a:cubicBezTo>
                    <a:cubicBezTo>
                      <a:pt x="363" y="172"/>
                      <a:pt x="363" y="172"/>
                      <a:pt x="363" y="172"/>
                    </a:cubicBezTo>
                    <a:cubicBezTo>
                      <a:pt x="333" y="139"/>
                      <a:pt x="302" y="119"/>
                      <a:pt x="253" y="119"/>
                    </a:cubicBezTo>
                    <a:cubicBezTo>
                      <a:pt x="184" y="119"/>
                      <a:pt x="135" y="179"/>
                      <a:pt x="135" y="251"/>
                    </a:cubicBezTo>
                    <a:cubicBezTo>
                      <a:pt x="135" y="253"/>
                      <a:pt x="135" y="253"/>
                      <a:pt x="135" y="253"/>
                    </a:cubicBezTo>
                    <a:cubicBezTo>
                      <a:pt x="135" y="327"/>
                      <a:pt x="183" y="387"/>
                      <a:pt x="258" y="387"/>
                    </a:cubicBezTo>
                    <a:cubicBezTo>
                      <a:pt x="305" y="387"/>
                      <a:pt x="336" y="367"/>
                      <a:pt x="370" y="335"/>
                    </a:cubicBezTo>
                    <a:cubicBezTo>
                      <a:pt x="450" y="416"/>
                      <a:pt x="450" y="416"/>
                      <a:pt x="450" y="416"/>
                    </a:cubicBezTo>
                    <a:cubicBezTo>
                      <a:pt x="403" y="468"/>
                      <a:pt x="349" y="505"/>
                      <a:pt x="252" y="505"/>
                    </a:cubicBezTo>
                    <a:cubicBezTo>
                      <a:pt x="106" y="505"/>
                      <a:pt x="0" y="393"/>
                      <a:pt x="0"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95" name="Freeform 15">
                <a:extLst>
                  <a:ext uri="{FF2B5EF4-FFF2-40B4-BE49-F238E27FC236}">
                    <a16:creationId xmlns:a16="http://schemas.microsoft.com/office/drawing/2014/main" id="{083673F6-E265-4005-D62C-293234A8CE09}"/>
                  </a:ext>
                </a:extLst>
              </p:cNvPr>
              <p:cNvSpPr>
                <a:spLocks/>
              </p:cNvSpPr>
              <p:nvPr userDrawn="1"/>
            </p:nvSpPr>
            <p:spPr bwMode="auto">
              <a:xfrm>
                <a:off x="5553254" y="866312"/>
                <a:ext cx="193270" cy="286802"/>
              </a:xfrm>
              <a:custGeom>
                <a:avLst/>
                <a:gdLst>
                  <a:gd name="T0" fmla="*/ 0 w 445"/>
                  <a:gd name="T1" fmla="*/ 0 h 660"/>
                  <a:gd name="T2" fmla="*/ 138 w 445"/>
                  <a:gd name="T3" fmla="*/ 0 h 660"/>
                  <a:gd name="T4" fmla="*/ 138 w 445"/>
                  <a:gd name="T5" fmla="*/ 244 h 660"/>
                  <a:gd name="T6" fmla="*/ 280 w 445"/>
                  <a:gd name="T7" fmla="*/ 166 h 660"/>
                  <a:gd name="T8" fmla="*/ 445 w 445"/>
                  <a:gd name="T9" fmla="*/ 346 h 660"/>
                  <a:gd name="T10" fmla="*/ 445 w 445"/>
                  <a:gd name="T11" fmla="*/ 660 h 660"/>
                  <a:gd name="T12" fmla="*/ 307 w 445"/>
                  <a:gd name="T13" fmla="*/ 660 h 660"/>
                  <a:gd name="T14" fmla="*/ 307 w 445"/>
                  <a:gd name="T15" fmla="*/ 390 h 660"/>
                  <a:gd name="T16" fmla="*/ 224 w 445"/>
                  <a:gd name="T17" fmla="*/ 291 h 660"/>
                  <a:gd name="T18" fmla="*/ 138 w 445"/>
                  <a:gd name="T19" fmla="*/ 390 h 660"/>
                  <a:gd name="T20" fmla="*/ 138 w 445"/>
                  <a:gd name="T21" fmla="*/ 660 h 660"/>
                  <a:gd name="T22" fmla="*/ 0 w 445"/>
                  <a:gd name="T23" fmla="*/ 660 h 660"/>
                  <a:gd name="T24" fmla="*/ 0 w 445"/>
                  <a:gd name="T25" fmla="*/ 0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5" h="660">
                    <a:moveTo>
                      <a:pt x="0" y="0"/>
                    </a:moveTo>
                    <a:cubicBezTo>
                      <a:pt x="138" y="0"/>
                      <a:pt x="138" y="0"/>
                      <a:pt x="138" y="0"/>
                    </a:cubicBezTo>
                    <a:cubicBezTo>
                      <a:pt x="138" y="244"/>
                      <a:pt x="138" y="244"/>
                      <a:pt x="138" y="244"/>
                    </a:cubicBezTo>
                    <a:cubicBezTo>
                      <a:pt x="169" y="203"/>
                      <a:pt x="210" y="166"/>
                      <a:pt x="280" y="166"/>
                    </a:cubicBezTo>
                    <a:cubicBezTo>
                      <a:pt x="384" y="166"/>
                      <a:pt x="445" y="235"/>
                      <a:pt x="445" y="346"/>
                    </a:cubicBezTo>
                    <a:cubicBezTo>
                      <a:pt x="445" y="660"/>
                      <a:pt x="445" y="660"/>
                      <a:pt x="445" y="660"/>
                    </a:cubicBezTo>
                    <a:cubicBezTo>
                      <a:pt x="307" y="660"/>
                      <a:pt x="307" y="660"/>
                      <a:pt x="307" y="660"/>
                    </a:cubicBezTo>
                    <a:cubicBezTo>
                      <a:pt x="307" y="390"/>
                      <a:pt x="307" y="390"/>
                      <a:pt x="307" y="390"/>
                    </a:cubicBezTo>
                    <a:cubicBezTo>
                      <a:pt x="307" y="324"/>
                      <a:pt x="276" y="291"/>
                      <a:pt x="224" y="291"/>
                    </a:cubicBezTo>
                    <a:cubicBezTo>
                      <a:pt x="171" y="291"/>
                      <a:pt x="138" y="324"/>
                      <a:pt x="138" y="390"/>
                    </a:cubicBezTo>
                    <a:cubicBezTo>
                      <a:pt x="138" y="660"/>
                      <a:pt x="138" y="660"/>
                      <a:pt x="138" y="660"/>
                    </a:cubicBezTo>
                    <a:cubicBezTo>
                      <a:pt x="0" y="660"/>
                      <a:pt x="0" y="660"/>
                      <a:pt x="0" y="66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96" name="Freeform 16">
                <a:extLst>
                  <a:ext uri="{FF2B5EF4-FFF2-40B4-BE49-F238E27FC236}">
                    <a16:creationId xmlns:a16="http://schemas.microsoft.com/office/drawing/2014/main" id="{4F04928C-BA06-2085-F636-A4F44FC6E987}"/>
                  </a:ext>
                </a:extLst>
              </p:cNvPr>
              <p:cNvSpPr>
                <a:spLocks/>
              </p:cNvSpPr>
              <p:nvPr userDrawn="1"/>
            </p:nvSpPr>
            <p:spPr bwMode="auto">
              <a:xfrm>
                <a:off x="5762039" y="938123"/>
                <a:ext cx="192827" cy="214991"/>
              </a:xfrm>
              <a:custGeom>
                <a:avLst/>
                <a:gdLst>
                  <a:gd name="T0" fmla="*/ 0 w 444"/>
                  <a:gd name="T1" fmla="*/ 9 h 494"/>
                  <a:gd name="T2" fmla="*/ 137 w 444"/>
                  <a:gd name="T3" fmla="*/ 9 h 494"/>
                  <a:gd name="T4" fmla="*/ 137 w 444"/>
                  <a:gd name="T5" fmla="*/ 78 h 494"/>
                  <a:gd name="T6" fmla="*/ 279 w 444"/>
                  <a:gd name="T7" fmla="*/ 0 h 494"/>
                  <a:gd name="T8" fmla="*/ 444 w 444"/>
                  <a:gd name="T9" fmla="*/ 180 h 494"/>
                  <a:gd name="T10" fmla="*/ 444 w 444"/>
                  <a:gd name="T11" fmla="*/ 494 h 494"/>
                  <a:gd name="T12" fmla="*/ 306 w 444"/>
                  <a:gd name="T13" fmla="*/ 494 h 494"/>
                  <a:gd name="T14" fmla="*/ 306 w 444"/>
                  <a:gd name="T15" fmla="*/ 224 h 494"/>
                  <a:gd name="T16" fmla="*/ 223 w 444"/>
                  <a:gd name="T17" fmla="*/ 125 h 494"/>
                  <a:gd name="T18" fmla="*/ 137 w 444"/>
                  <a:gd name="T19" fmla="*/ 224 h 494"/>
                  <a:gd name="T20" fmla="*/ 137 w 444"/>
                  <a:gd name="T21" fmla="*/ 494 h 494"/>
                  <a:gd name="T22" fmla="*/ 0 w 444"/>
                  <a:gd name="T23" fmla="*/ 494 h 494"/>
                  <a:gd name="T24" fmla="*/ 0 w 444"/>
                  <a:gd name="T25"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4" h="494">
                    <a:moveTo>
                      <a:pt x="0" y="9"/>
                    </a:moveTo>
                    <a:cubicBezTo>
                      <a:pt x="137" y="9"/>
                      <a:pt x="137" y="9"/>
                      <a:pt x="137" y="9"/>
                    </a:cubicBezTo>
                    <a:cubicBezTo>
                      <a:pt x="137" y="78"/>
                      <a:pt x="137" y="78"/>
                      <a:pt x="137" y="78"/>
                    </a:cubicBezTo>
                    <a:cubicBezTo>
                      <a:pt x="169" y="37"/>
                      <a:pt x="210" y="0"/>
                      <a:pt x="279" y="0"/>
                    </a:cubicBezTo>
                    <a:cubicBezTo>
                      <a:pt x="383" y="0"/>
                      <a:pt x="444" y="69"/>
                      <a:pt x="444" y="180"/>
                    </a:cubicBezTo>
                    <a:cubicBezTo>
                      <a:pt x="444" y="494"/>
                      <a:pt x="444" y="494"/>
                      <a:pt x="444" y="494"/>
                    </a:cubicBezTo>
                    <a:cubicBezTo>
                      <a:pt x="306" y="494"/>
                      <a:pt x="306" y="494"/>
                      <a:pt x="306" y="494"/>
                    </a:cubicBezTo>
                    <a:cubicBezTo>
                      <a:pt x="306" y="224"/>
                      <a:pt x="306" y="224"/>
                      <a:pt x="306" y="224"/>
                    </a:cubicBezTo>
                    <a:cubicBezTo>
                      <a:pt x="306" y="158"/>
                      <a:pt x="276" y="125"/>
                      <a:pt x="223" y="125"/>
                    </a:cubicBezTo>
                    <a:cubicBezTo>
                      <a:pt x="171" y="125"/>
                      <a:pt x="137" y="158"/>
                      <a:pt x="137" y="224"/>
                    </a:cubicBezTo>
                    <a:cubicBezTo>
                      <a:pt x="137" y="494"/>
                      <a:pt x="137" y="494"/>
                      <a:pt x="137" y="494"/>
                    </a:cubicBezTo>
                    <a:cubicBezTo>
                      <a:pt x="0" y="494"/>
                      <a:pt x="0" y="494"/>
                      <a:pt x="0" y="494"/>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97" name="Freeform 17">
                <a:extLst>
                  <a:ext uri="{FF2B5EF4-FFF2-40B4-BE49-F238E27FC236}">
                    <a16:creationId xmlns:a16="http://schemas.microsoft.com/office/drawing/2014/main" id="{0B7609F1-6889-0F3F-1078-1078D3AEDAE7}"/>
                  </a:ext>
                </a:extLst>
              </p:cNvPr>
              <p:cNvSpPr>
                <a:spLocks noEditPoints="1"/>
              </p:cNvSpPr>
              <p:nvPr userDrawn="1"/>
            </p:nvSpPr>
            <p:spPr bwMode="auto">
              <a:xfrm>
                <a:off x="5967277" y="938123"/>
                <a:ext cx="228289" cy="219867"/>
              </a:xfrm>
              <a:custGeom>
                <a:avLst/>
                <a:gdLst>
                  <a:gd name="T0" fmla="*/ 0 w 525"/>
                  <a:gd name="T1" fmla="*/ 254 h 505"/>
                  <a:gd name="T2" fmla="*/ 0 w 525"/>
                  <a:gd name="T3" fmla="*/ 253 h 505"/>
                  <a:gd name="T4" fmla="*/ 263 w 525"/>
                  <a:gd name="T5" fmla="*/ 0 h 505"/>
                  <a:gd name="T6" fmla="*/ 525 w 525"/>
                  <a:gd name="T7" fmla="*/ 251 h 505"/>
                  <a:gd name="T8" fmla="*/ 525 w 525"/>
                  <a:gd name="T9" fmla="*/ 253 h 505"/>
                  <a:gd name="T10" fmla="*/ 262 w 525"/>
                  <a:gd name="T11" fmla="*/ 505 h 505"/>
                  <a:gd name="T12" fmla="*/ 0 w 525"/>
                  <a:gd name="T13" fmla="*/ 254 h 505"/>
                  <a:gd name="T14" fmla="*/ 389 w 525"/>
                  <a:gd name="T15" fmla="*/ 254 h 505"/>
                  <a:gd name="T16" fmla="*/ 389 w 525"/>
                  <a:gd name="T17" fmla="*/ 253 h 505"/>
                  <a:gd name="T18" fmla="*/ 262 w 525"/>
                  <a:gd name="T19" fmla="*/ 119 h 505"/>
                  <a:gd name="T20" fmla="*/ 136 w 525"/>
                  <a:gd name="T21" fmla="*/ 251 h 505"/>
                  <a:gd name="T22" fmla="*/ 136 w 525"/>
                  <a:gd name="T23" fmla="*/ 253 h 505"/>
                  <a:gd name="T24" fmla="*/ 263 w 525"/>
                  <a:gd name="T25" fmla="*/ 387 h 505"/>
                  <a:gd name="T26" fmla="*/ 389 w 525"/>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5">
                    <a:moveTo>
                      <a:pt x="0" y="254"/>
                    </a:moveTo>
                    <a:cubicBezTo>
                      <a:pt x="0" y="253"/>
                      <a:pt x="0" y="253"/>
                      <a:pt x="0" y="253"/>
                    </a:cubicBezTo>
                    <a:cubicBezTo>
                      <a:pt x="0" y="113"/>
                      <a:pt x="112" y="0"/>
                      <a:pt x="263" y="0"/>
                    </a:cubicBezTo>
                    <a:cubicBezTo>
                      <a:pt x="414" y="0"/>
                      <a:pt x="525" y="111"/>
                      <a:pt x="525" y="251"/>
                    </a:cubicBezTo>
                    <a:cubicBezTo>
                      <a:pt x="525" y="253"/>
                      <a:pt x="525" y="253"/>
                      <a:pt x="525" y="253"/>
                    </a:cubicBezTo>
                    <a:cubicBezTo>
                      <a:pt x="525" y="392"/>
                      <a:pt x="413" y="505"/>
                      <a:pt x="262" y="505"/>
                    </a:cubicBezTo>
                    <a:cubicBezTo>
                      <a:pt x="111" y="505"/>
                      <a:pt x="0" y="394"/>
                      <a:pt x="0" y="254"/>
                    </a:cubicBezTo>
                    <a:close/>
                    <a:moveTo>
                      <a:pt x="389" y="254"/>
                    </a:moveTo>
                    <a:cubicBezTo>
                      <a:pt x="389" y="253"/>
                      <a:pt x="389" y="253"/>
                      <a:pt x="389" y="253"/>
                    </a:cubicBezTo>
                    <a:cubicBezTo>
                      <a:pt x="389" y="181"/>
                      <a:pt x="338" y="119"/>
                      <a:pt x="262" y="119"/>
                    </a:cubicBezTo>
                    <a:cubicBezTo>
                      <a:pt x="183" y="119"/>
                      <a:pt x="136" y="179"/>
                      <a:pt x="136" y="251"/>
                    </a:cubicBezTo>
                    <a:cubicBezTo>
                      <a:pt x="136" y="253"/>
                      <a:pt x="136" y="253"/>
                      <a:pt x="136" y="253"/>
                    </a:cubicBezTo>
                    <a:cubicBezTo>
                      <a:pt x="136" y="324"/>
                      <a:pt x="187" y="387"/>
                      <a:pt x="263" y="387"/>
                    </a:cubicBezTo>
                    <a:cubicBezTo>
                      <a:pt x="342" y="387"/>
                      <a:pt x="389" y="326"/>
                      <a:pt x="389"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98" name="Rectangle 18">
                <a:extLst>
                  <a:ext uri="{FF2B5EF4-FFF2-40B4-BE49-F238E27FC236}">
                    <a16:creationId xmlns:a16="http://schemas.microsoft.com/office/drawing/2014/main" id="{14DEDB85-DF79-F93C-595F-4B0E6B36F339}"/>
                  </a:ext>
                </a:extLst>
              </p:cNvPr>
              <p:cNvSpPr>
                <a:spLocks noChangeArrowheads="1"/>
              </p:cNvSpPr>
              <p:nvPr userDrawn="1"/>
            </p:nvSpPr>
            <p:spPr bwMode="auto">
              <a:xfrm>
                <a:off x="6207091" y="866312"/>
                <a:ext cx="59843" cy="28680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99" name="Freeform 19">
                <a:extLst>
                  <a:ext uri="{FF2B5EF4-FFF2-40B4-BE49-F238E27FC236}">
                    <a16:creationId xmlns:a16="http://schemas.microsoft.com/office/drawing/2014/main" id="{481DD98C-1DDB-14FF-BA62-46FAD00BAA89}"/>
                  </a:ext>
                </a:extLst>
              </p:cNvPr>
              <p:cNvSpPr>
                <a:spLocks noEditPoints="1"/>
              </p:cNvSpPr>
              <p:nvPr userDrawn="1"/>
            </p:nvSpPr>
            <p:spPr bwMode="auto">
              <a:xfrm>
                <a:off x="6278460" y="938123"/>
                <a:ext cx="228732" cy="219867"/>
              </a:xfrm>
              <a:custGeom>
                <a:avLst/>
                <a:gdLst>
                  <a:gd name="T0" fmla="*/ 0 w 526"/>
                  <a:gd name="T1" fmla="*/ 254 h 505"/>
                  <a:gd name="T2" fmla="*/ 0 w 526"/>
                  <a:gd name="T3" fmla="*/ 253 h 505"/>
                  <a:gd name="T4" fmla="*/ 264 w 526"/>
                  <a:gd name="T5" fmla="*/ 0 h 505"/>
                  <a:gd name="T6" fmla="*/ 526 w 526"/>
                  <a:gd name="T7" fmla="*/ 251 h 505"/>
                  <a:gd name="T8" fmla="*/ 526 w 526"/>
                  <a:gd name="T9" fmla="*/ 253 h 505"/>
                  <a:gd name="T10" fmla="*/ 262 w 526"/>
                  <a:gd name="T11" fmla="*/ 505 h 505"/>
                  <a:gd name="T12" fmla="*/ 0 w 526"/>
                  <a:gd name="T13" fmla="*/ 254 h 505"/>
                  <a:gd name="T14" fmla="*/ 390 w 526"/>
                  <a:gd name="T15" fmla="*/ 254 h 505"/>
                  <a:gd name="T16" fmla="*/ 390 w 526"/>
                  <a:gd name="T17" fmla="*/ 253 h 505"/>
                  <a:gd name="T18" fmla="*/ 262 w 526"/>
                  <a:gd name="T19" fmla="*/ 119 h 505"/>
                  <a:gd name="T20" fmla="*/ 136 w 526"/>
                  <a:gd name="T21" fmla="*/ 251 h 505"/>
                  <a:gd name="T22" fmla="*/ 136 w 526"/>
                  <a:gd name="T23" fmla="*/ 253 h 505"/>
                  <a:gd name="T24" fmla="*/ 264 w 526"/>
                  <a:gd name="T25" fmla="*/ 387 h 505"/>
                  <a:gd name="T26" fmla="*/ 390 w 526"/>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6" h="505">
                    <a:moveTo>
                      <a:pt x="0" y="254"/>
                    </a:moveTo>
                    <a:cubicBezTo>
                      <a:pt x="0" y="253"/>
                      <a:pt x="0" y="253"/>
                      <a:pt x="0" y="253"/>
                    </a:cubicBezTo>
                    <a:cubicBezTo>
                      <a:pt x="0" y="113"/>
                      <a:pt x="113" y="0"/>
                      <a:pt x="264" y="0"/>
                    </a:cubicBezTo>
                    <a:cubicBezTo>
                      <a:pt x="414" y="0"/>
                      <a:pt x="526" y="111"/>
                      <a:pt x="526" y="251"/>
                    </a:cubicBezTo>
                    <a:cubicBezTo>
                      <a:pt x="526" y="253"/>
                      <a:pt x="526" y="253"/>
                      <a:pt x="526" y="253"/>
                    </a:cubicBezTo>
                    <a:cubicBezTo>
                      <a:pt x="526" y="392"/>
                      <a:pt x="413" y="505"/>
                      <a:pt x="262" y="505"/>
                    </a:cubicBezTo>
                    <a:cubicBezTo>
                      <a:pt x="112" y="505"/>
                      <a:pt x="0" y="394"/>
                      <a:pt x="0" y="254"/>
                    </a:cubicBezTo>
                    <a:close/>
                    <a:moveTo>
                      <a:pt x="390" y="254"/>
                    </a:moveTo>
                    <a:cubicBezTo>
                      <a:pt x="390" y="253"/>
                      <a:pt x="390" y="253"/>
                      <a:pt x="390" y="253"/>
                    </a:cubicBezTo>
                    <a:cubicBezTo>
                      <a:pt x="390" y="181"/>
                      <a:pt x="338" y="119"/>
                      <a:pt x="262" y="119"/>
                    </a:cubicBezTo>
                    <a:cubicBezTo>
                      <a:pt x="183" y="119"/>
                      <a:pt x="136" y="179"/>
                      <a:pt x="136" y="251"/>
                    </a:cubicBezTo>
                    <a:cubicBezTo>
                      <a:pt x="136" y="253"/>
                      <a:pt x="136" y="253"/>
                      <a:pt x="136" y="253"/>
                    </a:cubicBezTo>
                    <a:cubicBezTo>
                      <a:pt x="136" y="324"/>
                      <a:pt x="188" y="387"/>
                      <a:pt x="264" y="387"/>
                    </a:cubicBezTo>
                    <a:cubicBezTo>
                      <a:pt x="343" y="387"/>
                      <a:pt x="390" y="326"/>
                      <a:pt x="390"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00" name="Freeform 20">
                <a:extLst>
                  <a:ext uri="{FF2B5EF4-FFF2-40B4-BE49-F238E27FC236}">
                    <a16:creationId xmlns:a16="http://schemas.microsoft.com/office/drawing/2014/main" id="{BDC10D2B-8240-1306-CC54-B3F0CF2378C2}"/>
                  </a:ext>
                </a:extLst>
              </p:cNvPr>
              <p:cNvSpPr>
                <a:spLocks noEditPoints="1"/>
              </p:cNvSpPr>
              <p:nvPr userDrawn="1"/>
            </p:nvSpPr>
            <p:spPr bwMode="auto">
              <a:xfrm>
                <a:off x="6516057" y="938123"/>
                <a:ext cx="221197" cy="278823"/>
              </a:xfrm>
              <a:custGeom>
                <a:avLst/>
                <a:gdLst>
                  <a:gd name="T0" fmla="*/ 24 w 509"/>
                  <a:gd name="T1" fmla="*/ 590 h 641"/>
                  <a:gd name="T2" fmla="*/ 71 w 509"/>
                  <a:gd name="T3" fmla="*/ 487 h 641"/>
                  <a:gd name="T4" fmla="*/ 235 w 509"/>
                  <a:gd name="T5" fmla="*/ 531 h 641"/>
                  <a:gd name="T6" fmla="*/ 373 w 509"/>
                  <a:gd name="T7" fmla="*/ 399 h 641"/>
                  <a:gd name="T8" fmla="*/ 373 w 509"/>
                  <a:gd name="T9" fmla="*/ 376 h 641"/>
                  <a:gd name="T10" fmla="*/ 215 w 509"/>
                  <a:gd name="T11" fmla="*/ 454 h 641"/>
                  <a:gd name="T12" fmla="*/ 0 w 509"/>
                  <a:gd name="T13" fmla="*/ 228 h 641"/>
                  <a:gd name="T14" fmla="*/ 0 w 509"/>
                  <a:gd name="T15" fmla="*/ 226 h 641"/>
                  <a:gd name="T16" fmla="*/ 215 w 509"/>
                  <a:gd name="T17" fmla="*/ 0 h 641"/>
                  <a:gd name="T18" fmla="*/ 372 w 509"/>
                  <a:gd name="T19" fmla="*/ 72 h 641"/>
                  <a:gd name="T20" fmla="*/ 372 w 509"/>
                  <a:gd name="T21" fmla="*/ 9 h 641"/>
                  <a:gd name="T22" fmla="*/ 509 w 509"/>
                  <a:gd name="T23" fmla="*/ 9 h 641"/>
                  <a:gd name="T24" fmla="*/ 509 w 509"/>
                  <a:gd name="T25" fmla="*/ 385 h 641"/>
                  <a:gd name="T26" fmla="*/ 448 w 509"/>
                  <a:gd name="T27" fmla="*/ 576 h 641"/>
                  <a:gd name="T28" fmla="*/ 239 w 509"/>
                  <a:gd name="T29" fmla="*/ 641 h 641"/>
                  <a:gd name="T30" fmla="*/ 24 w 509"/>
                  <a:gd name="T31" fmla="*/ 590 h 641"/>
                  <a:gd name="T32" fmla="*/ 373 w 509"/>
                  <a:gd name="T33" fmla="*/ 228 h 641"/>
                  <a:gd name="T34" fmla="*/ 373 w 509"/>
                  <a:gd name="T35" fmla="*/ 226 h 641"/>
                  <a:gd name="T36" fmla="*/ 255 w 509"/>
                  <a:gd name="T37" fmla="*/ 114 h 641"/>
                  <a:gd name="T38" fmla="*/ 137 w 509"/>
                  <a:gd name="T39" fmla="*/ 226 h 641"/>
                  <a:gd name="T40" fmla="*/ 137 w 509"/>
                  <a:gd name="T41" fmla="*/ 228 h 641"/>
                  <a:gd name="T42" fmla="*/ 255 w 509"/>
                  <a:gd name="T43" fmla="*/ 340 h 641"/>
                  <a:gd name="T44" fmla="*/ 373 w 509"/>
                  <a:gd name="T45" fmla="*/ 228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9" h="641">
                    <a:moveTo>
                      <a:pt x="24" y="590"/>
                    </a:moveTo>
                    <a:cubicBezTo>
                      <a:pt x="71" y="487"/>
                      <a:pt x="71" y="487"/>
                      <a:pt x="71" y="487"/>
                    </a:cubicBezTo>
                    <a:cubicBezTo>
                      <a:pt x="121" y="515"/>
                      <a:pt x="171" y="531"/>
                      <a:pt x="235" y="531"/>
                    </a:cubicBezTo>
                    <a:cubicBezTo>
                      <a:pt x="329" y="531"/>
                      <a:pt x="373" y="486"/>
                      <a:pt x="373" y="399"/>
                    </a:cubicBezTo>
                    <a:cubicBezTo>
                      <a:pt x="373" y="376"/>
                      <a:pt x="373" y="376"/>
                      <a:pt x="373" y="376"/>
                    </a:cubicBezTo>
                    <a:cubicBezTo>
                      <a:pt x="333" y="425"/>
                      <a:pt x="288" y="454"/>
                      <a:pt x="215" y="454"/>
                    </a:cubicBezTo>
                    <a:cubicBezTo>
                      <a:pt x="102" y="454"/>
                      <a:pt x="0" y="372"/>
                      <a:pt x="0" y="228"/>
                    </a:cubicBezTo>
                    <a:cubicBezTo>
                      <a:pt x="0" y="226"/>
                      <a:pt x="0" y="226"/>
                      <a:pt x="0" y="226"/>
                    </a:cubicBezTo>
                    <a:cubicBezTo>
                      <a:pt x="0" y="82"/>
                      <a:pt x="104" y="0"/>
                      <a:pt x="215" y="0"/>
                    </a:cubicBezTo>
                    <a:cubicBezTo>
                      <a:pt x="290" y="0"/>
                      <a:pt x="334" y="32"/>
                      <a:pt x="372" y="72"/>
                    </a:cubicBezTo>
                    <a:cubicBezTo>
                      <a:pt x="372" y="9"/>
                      <a:pt x="372" y="9"/>
                      <a:pt x="372" y="9"/>
                    </a:cubicBezTo>
                    <a:cubicBezTo>
                      <a:pt x="509" y="9"/>
                      <a:pt x="509" y="9"/>
                      <a:pt x="509" y="9"/>
                    </a:cubicBezTo>
                    <a:cubicBezTo>
                      <a:pt x="509" y="385"/>
                      <a:pt x="509" y="385"/>
                      <a:pt x="509" y="385"/>
                    </a:cubicBezTo>
                    <a:cubicBezTo>
                      <a:pt x="509" y="472"/>
                      <a:pt x="488" y="535"/>
                      <a:pt x="448" y="576"/>
                    </a:cubicBezTo>
                    <a:cubicBezTo>
                      <a:pt x="402" y="621"/>
                      <a:pt x="333" y="641"/>
                      <a:pt x="239" y="641"/>
                    </a:cubicBezTo>
                    <a:cubicBezTo>
                      <a:pt x="160" y="641"/>
                      <a:pt x="86" y="623"/>
                      <a:pt x="24" y="590"/>
                    </a:cubicBezTo>
                    <a:close/>
                    <a:moveTo>
                      <a:pt x="373" y="228"/>
                    </a:moveTo>
                    <a:cubicBezTo>
                      <a:pt x="373" y="226"/>
                      <a:pt x="373" y="226"/>
                      <a:pt x="373" y="226"/>
                    </a:cubicBezTo>
                    <a:cubicBezTo>
                      <a:pt x="373" y="160"/>
                      <a:pt x="322" y="114"/>
                      <a:pt x="255" y="114"/>
                    </a:cubicBezTo>
                    <a:cubicBezTo>
                      <a:pt x="188" y="114"/>
                      <a:pt x="137" y="160"/>
                      <a:pt x="137" y="226"/>
                    </a:cubicBezTo>
                    <a:cubicBezTo>
                      <a:pt x="137" y="228"/>
                      <a:pt x="137" y="228"/>
                      <a:pt x="137" y="228"/>
                    </a:cubicBezTo>
                    <a:cubicBezTo>
                      <a:pt x="137" y="295"/>
                      <a:pt x="188" y="340"/>
                      <a:pt x="255" y="340"/>
                    </a:cubicBezTo>
                    <a:cubicBezTo>
                      <a:pt x="322" y="340"/>
                      <a:pt x="373" y="294"/>
                      <a:pt x="373" y="2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01" name="Freeform 21">
                <a:extLst>
                  <a:ext uri="{FF2B5EF4-FFF2-40B4-BE49-F238E27FC236}">
                    <a16:creationId xmlns:a16="http://schemas.microsoft.com/office/drawing/2014/main" id="{A2A74FC7-B210-AC23-8BAD-A8CEF20144F7}"/>
                  </a:ext>
                </a:extLst>
              </p:cNvPr>
              <p:cNvSpPr>
                <a:spLocks/>
              </p:cNvSpPr>
              <p:nvPr userDrawn="1"/>
            </p:nvSpPr>
            <p:spPr bwMode="auto">
              <a:xfrm>
                <a:off x="6747450" y="942113"/>
                <a:ext cx="219424" cy="275277"/>
              </a:xfrm>
              <a:custGeom>
                <a:avLst/>
                <a:gdLst>
                  <a:gd name="T0" fmla="*/ 362 w 505"/>
                  <a:gd name="T1" fmla="*/ 0 h 633"/>
                  <a:gd name="T2" fmla="*/ 505 w 505"/>
                  <a:gd name="T3" fmla="*/ 0 h 633"/>
                  <a:gd name="T4" fmla="*/ 319 w 505"/>
                  <a:gd name="T5" fmla="*/ 497 h 633"/>
                  <a:gd name="T6" fmla="*/ 159 w 505"/>
                  <a:gd name="T7" fmla="*/ 633 h 633"/>
                  <a:gd name="T8" fmla="*/ 37 w 505"/>
                  <a:gd name="T9" fmla="*/ 599 h 633"/>
                  <a:gd name="T10" fmla="*/ 83 w 505"/>
                  <a:gd name="T11" fmla="*/ 500 h 633"/>
                  <a:gd name="T12" fmla="*/ 142 w 505"/>
                  <a:gd name="T13" fmla="*/ 519 h 633"/>
                  <a:gd name="T14" fmla="*/ 190 w 505"/>
                  <a:gd name="T15" fmla="*/ 487 h 633"/>
                  <a:gd name="T16" fmla="*/ 0 w 505"/>
                  <a:gd name="T17" fmla="*/ 0 h 633"/>
                  <a:gd name="T18" fmla="*/ 146 w 505"/>
                  <a:gd name="T19" fmla="*/ 0 h 633"/>
                  <a:gd name="T20" fmla="*/ 256 w 505"/>
                  <a:gd name="T21" fmla="*/ 331 h 633"/>
                  <a:gd name="T22" fmla="*/ 362 w 505"/>
                  <a:gd name="T23" fmla="*/ 0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5" h="633">
                    <a:moveTo>
                      <a:pt x="362" y="0"/>
                    </a:moveTo>
                    <a:cubicBezTo>
                      <a:pt x="505" y="0"/>
                      <a:pt x="505" y="0"/>
                      <a:pt x="505" y="0"/>
                    </a:cubicBezTo>
                    <a:cubicBezTo>
                      <a:pt x="319" y="497"/>
                      <a:pt x="319" y="497"/>
                      <a:pt x="319" y="497"/>
                    </a:cubicBezTo>
                    <a:cubicBezTo>
                      <a:pt x="282" y="596"/>
                      <a:pt x="242" y="633"/>
                      <a:pt x="159" y="633"/>
                    </a:cubicBezTo>
                    <a:cubicBezTo>
                      <a:pt x="110" y="633"/>
                      <a:pt x="73" y="620"/>
                      <a:pt x="37" y="599"/>
                    </a:cubicBezTo>
                    <a:cubicBezTo>
                      <a:pt x="83" y="500"/>
                      <a:pt x="83" y="500"/>
                      <a:pt x="83" y="500"/>
                    </a:cubicBezTo>
                    <a:cubicBezTo>
                      <a:pt x="101" y="511"/>
                      <a:pt x="124" y="519"/>
                      <a:pt x="142" y="519"/>
                    </a:cubicBezTo>
                    <a:cubicBezTo>
                      <a:pt x="166" y="519"/>
                      <a:pt x="178" y="512"/>
                      <a:pt x="190" y="487"/>
                    </a:cubicBezTo>
                    <a:cubicBezTo>
                      <a:pt x="0" y="0"/>
                      <a:pt x="0" y="0"/>
                      <a:pt x="0" y="0"/>
                    </a:cubicBezTo>
                    <a:cubicBezTo>
                      <a:pt x="146" y="0"/>
                      <a:pt x="146" y="0"/>
                      <a:pt x="146" y="0"/>
                    </a:cubicBezTo>
                    <a:cubicBezTo>
                      <a:pt x="256" y="331"/>
                      <a:pt x="256" y="331"/>
                      <a:pt x="256" y="331"/>
                    </a:cubicBezTo>
                    <a:lnTo>
                      <a:pt x="3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02" name="Freeform 22">
                <a:extLst>
                  <a:ext uri="{FF2B5EF4-FFF2-40B4-BE49-F238E27FC236}">
                    <a16:creationId xmlns:a16="http://schemas.microsoft.com/office/drawing/2014/main" id="{ACC82ECF-72D6-6ED9-EF73-7495DE192F95}"/>
                  </a:ext>
                </a:extLst>
              </p:cNvPr>
              <p:cNvSpPr>
                <a:spLocks/>
              </p:cNvSpPr>
              <p:nvPr userDrawn="1"/>
            </p:nvSpPr>
            <p:spPr bwMode="auto">
              <a:xfrm>
                <a:off x="6005842" y="1258171"/>
                <a:ext cx="132541" cy="290348"/>
              </a:xfrm>
              <a:custGeom>
                <a:avLst/>
                <a:gdLst>
                  <a:gd name="T0" fmla="*/ 57 w 305"/>
                  <a:gd name="T1" fmla="*/ 299 h 667"/>
                  <a:gd name="T2" fmla="*/ 0 w 305"/>
                  <a:gd name="T3" fmla="*/ 299 h 667"/>
                  <a:gd name="T4" fmla="*/ 0 w 305"/>
                  <a:gd name="T5" fmla="*/ 186 h 667"/>
                  <a:gd name="T6" fmla="*/ 57 w 305"/>
                  <a:gd name="T7" fmla="*/ 186 h 667"/>
                  <a:gd name="T8" fmla="*/ 57 w 305"/>
                  <a:gd name="T9" fmla="*/ 155 h 667"/>
                  <a:gd name="T10" fmla="*/ 96 w 305"/>
                  <a:gd name="T11" fmla="*/ 38 h 667"/>
                  <a:gd name="T12" fmla="*/ 208 w 305"/>
                  <a:gd name="T13" fmla="*/ 0 h 667"/>
                  <a:gd name="T14" fmla="*/ 305 w 305"/>
                  <a:gd name="T15" fmla="*/ 13 h 667"/>
                  <a:gd name="T16" fmla="*/ 305 w 305"/>
                  <a:gd name="T17" fmla="*/ 127 h 667"/>
                  <a:gd name="T18" fmla="*/ 243 w 305"/>
                  <a:gd name="T19" fmla="*/ 115 h 667"/>
                  <a:gd name="T20" fmla="*/ 193 w 305"/>
                  <a:gd name="T21" fmla="*/ 168 h 667"/>
                  <a:gd name="T22" fmla="*/ 193 w 305"/>
                  <a:gd name="T23" fmla="*/ 187 h 667"/>
                  <a:gd name="T24" fmla="*/ 305 w 305"/>
                  <a:gd name="T25" fmla="*/ 187 h 667"/>
                  <a:gd name="T26" fmla="*/ 305 w 305"/>
                  <a:gd name="T27" fmla="*/ 299 h 667"/>
                  <a:gd name="T28" fmla="*/ 195 w 305"/>
                  <a:gd name="T29" fmla="*/ 299 h 667"/>
                  <a:gd name="T30" fmla="*/ 195 w 305"/>
                  <a:gd name="T31" fmla="*/ 667 h 667"/>
                  <a:gd name="T32" fmla="*/ 57 w 305"/>
                  <a:gd name="T33" fmla="*/ 667 h 667"/>
                  <a:gd name="T34" fmla="*/ 57 w 305"/>
                  <a:gd name="T35" fmla="*/ 299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5" h="667">
                    <a:moveTo>
                      <a:pt x="57" y="299"/>
                    </a:moveTo>
                    <a:cubicBezTo>
                      <a:pt x="0" y="299"/>
                      <a:pt x="0" y="299"/>
                      <a:pt x="0" y="299"/>
                    </a:cubicBezTo>
                    <a:cubicBezTo>
                      <a:pt x="0" y="186"/>
                      <a:pt x="0" y="186"/>
                      <a:pt x="0" y="186"/>
                    </a:cubicBezTo>
                    <a:cubicBezTo>
                      <a:pt x="57" y="186"/>
                      <a:pt x="57" y="186"/>
                      <a:pt x="57" y="186"/>
                    </a:cubicBezTo>
                    <a:cubicBezTo>
                      <a:pt x="57" y="155"/>
                      <a:pt x="57" y="155"/>
                      <a:pt x="57" y="155"/>
                    </a:cubicBezTo>
                    <a:cubicBezTo>
                      <a:pt x="57" y="102"/>
                      <a:pt x="71" y="63"/>
                      <a:pt x="96" y="38"/>
                    </a:cubicBezTo>
                    <a:cubicBezTo>
                      <a:pt x="122" y="12"/>
                      <a:pt x="159" y="0"/>
                      <a:pt x="208" y="0"/>
                    </a:cubicBezTo>
                    <a:cubicBezTo>
                      <a:pt x="251" y="0"/>
                      <a:pt x="280" y="5"/>
                      <a:pt x="305" y="13"/>
                    </a:cubicBezTo>
                    <a:cubicBezTo>
                      <a:pt x="305" y="127"/>
                      <a:pt x="305" y="127"/>
                      <a:pt x="305" y="127"/>
                    </a:cubicBezTo>
                    <a:cubicBezTo>
                      <a:pt x="286" y="120"/>
                      <a:pt x="267" y="115"/>
                      <a:pt x="243" y="115"/>
                    </a:cubicBezTo>
                    <a:cubicBezTo>
                      <a:pt x="211" y="115"/>
                      <a:pt x="193" y="132"/>
                      <a:pt x="193" y="168"/>
                    </a:cubicBezTo>
                    <a:cubicBezTo>
                      <a:pt x="193" y="187"/>
                      <a:pt x="193" y="187"/>
                      <a:pt x="193" y="187"/>
                    </a:cubicBezTo>
                    <a:cubicBezTo>
                      <a:pt x="305" y="187"/>
                      <a:pt x="305" y="187"/>
                      <a:pt x="305" y="187"/>
                    </a:cubicBezTo>
                    <a:cubicBezTo>
                      <a:pt x="305" y="299"/>
                      <a:pt x="305" y="299"/>
                      <a:pt x="305" y="299"/>
                    </a:cubicBezTo>
                    <a:cubicBezTo>
                      <a:pt x="195" y="299"/>
                      <a:pt x="195" y="299"/>
                      <a:pt x="195" y="299"/>
                    </a:cubicBezTo>
                    <a:cubicBezTo>
                      <a:pt x="195" y="667"/>
                      <a:pt x="195" y="667"/>
                      <a:pt x="195" y="667"/>
                    </a:cubicBezTo>
                    <a:cubicBezTo>
                      <a:pt x="57" y="667"/>
                      <a:pt x="57" y="667"/>
                      <a:pt x="57" y="667"/>
                    </a:cubicBezTo>
                    <a:lnTo>
                      <a:pt x="57" y="2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03" name="Freeform 23">
                <a:extLst>
                  <a:ext uri="{FF2B5EF4-FFF2-40B4-BE49-F238E27FC236}">
                    <a16:creationId xmlns:a16="http://schemas.microsoft.com/office/drawing/2014/main" id="{22DAB937-2E79-C195-4D0E-AD10E570DD17}"/>
                  </a:ext>
                </a:extLst>
              </p:cNvPr>
              <p:cNvSpPr>
                <a:spLocks noEditPoints="1"/>
              </p:cNvSpPr>
              <p:nvPr userDrawn="1"/>
            </p:nvSpPr>
            <p:spPr bwMode="auto">
              <a:xfrm>
                <a:off x="6137497" y="1333086"/>
                <a:ext cx="228289" cy="219867"/>
              </a:xfrm>
              <a:custGeom>
                <a:avLst/>
                <a:gdLst>
                  <a:gd name="T0" fmla="*/ 0 w 525"/>
                  <a:gd name="T1" fmla="*/ 255 h 506"/>
                  <a:gd name="T2" fmla="*/ 0 w 525"/>
                  <a:gd name="T3" fmla="*/ 253 h 506"/>
                  <a:gd name="T4" fmla="*/ 263 w 525"/>
                  <a:gd name="T5" fmla="*/ 0 h 506"/>
                  <a:gd name="T6" fmla="*/ 525 w 525"/>
                  <a:gd name="T7" fmla="*/ 251 h 506"/>
                  <a:gd name="T8" fmla="*/ 525 w 525"/>
                  <a:gd name="T9" fmla="*/ 253 h 506"/>
                  <a:gd name="T10" fmla="*/ 261 w 525"/>
                  <a:gd name="T11" fmla="*/ 506 h 506"/>
                  <a:gd name="T12" fmla="*/ 0 w 525"/>
                  <a:gd name="T13" fmla="*/ 255 h 506"/>
                  <a:gd name="T14" fmla="*/ 389 w 525"/>
                  <a:gd name="T15" fmla="*/ 255 h 506"/>
                  <a:gd name="T16" fmla="*/ 389 w 525"/>
                  <a:gd name="T17" fmla="*/ 253 h 506"/>
                  <a:gd name="T18" fmla="*/ 261 w 525"/>
                  <a:gd name="T19" fmla="*/ 119 h 506"/>
                  <a:gd name="T20" fmla="*/ 135 w 525"/>
                  <a:gd name="T21" fmla="*/ 251 h 506"/>
                  <a:gd name="T22" fmla="*/ 135 w 525"/>
                  <a:gd name="T23" fmla="*/ 253 h 506"/>
                  <a:gd name="T24" fmla="*/ 263 w 525"/>
                  <a:gd name="T25" fmla="*/ 387 h 506"/>
                  <a:gd name="T26" fmla="*/ 389 w 525"/>
                  <a:gd name="T27" fmla="*/ 255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6">
                    <a:moveTo>
                      <a:pt x="0" y="255"/>
                    </a:moveTo>
                    <a:cubicBezTo>
                      <a:pt x="0" y="253"/>
                      <a:pt x="0" y="253"/>
                      <a:pt x="0" y="253"/>
                    </a:cubicBezTo>
                    <a:cubicBezTo>
                      <a:pt x="0" y="114"/>
                      <a:pt x="112" y="0"/>
                      <a:pt x="263" y="0"/>
                    </a:cubicBezTo>
                    <a:cubicBezTo>
                      <a:pt x="413" y="0"/>
                      <a:pt x="525" y="112"/>
                      <a:pt x="525" y="251"/>
                    </a:cubicBezTo>
                    <a:cubicBezTo>
                      <a:pt x="525" y="253"/>
                      <a:pt x="525" y="253"/>
                      <a:pt x="525" y="253"/>
                    </a:cubicBezTo>
                    <a:cubicBezTo>
                      <a:pt x="525" y="392"/>
                      <a:pt x="412" y="506"/>
                      <a:pt x="261" y="506"/>
                    </a:cubicBezTo>
                    <a:cubicBezTo>
                      <a:pt x="111" y="506"/>
                      <a:pt x="0" y="394"/>
                      <a:pt x="0" y="255"/>
                    </a:cubicBezTo>
                    <a:close/>
                    <a:moveTo>
                      <a:pt x="389" y="255"/>
                    </a:moveTo>
                    <a:cubicBezTo>
                      <a:pt x="389" y="253"/>
                      <a:pt x="389" y="253"/>
                      <a:pt x="389" y="253"/>
                    </a:cubicBezTo>
                    <a:cubicBezTo>
                      <a:pt x="389" y="182"/>
                      <a:pt x="337" y="119"/>
                      <a:pt x="261" y="119"/>
                    </a:cubicBezTo>
                    <a:cubicBezTo>
                      <a:pt x="183" y="119"/>
                      <a:pt x="135" y="180"/>
                      <a:pt x="135" y="251"/>
                    </a:cubicBezTo>
                    <a:cubicBezTo>
                      <a:pt x="135" y="253"/>
                      <a:pt x="135" y="253"/>
                      <a:pt x="135" y="253"/>
                    </a:cubicBezTo>
                    <a:cubicBezTo>
                      <a:pt x="135" y="325"/>
                      <a:pt x="187" y="387"/>
                      <a:pt x="263" y="387"/>
                    </a:cubicBezTo>
                    <a:cubicBezTo>
                      <a:pt x="342" y="387"/>
                      <a:pt x="389" y="326"/>
                      <a:pt x="389"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04" name="Freeform 24">
                <a:extLst>
                  <a:ext uri="{FF2B5EF4-FFF2-40B4-BE49-F238E27FC236}">
                    <a16:creationId xmlns:a16="http://schemas.microsoft.com/office/drawing/2014/main" id="{10B466F6-F9DE-C9E9-D98F-5CB17B8BE4DB}"/>
                  </a:ext>
                </a:extLst>
              </p:cNvPr>
              <p:cNvSpPr>
                <a:spLocks/>
              </p:cNvSpPr>
              <p:nvPr userDrawn="1"/>
            </p:nvSpPr>
            <p:spPr bwMode="auto">
              <a:xfrm>
                <a:off x="6379084" y="1331756"/>
                <a:ext cx="127665" cy="216764"/>
              </a:xfrm>
              <a:custGeom>
                <a:avLst/>
                <a:gdLst>
                  <a:gd name="T0" fmla="*/ 0 w 293"/>
                  <a:gd name="T1" fmla="*/ 13 h 498"/>
                  <a:gd name="T2" fmla="*/ 138 w 293"/>
                  <a:gd name="T3" fmla="*/ 13 h 498"/>
                  <a:gd name="T4" fmla="*/ 138 w 293"/>
                  <a:gd name="T5" fmla="*/ 110 h 498"/>
                  <a:gd name="T6" fmla="*/ 293 w 293"/>
                  <a:gd name="T7" fmla="*/ 3 h 498"/>
                  <a:gd name="T8" fmla="*/ 293 w 293"/>
                  <a:gd name="T9" fmla="*/ 147 h 498"/>
                  <a:gd name="T10" fmla="*/ 286 w 293"/>
                  <a:gd name="T11" fmla="*/ 147 h 498"/>
                  <a:gd name="T12" fmla="*/ 138 w 293"/>
                  <a:gd name="T13" fmla="*/ 318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0"/>
                      <a:pt x="138" y="110"/>
                      <a:pt x="138" y="110"/>
                    </a:cubicBezTo>
                    <a:cubicBezTo>
                      <a:pt x="166" y="43"/>
                      <a:pt x="211" y="0"/>
                      <a:pt x="293" y="3"/>
                    </a:cubicBezTo>
                    <a:cubicBezTo>
                      <a:pt x="293" y="147"/>
                      <a:pt x="293" y="147"/>
                      <a:pt x="293" y="147"/>
                    </a:cubicBezTo>
                    <a:cubicBezTo>
                      <a:pt x="286" y="147"/>
                      <a:pt x="286" y="147"/>
                      <a:pt x="286" y="147"/>
                    </a:cubicBezTo>
                    <a:cubicBezTo>
                      <a:pt x="194" y="147"/>
                      <a:pt x="138" y="203"/>
                      <a:pt x="138" y="318"/>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05" name="Freeform 25">
                <a:extLst>
                  <a:ext uri="{FF2B5EF4-FFF2-40B4-BE49-F238E27FC236}">
                    <a16:creationId xmlns:a16="http://schemas.microsoft.com/office/drawing/2014/main" id="{AD3E18E3-90EA-4D54-E039-6221DAC55953}"/>
                  </a:ext>
                </a:extLst>
              </p:cNvPr>
              <p:cNvSpPr>
                <a:spLocks noEditPoints="1"/>
              </p:cNvSpPr>
              <p:nvPr userDrawn="1"/>
            </p:nvSpPr>
            <p:spPr bwMode="auto">
              <a:xfrm>
                <a:off x="6582993" y="1334859"/>
                <a:ext cx="194157" cy="217207"/>
              </a:xfrm>
              <a:custGeom>
                <a:avLst/>
                <a:gdLst>
                  <a:gd name="T0" fmla="*/ 0 w 446"/>
                  <a:gd name="T1" fmla="*/ 351 h 500"/>
                  <a:gd name="T2" fmla="*/ 0 w 446"/>
                  <a:gd name="T3" fmla="*/ 349 h 500"/>
                  <a:gd name="T4" fmla="*/ 195 w 446"/>
                  <a:gd name="T5" fmla="*/ 195 h 500"/>
                  <a:gd name="T6" fmla="*/ 314 w 446"/>
                  <a:gd name="T7" fmla="*/ 215 h 500"/>
                  <a:gd name="T8" fmla="*/ 314 w 446"/>
                  <a:gd name="T9" fmla="*/ 206 h 500"/>
                  <a:gd name="T10" fmla="*/ 210 w 446"/>
                  <a:gd name="T11" fmla="*/ 118 h 500"/>
                  <a:gd name="T12" fmla="*/ 76 w 446"/>
                  <a:gd name="T13" fmla="*/ 144 h 500"/>
                  <a:gd name="T14" fmla="*/ 42 w 446"/>
                  <a:gd name="T15" fmla="*/ 39 h 500"/>
                  <a:gd name="T16" fmla="*/ 230 w 446"/>
                  <a:gd name="T17" fmla="*/ 0 h 500"/>
                  <a:gd name="T18" fmla="*/ 394 w 446"/>
                  <a:gd name="T19" fmla="*/ 54 h 500"/>
                  <a:gd name="T20" fmla="*/ 446 w 446"/>
                  <a:gd name="T21" fmla="*/ 209 h 500"/>
                  <a:gd name="T22" fmla="*/ 446 w 446"/>
                  <a:gd name="T23" fmla="*/ 491 h 500"/>
                  <a:gd name="T24" fmla="*/ 313 w 446"/>
                  <a:gd name="T25" fmla="*/ 491 h 500"/>
                  <a:gd name="T26" fmla="*/ 313 w 446"/>
                  <a:gd name="T27" fmla="*/ 438 h 500"/>
                  <a:gd name="T28" fmla="*/ 167 w 446"/>
                  <a:gd name="T29" fmla="*/ 500 h 500"/>
                  <a:gd name="T30" fmla="*/ 0 w 446"/>
                  <a:gd name="T31" fmla="*/ 351 h 500"/>
                  <a:gd name="T32" fmla="*/ 316 w 446"/>
                  <a:gd name="T33" fmla="*/ 320 h 500"/>
                  <a:gd name="T34" fmla="*/ 316 w 446"/>
                  <a:gd name="T35" fmla="*/ 295 h 500"/>
                  <a:gd name="T36" fmla="*/ 228 w 446"/>
                  <a:gd name="T37" fmla="*/ 277 h 500"/>
                  <a:gd name="T38" fmla="*/ 133 w 446"/>
                  <a:gd name="T39" fmla="*/ 344 h 500"/>
                  <a:gd name="T40" fmla="*/ 133 w 446"/>
                  <a:gd name="T41" fmla="*/ 346 h 500"/>
                  <a:gd name="T42" fmla="*/ 208 w 446"/>
                  <a:gd name="T43" fmla="*/ 405 h 500"/>
                  <a:gd name="T44" fmla="*/ 316 w 446"/>
                  <a:gd name="T45" fmla="*/ 32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500">
                    <a:moveTo>
                      <a:pt x="0" y="351"/>
                    </a:moveTo>
                    <a:cubicBezTo>
                      <a:pt x="0" y="349"/>
                      <a:pt x="0" y="349"/>
                      <a:pt x="0" y="349"/>
                    </a:cubicBezTo>
                    <a:cubicBezTo>
                      <a:pt x="0" y="244"/>
                      <a:pt x="81" y="195"/>
                      <a:pt x="195" y="195"/>
                    </a:cubicBezTo>
                    <a:cubicBezTo>
                      <a:pt x="244" y="195"/>
                      <a:pt x="280" y="203"/>
                      <a:pt x="314" y="215"/>
                    </a:cubicBezTo>
                    <a:cubicBezTo>
                      <a:pt x="314" y="206"/>
                      <a:pt x="314" y="206"/>
                      <a:pt x="314" y="206"/>
                    </a:cubicBezTo>
                    <a:cubicBezTo>
                      <a:pt x="314" y="149"/>
                      <a:pt x="279" y="118"/>
                      <a:pt x="210" y="118"/>
                    </a:cubicBezTo>
                    <a:cubicBezTo>
                      <a:pt x="157" y="118"/>
                      <a:pt x="120" y="128"/>
                      <a:pt x="76" y="144"/>
                    </a:cubicBezTo>
                    <a:cubicBezTo>
                      <a:pt x="42" y="39"/>
                      <a:pt x="42" y="39"/>
                      <a:pt x="42" y="39"/>
                    </a:cubicBezTo>
                    <a:cubicBezTo>
                      <a:pt x="95" y="15"/>
                      <a:pt x="148" y="0"/>
                      <a:pt x="230" y="0"/>
                    </a:cubicBezTo>
                    <a:cubicBezTo>
                      <a:pt x="305" y="0"/>
                      <a:pt x="359" y="20"/>
                      <a:pt x="394" y="54"/>
                    </a:cubicBezTo>
                    <a:cubicBezTo>
                      <a:pt x="430" y="91"/>
                      <a:pt x="446" y="144"/>
                      <a:pt x="446" y="209"/>
                    </a:cubicBezTo>
                    <a:cubicBezTo>
                      <a:pt x="446" y="491"/>
                      <a:pt x="446" y="491"/>
                      <a:pt x="446" y="491"/>
                    </a:cubicBezTo>
                    <a:cubicBezTo>
                      <a:pt x="313" y="491"/>
                      <a:pt x="313" y="491"/>
                      <a:pt x="313" y="491"/>
                    </a:cubicBezTo>
                    <a:cubicBezTo>
                      <a:pt x="313" y="438"/>
                      <a:pt x="313" y="438"/>
                      <a:pt x="313" y="438"/>
                    </a:cubicBezTo>
                    <a:cubicBezTo>
                      <a:pt x="280" y="475"/>
                      <a:pt x="234" y="500"/>
                      <a:pt x="167" y="500"/>
                    </a:cubicBezTo>
                    <a:cubicBezTo>
                      <a:pt x="75" y="500"/>
                      <a:pt x="0" y="447"/>
                      <a:pt x="0" y="351"/>
                    </a:cubicBezTo>
                    <a:close/>
                    <a:moveTo>
                      <a:pt x="316" y="320"/>
                    </a:moveTo>
                    <a:cubicBezTo>
                      <a:pt x="316" y="295"/>
                      <a:pt x="316" y="295"/>
                      <a:pt x="316" y="295"/>
                    </a:cubicBezTo>
                    <a:cubicBezTo>
                      <a:pt x="292" y="284"/>
                      <a:pt x="262" y="277"/>
                      <a:pt x="228" y="277"/>
                    </a:cubicBezTo>
                    <a:cubicBezTo>
                      <a:pt x="169" y="277"/>
                      <a:pt x="133" y="301"/>
                      <a:pt x="133" y="344"/>
                    </a:cubicBezTo>
                    <a:cubicBezTo>
                      <a:pt x="133" y="346"/>
                      <a:pt x="133" y="346"/>
                      <a:pt x="133" y="346"/>
                    </a:cubicBezTo>
                    <a:cubicBezTo>
                      <a:pt x="133" y="383"/>
                      <a:pt x="164" y="405"/>
                      <a:pt x="208" y="405"/>
                    </a:cubicBezTo>
                    <a:cubicBezTo>
                      <a:pt x="272" y="405"/>
                      <a:pt x="316" y="369"/>
                      <a:pt x="316" y="3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06" name="Rectangle 26">
                <a:extLst>
                  <a:ext uri="{FF2B5EF4-FFF2-40B4-BE49-F238E27FC236}">
                    <a16:creationId xmlns:a16="http://schemas.microsoft.com/office/drawing/2014/main" id="{144E16EA-4F3F-420C-5D8D-753A1E9F0B11}"/>
                  </a:ext>
                </a:extLst>
              </p:cNvPr>
              <p:cNvSpPr>
                <a:spLocks noChangeArrowheads="1"/>
              </p:cNvSpPr>
              <p:nvPr userDrawn="1"/>
            </p:nvSpPr>
            <p:spPr bwMode="auto">
              <a:xfrm>
                <a:off x="6801973" y="1260831"/>
                <a:ext cx="59843" cy="28768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107" name="Rectangle 27">
                <a:extLst>
                  <a:ext uri="{FF2B5EF4-FFF2-40B4-BE49-F238E27FC236}">
                    <a16:creationId xmlns:a16="http://schemas.microsoft.com/office/drawing/2014/main" id="{E009FD22-AB72-D26D-205F-29DF66B5BFFA}"/>
                  </a:ext>
                </a:extLst>
              </p:cNvPr>
              <p:cNvSpPr>
                <a:spLocks noChangeArrowheads="1"/>
              </p:cNvSpPr>
              <p:nvPr userDrawn="1"/>
            </p:nvSpPr>
            <p:spPr bwMode="auto">
              <a:xfrm>
                <a:off x="6886639" y="1260831"/>
                <a:ext cx="59399" cy="28768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sp>
          <p:nvSpPr>
            <p:cNvPr id="77" name="Rectangle 28">
              <a:extLst>
                <a:ext uri="{FF2B5EF4-FFF2-40B4-BE49-F238E27FC236}">
                  <a16:creationId xmlns:a16="http://schemas.microsoft.com/office/drawing/2014/main" id="{FB305569-AB33-7799-ED76-68F103CE5B8C}"/>
                </a:ext>
              </a:extLst>
            </p:cNvPr>
            <p:cNvSpPr>
              <a:spLocks noChangeArrowheads="1"/>
            </p:cNvSpPr>
            <p:nvPr userDrawn="1"/>
          </p:nvSpPr>
          <p:spPr bwMode="auto">
            <a:xfrm>
              <a:off x="11556230" y="767096"/>
              <a:ext cx="634181" cy="189869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1350"/>
            </a:p>
          </p:txBody>
        </p:sp>
        <p:grpSp>
          <p:nvGrpSpPr>
            <p:cNvPr id="78" name="Group 77">
              <a:extLst>
                <a:ext uri="{FF2B5EF4-FFF2-40B4-BE49-F238E27FC236}">
                  <a16:creationId xmlns:a16="http://schemas.microsoft.com/office/drawing/2014/main" id="{DC4D5431-76CB-4561-B2E0-664C3E75E88C}"/>
                </a:ext>
              </a:extLst>
            </p:cNvPr>
            <p:cNvGrpSpPr/>
            <p:nvPr userDrawn="1"/>
          </p:nvGrpSpPr>
          <p:grpSpPr>
            <a:xfrm>
              <a:off x="11701122" y="936748"/>
              <a:ext cx="321494" cy="1552800"/>
              <a:chOff x="7313961" y="501936"/>
              <a:chExt cx="323594" cy="1566108"/>
            </a:xfrm>
          </p:grpSpPr>
          <p:sp>
            <p:nvSpPr>
              <p:cNvPr id="79" name="Freeform 29">
                <a:extLst>
                  <a:ext uri="{FF2B5EF4-FFF2-40B4-BE49-F238E27FC236}">
                    <a16:creationId xmlns:a16="http://schemas.microsoft.com/office/drawing/2014/main" id="{9EB7EA56-59D4-7E58-E9A3-5C4585DF00FE}"/>
                  </a:ext>
                </a:extLst>
              </p:cNvPr>
              <p:cNvSpPr>
                <a:spLocks/>
              </p:cNvSpPr>
              <p:nvPr userDrawn="1"/>
            </p:nvSpPr>
            <p:spPr bwMode="auto">
              <a:xfrm>
                <a:off x="7383556" y="1311808"/>
                <a:ext cx="249567" cy="247350"/>
              </a:xfrm>
              <a:custGeom>
                <a:avLst/>
                <a:gdLst>
                  <a:gd name="T0" fmla="*/ 0 w 574"/>
                  <a:gd name="T1" fmla="*/ 229 h 569"/>
                  <a:gd name="T2" fmla="*/ 90 w 574"/>
                  <a:gd name="T3" fmla="*/ 413 h 569"/>
                  <a:gd name="T4" fmla="*/ 90 w 574"/>
                  <a:gd name="T5" fmla="*/ 413 h 569"/>
                  <a:gd name="T6" fmla="*/ 90 w 574"/>
                  <a:gd name="T7" fmla="*/ 413 h 569"/>
                  <a:gd name="T8" fmla="*/ 9 w 574"/>
                  <a:gd name="T9" fmla="*/ 413 h 569"/>
                  <a:gd name="T10" fmla="*/ 9 w 574"/>
                  <a:gd name="T11" fmla="*/ 569 h 569"/>
                  <a:gd name="T12" fmla="*/ 574 w 574"/>
                  <a:gd name="T13" fmla="*/ 569 h 569"/>
                  <a:gd name="T14" fmla="*/ 574 w 574"/>
                  <a:gd name="T15" fmla="*/ 413 h 569"/>
                  <a:gd name="T16" fmla="*/ 253 w 574"/>
                  <a:gd name="T17" fmla="*/ 413 h 569"/>
                  <a:gd name="T18" fmla="*/ 133 w 574"/>
                  <a:gd name="T19" fmla="*/ 286 h 569"/>
                  <a:gd name="T20" fmla="*/ 253 w 574"/>
                  <a:gd name="T21" fmla="*/ 155 h 569"/>
                  <a:gd name="T22" fmla="*/ 574 w 574"/>
                  <a:gd name="T23" fmla="*/ 155 h 569"/>
                  <a:gd name="T24" fmla="*/ 574 w 574"/>
                  <a:gd name="T25" fmla="*/ 0 h 569"/>
                  <a:gd name="T26" fmla="*/ 224 w 574"/>
                  <a:gd name="T27" fmla="*/ 0 h 569"/>
                  <a:gd name="T28" fmla="*/ 0 w 574"/>
                  <a:gd name="T29" fmla="*/ 229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4" h="569">
                    <a:moveTo>
                      <a:pt x="0" y="229"/>
                    </a:moveTo>
                    <a:cubicBezTo>
                      <a:pt x="0" y="294"/>
                      <a:pt x="30" y="368"/>
                      <a:pt x="90" y="413"/>
                    </a:cubicBezTo>
                    <a:cubicBezTo>
                      <a:pt x="90" y="413"/>
                      <a:pt x="90" y="413"/>
                      <a:pt x="90" y="413"/>
                    </a:cubicBezTo>
                    <a:cubicBezTo>
                      <a:pt x="90" y="413"/>
                      <a:pt x="90" y="413"/>
                      <a:pt x="90" y="413"/>
                    </a:cubicBezTo>
                    <a:cubicBezTo>
                      <a:pt x="9" y="413"/>
                      <a:pt x="9" y="413"/>
                      <a:pt x="9" y="413"/>
                    </a:cubicBezTo>
                    <a:cubicBezTo>
                      <a:pt x="9" y="569"/>
                      <a:pt x="9" y="569"/>
                      <a:pt x="9" y="569"/>
                    </a:cubicBezTo>
                    <a:cubicBezTo>
                      <a:pt x="574" y="569"/>
                      <a:pt x="574" y="569"/>
                      <a:pt x="574" y="569"/>
                    </a:cubicBezTo>
                    <a:cubicBezTo>
                      <a:pt x="574" y="413"/>
                      <a:pt x="574" y="413"/>
                      <a:pt x="574" y="413"/>
                    </a:cubicBezTo>
                    <a:cubicBezTo>
                      <a:pt x="253" y="413"/>
                      <a:pt x="253" y="413"/>
                      <a:pt x="253" y="413"/>
                    </a:cubicBezTo>
                    <a:cubicBezTo>
                      <a:pt x="195" y="413"/>
                      <a:pt x="133" y="369"/>
                      <a:pt x="133" y="286"/>
                    </a:cubicBezTo>
                    <a:cubicBezTo>
                      <a:pt x="133" y="221"/>
                      <a:pt x="178" y="155"/>
                      <a:pt x="253" y="155"/>
                    </a:cubicBezTo>
                    <a:cubicBezTo>
                      <a:pt x="574" y="155"/>
                      <a:pt x="574" y="155"/>
                      <a:pt x="574" y="155"/>
                    </a:cubicBezTo>
                    <a:cubicBezTo>
                      <a:pt x="574" y="0"/>
                      <a:pt x="574" y="0"/>
                      <a:pt x="574" y="0"/>
                    </a:cubicBezTo>
                    <a:cubicBezTo>
                      <a:pt x="224" y="0"/>
                      <a:pt x="224" y="0"/>
                      <a:pt x="224" y="0"/>
                    </a:cubicBezTo>
                    <a:cubicBezTo>
                      <a:pt x="94" y="0"/>
                      <a:pt x="0" y="93"/>
                      <a:pt x="0" y="22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0" name="Freeform 30">
                <a:extLst>
                  <a:ext uri="{FF2B5EF4-FFF2-40B4-BE49-F238E27FC236}">
                    <a16:creationId xmlns:a16="http://schemas.microsoft.com/office/drawing/2014/main" id="{93B05BBE-DBEC-684B-B012-F63384131C10}"/>
                  </a:ext>
                </a:extLst>
              </p:cNvPr>
              <p:cNvSpPr>
                <a:spLocks/>
              </p:cNvSpPr>
              <p:nvPr userDrawn="1"/>
            </p:nvSpPr>
            <p:spPr bwMode="auto">
              <a:xfrm>
                <a:off x="7387546" y="755049"/>
                <a:ext cx="245577" cy="276163"/>
              </a:xfrm>
              <a:custGeom>
                <a:avLst/>
                <a:gdLst>
                  <a:gd name="T0" fmla="*/ 0 w 554"/>
                  <a:gd name="T1" fmla="*/ 174 h 623"/>
                  <a:gd name="T2" fmla="*/ 377 w 554"/>
                  <a:gd name="T3" fmla="*/ 311 h 623"/>
                  <a:gd name="T4" fmla="*/ 0 w 554"/>
                  <a:gd name="T5" fmla="*/ 450 h 623"/>
                  <a:gd name="T6" fmla="*/ 0 w 554"/>
                  <a:gd name="T7" fmla="*/ 623 h 623"/>
                  <a:gd name="T8" fmla="*/ 554 w 554"/>
                  <a:gd name="T9" fmla="*/ 395 h 623"/>
                  <a:gd name="T10" fmla="*/ 554 w 554"/>
                  <a:gd name="T11" fmla="*/ 228 h 623"/>
                  <a:gd name="T12" fmla="*/ 0 w 554"/>
                  <a:gd name="T13" fmla="*/ 0 h 623"/>
                  <a:gd name="T14" fmla="*/ 0 w 554"/>
                  <a:gd name="T15" fmla="*/ 174 h 6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4" h="623">
                    <a:moveTo>
                      <a:pt x="0" y="174"/>
                    </a:moveTo>
                    <a:lnTo>
                      <a:pt x="377" y="311"/>
                    </a:lnTo>
                    <a:lnTo>
                      <a:pt x="0" y="450"/>
                    </a:lnTo>
                    <a:lnTo>
                      <a:pt x="0" y="623"/>
                    </a:lnTo>
                    <a:lnTo>
                      <a:pt x="554" y="395"/>
                    </a:lnTo>
                    <a:lnTo>
                      <a:pt x="554" y="228"/>
                    </a:lnTo>
                    <a:lnTo>
                      <a:pt x="0" y="0"/>
                    </a:lnTo>
                    <a:lnTo>
                      <a:pt x="0" y="17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1" name="Freeform 31">
                <a:extLst>
                  <a:ext uri="{FF2B5EF4-FFF2-40B4-BE49-F238E27FC236}">
                    <a16:creationId xmlns:a16="http://schemas.microsoft.com/office/drawing/2014/main" id="{972F0292-22E7-DDB2-79F6-6703AF74768F}"/>
                  </a:ext>
                </a:extLst>
              </p:cNvPr>
              <p:cNvSpPr>
                <a:spLocks noEditPoints="1"/>
              </p:cNvSpPr>
              <p:nvPr userDrawn="1"/>
            </p:nvSpPr>
            <p:spPr bwMode="auto">
              <a:xfrm>
                <a:off x="7383556" y="1583096"/>
                <a:ext cx="253999" cy="256659"/>
              </a:xfrm>
              <a:custGeom>
                <a:avLst/>
                <a:gdLst>
                  <a:gd name="T0" fmla="*/ 401 w 584"/>
                  <a:gd name="T1" fmla="*/ 110 h 590"/>
                  <a:gd name="T2" fmla="*/ 460 w 584"/>
                  <a:gd name="T3" fmla="*/ 272 h 590"/>
                  <a:gd name="T4" fmla="*/ 415 w 584"/>
                  <a:gd name="T5" fmla="*/ 397 h 590"/>
                  <a:gd name="T6" fmla="*/ 250 w 584"/>
                  <a:gd name="T7" fmla="*/ 0 h 590"/>
                  <a:gd name="T8" fmla="*/ 92 w 584"/>
                  <a:gd name="T9" fmla="*/ 68 h 590"/>
                  <a:gd name="T10" fmla="*/ 0 w 584"/>
                  <a:gd name="T11" fmla="*/ 291 h 590"/>
                  <a:gd name="T12" fmla="*/ 292 w 584"/>
                  <a:gd name="T13" fmla="*/ 590 h 590"/>
                  <a:gd name="T14" fmla="*/ 584 w 584"/>
                  <a:gd name="T15" fmla="*/ 274 h 590"/>
                  <a:gd name="T16" fmla="*/ 476 w 584"/>
                  <a:gd name="T17" fmla="*/ 12 h 590"/>
                  <a:gd name="T18" fmla="*/ 401 w 584"/>
                  <a:gd name="T19" fmla="*/ 110 h 590"/>
                  <a:gd name="T20" fmla="*/ 179 w 584"/>
                  <a:gd name="T21" fmla="*/ 408 h 590"/>
                  <a:gd name="T22" fmla="*/ 123 w 584"/>
                  <a:gd name="T23" fmla="*/ 288 h 590"/>
                  <a:gd name="T24" fmla="*/ 202 w 584"/>
                  <a:gd name="T25" fmla="*/ 168 h 590"/>
                  <a:gd name="T26" fmla="*/ 315 w 584"/>
                  <a:gd name="T27" fmla="*/ 439 h 590"/>
                  <a:gd name="T28" fmla="*/ 179 w 584"/>
                  <a:gd name="T29" fmla="*/ 408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84" h="590">
                    <a:moveTo>
                      <a:pt x="401" y="110"/>
                    </a:moveTo>
                    <a:cubicBezTo>
                      <a:pt x="449" y="175"/>
                      <a:pt x="460" y="212"/>
                      <a:pt x="460" y="272"/>
                    </a:cubicBezTo>
                    <a:cubicBezTo>
                      <a:pt x="460" y="325"/>
                      <a:pt x="444" y="367"/>
                      <a:pt x="415" y="397"/>
                    </a:cubicBezTo>
                    <a:cubicBezTo>
                      <a:pt x="250" y="0"/>
                      <a:pt x="250" y="0"/>
                      <a:pt x="250" y="0"/>
                    </a:cubicBezTo>
                    <a:cubicBezTo>
                      <a:pt x="189" y="9"/>
                      <a:pt x="134" y="32"/>
                      <a:pt x="92" y="68"/>
                    </a:cubicBezTo>
                    <a:cubicBezTo>
                      <a:pt x="32" y="120"/>
                      <a:pt x="0" y="197"/>
                      <a:pt x="0" y="291"/>
                    </a:cubicBezTo>
                    <a:cubicBezTo>
                      <a:pt x="0" y="462"/>
                      <a:pt x="126" y="590"/>
                      <a:pt x="292" y="590"/>
                    </a:cubicBezTo>
                    <a:cubicBezTo>
                      <a:pt x="462" y="590"/>
                      <a:pt x="584" y="462"/>
                      <a:pt x="584" y="274"/>
                    </a:cubicBezTo>
                    <a:cubicBezTo>
                      <a:pt x="584" y="169"/>
                      <a:pt x="534" y="62"/>
                      <a:pt x="476" y="12"/>
                    </a:cubicBezTo>
                    <a:lnTo>
                      <a:pt x="401" y="110"/>
                    </a:lnTo>
                    <a:close/>
                    <a:moveTo>
                      <a:pt x="179" y="408"/>
                    </a:moveTo>
                    <a:cubicBezTo>
                      <a:pt x="144" y="381"/>
                      <a:pt x="123" y="339"/>
                      <a:pt x="123" y="288"/>
                    </a:cubicBezTo>
                    <a:cubicBezTo>
                      <a:pt x="123" y="232"/>
                      <a:pt x="155" y="190"/>
                      <a:pt x="202" y="168"/>
                    </a:cubicBezTo>
                    <a:cubicBezTo>
                      <a:pt x="315" y="439"/>
                      <a:pt x="315" y="439"/>
                      <a:pt x="315" y="439"/>
                    </a:cubicBezTo>
                    <a:cubicBezTo>
                      <a:pt x="257" y="447"/>
                      <a:pt x="212" y="432"/>
                      <a:pt x="179" y="40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2" name="Freeform 32">
                <a:extLst>
                  <a:ext uri="{FF2B5EF4-FFF2-40B4-BE49-F238E27FC236}">
                    <a16:creationId xmlns:a16="http://schemas.microsoft.com/office/drawing/2014/main" id="{8FB3E4DF-D685-E83E-C831-3D30D6486411}"/>
                  </a:ext>
                </a:extLst>
              </p:cNvPr>
              <p:cNvSpPr>
                <a:spLocks/>
              </p:cNvSpPr>
              <p:nvPr userDrawn="1"/>
            </p:nvSpPr>
            <p:spPr bwMode="auto">
              <a:xfrm>
                <a:off x="7313961" y="1846404"/>
                <a:ext cx="319161" cy="221640"/>
              </a:xfrm>
              <a:custGeom>
                <a:avLst/>
                <a:gdLst>
                  <a:gd name="T0" fmla="*/ 580 w 720"/>
                  <a:gd name="T1" fmla="*/ 0 h 500"/>
                  <a:gd name="T2" fmla="*/ 580 w 720"/>
                  <a:gd name="T3" fmla="*/ 346 h 500"/>
                  <a:gd name="T4" fmla="*/ 0 w 720"/>
                  <a:gd name="T5" fmla="*/ 346 h 500"/>
                  <a:gd name="T6" fmla="*/ 0 w 720"/>
                  <a:gd name="T7" fmla="*/ 500 h 500"/>
                  <a:gd name="T8" fmla="*/ 720 w 720"/>
                  <a:gd name="T9" fmla="*/ 500 h 500"/>
                  <a:gd name="T10" fmla="*/ 720 w 720"/>
                  <a:gd name="T11" fmla="*/ 0 h 500"/>
                  <a:gd name="T12" fmla="*/ 580 w 720"/>
                  <a:gd name="T13" fmla="*/ 0 h 500"/>
                </a:gdLst>
                <a:ahLst/>
                <a:cxnLst>
                  <a:cxn ang="0">
                    <a:pos x="T0" y="T1"/>
                  </a:cxn>
                  <a:cxn ang="0">
                    <a:pos x="T2" y="T3"/>
                  </a:cxn>
                  <a:cxn ang="0">
                    <a:pos x="T4" y="T5"/>
                  </a:cxn>
                  <a:cxn ang="0">
                    <a:pos x="T6" y="T7"/>
                  </a:cxn>
                  <a:cxn ang="0">
                    <a:pos x="T8" y="T9"/>
                  </a:cxn>
                  <a:cxn ang="0">
                    <a:pos x="T10" y="T11"/>
                  </a:cxn>
                  <a:cxn ang="0">
                    <a:pos x="T12" y="T13"/>
                  </a:cxn>
                </a:cxnLst>
                <a:rect l="0" t="0" r="r" b="b"/>
                <a:pathLst>
                  <a:path w="720" h="500">
                    <a:moveTo>
                      <a:pt x="580" y="0"/>
                    </a:moveTo>
                    <a:lnTo>
                      <a:pt x="580" y="346"/>
                    </a:lnTo>
                    <a:lnTo>
                      <a:pt x="0" y="346"/>
                    </a:lnTo>
                    <a:lnTo>
                      <a:pt x="0" y="500"/>
                    </a:lnTo>
                    <a:lnTo>
                      <a:pt x="720" y="500"/>
                    </a:lnTo>
                    <a:lnTo>
                      <a:pt x="720" y="0"/>
                    </a:lnTo>
                    <a:lnTo>
                      <a:pt x="58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3" name="Freeform 33">
                <a:extLst>
                  <a:ext uri="{FF2B5EF4-FFF2-40B4-BE49-F238E27FC236}">
                    <a16:creationId xmlns:a16="http://schemas.microsoft.com/office/drawing/2014/main" id="{7E51460F-8A6D-E455-ADF5-BF3600A7DAC9}"/>
                  </a:ext>
                </a:extLst>
              </p:cNvPr>
              <p:cNvSpPr>
                <a:spLocks noEditPoints="1"/>
              </p:cNvSpPr>
              <p:nvPr userDrawn="1"/>
            </p:nvSpPr>
            <p:spPr bwMode="auto">
              <a:xfrm>
                <a:off x="7383556" y="501936"/>
                <a:ext cx="253999" cy="263752"/>
              </a:xfrm>
              <a:custGeom>
                <a:avLst/>
                <a:gdLst>
                  <a:gd name="T0" fmla="*/ 584 w 584"/>
                  <a:gd name="T1" fmla="*/ 304 h 607"/>
                  <a:gd name="T2" fmla="*/ 292 w 584"/>
                  <a:gd name="T3" fmla="*/ 607 h 607"/>
                  <a:gd name="T4" fmla="*/ 0 w 584"/>
                  <a:gd name="T5" fmla="*/ 302 h 607"/>
                  <a:gd name="T6" fmla="*/ 292 w 584"/>
                  <a:gd name="T7" fmla="*/ 0 h 607"/>
                  <a:gd name="T8" fmla="*/ 584 w 584"/>
                  <a:gd name="T9" fmla="*/ 304 h 607"/>
                  <a:gd name="T10" fmla="*/ 133 w 584"/>
                  <a:gd name="T11" fmla="*/ 304 h 607"/>
                  <a:gd name="T12" fmla="*/ 292 w 584"/>
                  <a:gd name="T13" fmla="*/ 454 h 607"/>
                  <a:gd name="T14" fmla="*/ 451 w 584"/>
                  <a:gd name="T15" fmla="*/ 302 h 607"/>
                  <a:gd name="T16" fmla="*/ 292 w 584"/>
                  <a:gd name="T17" fmla="*/ 153 h 607"/>
                  <a:gd name="T18" fmla="*/ 133 w 584"/>
                  <a:gd name="T19" fmla="*/ 304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4"/>
                    </a:moveTo>
                    <a:cubicBezTo>
                      <a:pt x="584" y="474"/>
                      <a:pt x="457" y="607"/>
                      <a:pt x="292" y="607"/>
                    </a:cubicBezTo>
                    <a:cubicBezTo>
                      <a:pt x="128" y="607"/>
                      <a:pt x="0" y="473"/>
                      <a:pt x="0" y="302"/>
                    </a:cubicBezTo>
                    <a:cubicBezTo>
                      <a:pt x="0" y="133"/>
                      <a:pt x="126" y="0"/>
                      <a:pt x="292" y="0"/>
                    </a:cubicBezTo>
                    <a:cubicBezTo>
                      <a:pt x="455" y="0"/>
                      <a:pt x="584" y="133"/>
                      <a:pt x="584" y="304"/>
                    </a:cubicBezTo>
                    <a:moveTo>
                      <a:pt x="133" y="304"/>
                    </a:moveTo>
                    <a:cubicBezTo>
                      <a:pt x="133" y="391"/>
                      <a:pt x="198" y="454"/>
                      <a:pt x="292" y="454"/>
                    </a:cubicBezTo>
                    <a:cubicBezTo>
                      <a:pt x="381" y="454"/>
                      <a:pt x="451" y="387"/>
                      <a:pt x="451" y="302"/>
                    </a:cubicBezTo>
                    <a:cubicBezTo>
                      <a:pt x="451" y="216"/>
                      <a:pt x="383" y="153"/>
                      <a:pt x="292" y="153"/>
                    </a:cubicBezTo>
                    <a:cubicBezTo>
                      <a:pt x="203" y="153"/>
                      <a:pt x="133" y="219"/>
                      <a:pt x="133" y="30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sp>
            <p:nvSpPr>
              <p:cNvPr id="84" name="Freeform 34">
                <a:extLst>
                  <a:ext uri="{FF2B5EF4-FFF2-40B4-BE49-F238E27FC236}">
                    <a16:creationId xmlns:a16="http://schemas.microsoft.com/office/drawing/2014/main" id="{9296505E-2DA9-07F7-31C5-6D802244B0F4}"/>
                  </a:ext>
                </a:extLst>
              </p:cNvPr>
              <p:cNvSpPr>
                <a:spLocks noEditPoints="1"/>
              </p:cNvSpPr>
              <p:nvPr userDrawn="1"/>
            </p:nvSpPr>
            <p:spPr bwMode="auto">
              <a:xfrm>
                <a:off x="7383556" y="1021017"/>
                <a:ext cx="253999" cy="263752"/>
              </a:xfrm>
              <a:custGeom>
                <a:avLst/>
                <a:gdLst>
                  <a:gd name="T0" fmla="*/ 584 w 584"/>
                  <a:gd name="T1" fmla="*/ 305 h 607"/>
                  <a:gd name="T2" fmla="*/ 292 w 584"/>
                  <a:gd name="T3" fmla="*/ 607 h 607"/>
                  <a:gd name="T4" fmla="*/ 0 w 584"/>
                  <a:gd name="T5" fmla="*/ 303 h 607"/>
                  <a:gd name="T6" fmla="*/ 292 w 584"/>
                  <a:gd name="T7" fmla="*/ 0 h 607"/>
                  <a:gd name="T8" fmla="*/ 584 w 584"/>
                  <a:gd name="T9" fmla="*/ 305 h 607"/>
                  <a:gd name="T10" fmla="*/ 133 w 584"/>
                  <a:gd name="T11" fmla="*/ 305 h 607"/>
                  <a:gd name="T12" fmla="*/ 292 w 584"/>
                  <a:gd name="T13" fmla="*/ 454 h 607"/>
                  <a:gd name="T14" fmla="*/ 451 w 584"/>
                  <a:gd name="T15" fmla="*/ 303 h 607"/>
                  <a:gd name="T16" fmla="*/ 292 w 584"/>
                  <a:gd name="T17" fmla="*/ 153 h 607"/>
                  <a:gd name="T18" fmla="*/ 133 w 584"/>
                  <a:gd name="T19" fmla="*/ 305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5"/>
                    </a:moveTo>
                    <a:cubicBezTo>
                      <a:pt x="584" y="474"/>
                      <a:pt x="457" y="607"/>
                      <a:pt x="292" y="607"/>
                    </a:cubicBezTo>
                    <a:cubicBezTo>
                      <a:pt x="128" y="607"/>
                      <a:pt x="0" y="474"/>
                      <a:pt x="0" y="303"/>
                    </a:cubicBezTo>
                    <a:cubicBezTo>
                      <a:pt x="0" y="133"/>
                      <a:pt x="126" y="0"/>
                      <a:pt x="292" y="0"/>
                    </a:cubicBezTo>
                    <a:cubicBezTo>
                      <a:pt x="455" y="0"/>
                      <a:pt x="584" y="134"/>
                      <a:pt x="584" y="305"/>
                    </a:cubicBezTo>
                    <a:moveTo>
                      <a:pt x="133" y="305"/>
                    </a:moveTo>
                    <a:cubicBezTo>
                      <a:pt x="133" y="391"/>
                      <a:pt x="198" y="454"/>
                      <a:pt x="292" y="454"/>
                    </a:cubicBezTo>
                    <a:cubicBezTo>
                      <a:pt x="381" y="454"/>
                      <a:pt x="451" y="388"/>
                      <a:pt x="451" y="303"/>
                    </a:cubicBezTo>
                    <a:cubicBezTo>
                      <a:pt x="451" y="216"/>
                      <a:pt x="383" y="153"/>
                      <a:pt x="292" y="153"/>
                    </a:cubicBezTo>
                    <a:cubicBezTo>
                      <a:pt x="203" y="153"/>
                      <a:pt x="133" y="220"/>
                      <a:pt x="133" y="30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350"/>
              </a:p>
            </p:txBody>
          </p:sp>
        </p:grpSp>
      </p:grpSp>
    </p:spTree>
    <p:extLst>
      <p:ext uri="{BB962C8B-B14F-4D97-AF65-F5344CB8AC3E}">
        <p14:creationId xmlns:p14="http://schemas.microsoft.com/office/powerpoint/2010/main" val="208896643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48.xml"/><Relationship Id="rId18" Type="http://schemas.openxmlformats.org/officeDocument/2006/relationships/slideLayout" Target="../slideLayouts/slideLayout53.xml"/><Relationship Id="rId26" Type="http://schemas.openxmlformats.org/officeDocument/2006/relationships/slideLayout" Target="../slideLayouts/slideLayout61.xml"/><Relationship Id="rId39" Type="http://schemas.openxmlformats.org/officeDocument/2006/relationships/slideLayout" Target="../slideLayouts/slideLayout74.xml"/><Relationship Id="rId21" Type="http://schemas.openxmlformats.org/officeDocument/2006/relationships/slideLayout" Target="../slideLayouts/slideLayout56.xml"/><Relationship Id="rId34" Type="http://schemas.openxmlformats.org/officeDocument/2006/relationships/slideLayout" Target="../slideLayouts/slideLayout69.xml"/><Relationship Id="rId42" Type="http://schemas.openxmlformats.org/officeDocument/2006/relationships/slideLayout" Target="../slideLayouts/slideLayout77.xml"/><Relationship Id="rId7" Type="http://schemas.openxmlformats.org/officeDocument/2006/relationships/slideLayout" Target="../slideLayouts/slideLayout42.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slideLayout" Target="../slideLayouts/slideLayout55.xml"/><Relationship Id="rId29" Type="http://schemas.openxmlformats.org/officeDocument/2006/relationships/slideLayout" Target="../slideLayouts/slideLayout64.xml"/><Relationship Id="rId41" Type="http://schemas.openxmlformats.org/officeDocument/2006/relationships/slideLayout" Target="../slideLayouts/slideLayout76.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24" Type="http://schemas.openxmlformats.org/officeDocument/2006/relationships/slideLayout" Target="../slideLayouts/slideLayout59.xml"/><Relationship Id="rId32" Type="http://schemas.openxmlformats.org/officeDocument/2006/relationships/slideLayout" Target="../slideLayouts/slideLayout67.xml"/><Relationship Id="rId37" Type="http://schemas.openxmlformats.org/officeDocument/2006/relationships/slideLayout" Target="../slideLayouts/slideLayout72.xml"/><Relationship Id="rId40" Type="http://schemas.openxmlformats.org/officeDocument/2006/relationships/slideLayout" Target="../slideLayouts/slideLayout75.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23" Type="http://schemas.openxmlformats.org/officeDocument/2006/relationships/slideLayout" Target="../slideLayouts/slideLayout58.xml"/><Relationship Id="rId28" Type="http://schemas.openxmlformats.org/officeDocument/2006/relationships/slideLayout" Target="../slideLayouts/slideLayout63.xml"/><Relationship Id="rId36" Type="http://schemas.openxmlformats.org/officeDocument/2006/relationships/slideLayout" Target="../slideLayouts/slideLayout71.xml"/><Relationship Id="rId10" Type="http://schemas.openxmlformats.org/officeDocument/2006/relationships/slideLayout" Target="../slideLayouts/slideLayout45.xml"/><Relationship Id="rId19" Type="http://schemas.openxmlformats.org/officeDocument/2006/relationships/slideLayout" Target="../slideLayouts/slideLayout54.xml"/><Relationship Id="rId31" Type="http://schemas.openxmlformats.org/officeDocument/2006/relationships/slideLayout" Target="../slideLayouts/slideLayout66.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 Id="rId22" Type="http://schemas.openxmlformats.org/officeDocument/2006/relationships/slideLayout" Target="../slideLayouts/slideLayout57.xml"/><Relationship Id="rId27" Type="http://schemas.openxmlformats.org/officeDocument/2006/relationships/slideLayout" Target="../slideLayouts/slideLayout62.xml"/><Relationship Id="rId30" Type="http://schemas.openxmlformats.org/officeDocument/2006/relationships/slideLayout" Target="../slideLayouts/slideLayout65.xml"/><Relationship Id="rId35" Type="http://schemas.openxmlformats.org/officeDocument/2006/relationships/slideLayout" Target="../slideLayouts/slideLayout70.xml"/><Relationship Id="rId43" Type="http://schemas.openxmlformats.org/officeDocument/2006/relationships/theme" Target="../theme/theme4.xml"/><Relationship Id="rId8" Type="http://schemas.openxmlformats.org/officeDocument/2006/relationships/slideLayout" Target="../slideLayouts/slideLayout43.xml"/><Relationship Id="rId3" Type="http://schemas.openxmlformats.org/officeDocument/2006/relationships/slideLayout" Target="../slideLayouts/slideLayout38.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5" Type="http://schemas.openxmlformats.org/officeDocument/2006/relationships/slideLayout" Target="../slideLayouts/slideLayout60.xml"/><Relationship Id="rId33" Type="http://schemas.openxmlformats.org/officeDocument/2006/relationships/slideLayout" Target="../slideLayouts/slideLayout68.xml"/><Relationship Id="rId38"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90AD40-0523-45C1-A4EF-F271B0274A2C}" type="datetimeFigureOut">
              <a:rPr lang="en-IN" smtClean="0"/>
              <a:t>17-08-2025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1F74BC-1590-4BCA-812E-17B157578A33}" type="slidenum">
              <a:rPr lang="en-IN" smtClean="0"/>
              <a:t>‹#›</a:t>
            </a:fld>
            <a:endParaRPr lang="en-IN"/>
          </a:p>
        </p:txBody>
      </p:sp>
    </p:spTree>
    <p:extLst>
      <p:ext uri="{BB962C8B-B14F-4D97-AF65-F5344CB8AC3E}">
        <p14:creationId xmlns:p14="http://schemas.microsoft.com/office/powerpoint/2010/main" val="1797600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7222928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5585174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8754426" y="6400800"/>
            <a:ext cx="329270" cy="155448"/>
          </a:xfrm>
          <a:prstGeom prst="rect">
            <a:avLst/>
          </a:prstGeom>
        </p:spPr>
        <p:txBody>
          <a:bodyPr vert="horz" lIns="0" tIns="0" rIns="0" bIns="0" rtlCol="0" anchor="ctr"/>
          <a:lstStyle>
            <a:lvl1pPr algn="ctr">
              <a:defRPr sz="75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483194355"/>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 id="2147483710" r:id="rId22"/>
    <p:sldLayoutId id="2147483711" r:id="rId23"/>
    <p:sldLayoutId id="2147483712" r:id="rId24"/>
    <p:sldLayoutId id="2147483713" r:id="rId25"/>
    <p:sldLayoutId id="2147483714" r:id="rId26"/>
    <p:sldLayoutId id="2147483715" r:id="rId27"/>
    <p:sldLayoutId id="2147483716" r:id="rId28"/>
    <p:sldLayoutId id="2147483717" r:id="rId29"/>
    <p:sldLayoutId id="2147483718" r:id="rId30"/>
    <p:sldLayoutId id="2147483719" r:id="rId31"/>
    <p:sldLayoutId id="2147483720" r:id="rId32"/>
    <p:sldLayoutId id="2147483721" r:id="rId33"/>
    <p:sldLayoutId id="2147483722" r:id="rId34"/>
    <p:sldLayoutId id="2147483723" r:id="rId35"/>
    <p:sldLayoutId id="2147483724" r:id="rId36"/>
    <p:sldLayoutId id="2147483725" r:id="rId37"/>
    <p:sldLayoutId id="2147483726" r:id="rId38"/>
    <p:sldLayoutId id="2147483727" r:id="rId39"/>
    <p:sldLayoutId id="2147483728" r:id="rId40"/>
    <p:sldLayoutId id="2147483729" r:id="rId41"/>
    <p:sldLayoutId id="2147483730" r:id="rId42"/>
  </p:sldLayoutIdLst>
  <p:transition spd="med"/>
  <p:hf hdr="0" ftr="0" dt="0"/>
  <p:txStyles>
    <p:titleStyle>
      <a:lvl1pPr algn="ctr" defTabSz="914484" rtl="0" eaLnBrk="1" latinLnBrk="0" hangingPunct="1">
        <a:spcBef>
          <a:spcPct val="0"/>
        </a:spcBef>
        <a:buNone/>
        <a:defRPr sz="3226" kern="1200" cap="all" baseline="0">
          <a:solidFill>
            <a:schemeClr val="tx1"/>
          </a:solidFill>
          <a:latin typeface="Arial" pitchFamily="34" charset="0"/>
          <a:ea typeface="+mj-ea"/>
          <a:cs typeface="Arial" pitchFamily="34" charset="0"/>
        </a:defRPr>
      </a:lvl1pPr>
    </p:titleStyle>
    <p:bodyStyle>
      <a:lvl1pPr marL="342931" indent="-342931" algn="l" defTabSz="914484" rtl="0" eaLnBrk="1" latinLnBrk="0" hangingPunct="1">
        <a:spcBef>
          <a:spcPct val="20000"/>
        </a:spcBef>
        <a:buClrTx/>
        <a:buFont typeface="Arial" panose="020B0604020202020204" pitchFamily="34" charset="0"/>
        <a:buChar char="•"/>
        <a:defRPr sz="3226" kern="1200">
          <a:solidFill>
            <a:schemeClr val="tx1"/>
          </a:solidFill>
          <a:latin typeface="Arial" pitchFamily="34" charset="0"/>
          <a:ea typeface="+mn-ea"/>
          <a:cs typeface="Arial" pitchFamily="34" charset="0"/>
        </a:defRPr>
      </a:lvl1pPr>
      <a:lvl2pPr marL="743018" indent="-285776" algn="l" defTabSz="914484" rtl="0" eaLnBrk="1" latinLnBrk="0" hangingPunct="1">
        <a:spcBef>
          <a:spcPct val="20000"/>
        </a:spcBef>
        <a:buClrTx/>
        <a:buFont typeface="Arial" panose="020B0604020202020204" pitchFamily="34" charset="0"/>
        <a:buChar char="–"/>
        <a:defRPr sz="2776" kern="1200">
          <a:solidFill>
            <a:schemeClr val="tx1"/>
          </a:solidFill>
          <a:latin typeface="Arial" pitchFamily="34" charset="0"/>
          <a:ea typeface="+mn-ea"/>
          <a:cs typeface="Arial" pitchFamily="34" charset="0"/>
        </a:defRPr>
      </a:lvl2pPr>
      <a:lvl3pPr marL="1143104" indent="-228621" algn="l" defTabSz="914484" rtl="0" eaLnBrk="1" latinLnBrk="0" hangingPunct="1">
        <a:spcBef>
          <a:spcPct val="20000"/>
        </a:spcBef>
        <a:buClrTx/>
        <a:buFont typeface="Arial" panose="020B0604020202020204" pitchFamily="34" charset="0"/>
        <a:buChar char="-"/>
        <a:defRPr sz="2401" kern="1200">
          <a:solidFill>
            <a:schemeClr val="tx1"/>
          </a:solidFill>
          <a:latin typeface="Arial" pitchFamily="34" charset="0"/>
          <a:ea typeface="+mn-ea"/>
          <a:cs typeface="Arial" pitchFamily="34" charset="0"/>
        </a:defRPr>
      </a:lvl3pPr>
      <a:lvl4pPr marL="1600347" indent="-228621" algn="l" defTabSz="914484" rtl="0" eaLnBrk="1" latinLnBrk="0" hangingPunct="1">
        <a:spcBef>
          <a:spcPct val="20000"/>
        </a:spcBef>
        <a:buClrTx/>
        <a:buFont typeface="Arial" panose="020B0604020202020204" pitchFamily="34" charset="0"/>
        <a:buChar char="-"/>
        <a:defRPr sz="2026" kern="1200">
          <a:solidFill>
            <a:schemeClr val="tx1"/>
          </a:solidFill>
          <a:latin typeface="Arial" pitchFamily="34" charset="0"/>
          <a:ea typeface="+mn-ea"/>
          <a:cs typeface="Arial" pitchFamily="34" charset="0"/>
        </a:defRPr>
      </a:lvl4pPr>
      <a:lvl5pPr marL="2057589" indent="-228621" algn="l" defTabSz="914484" rtl="0" eaLnBrk="1" latinLnBrk="0" hangingPunct="1">
        <a:spcBef>
          <a:spcPct val="20000"/>
        </a:spcBef>
        <a:buClrTx/>
        <a:buFont typeface="Arial" panose="020B0604020202020204" pitchFamily="34" charset="0"/>
        <a:buChar char="-"/>
        <a:defRPr sz="2026" kern="1200">
          <a:solidFill>
            <a:schemeClr val="tx1"/>
          </a:solidFill>
          <a:latin typeface="Arial" pitchFamily="34" charset="0"/>
          <a:ea typeface="+mn-ea"/>
          <a:cs typeface="Arial" pitchFamily="34" charset="0"/>
        </a:defRPr>
      </a:lvl5pPr>
      <a:lvl6pPr marL="2514830" indent="-228621" algn="l" defTabSz="914484" rtl="0" eaLnBrk="1" latinLnBrk="0" hangingPunct="1">
        <a:spcBef>
          <a:spcPct val="20000"/>
        </a:spcBef>
        <a:buFont typeface="Arial" pitchFamily="34" charset="0"/>
        <a:buChar char="•"/>
        <a:defRPr sz="2026" kern="1200">
          <a:solidFill>
            <a:schemeClr val="tx1"/>
          </a:solidFill>
          <a:latin typeface="+mn-lt"/>
          <a:ea typeface="+mn-ea"/>
          <a:cs typeface="+mn-cs"/>
        </a:defRPr>
      </a:lvl6pPr>
      <a:lvl7pPr marL="2972073" indent="-228621" algn="l" defTabSz="914484" rtl="0" eaLnBrk="1" latinLnBrk="0" hangingPunct="1">
        <a:spcBef>
          <a:spcPct val="20000"/>
        </a:spcBef>
        <a:buFont typeface="Arial" pitchFamily="34" charset="0"/>
        <a:buChar char="•"/>
        <a:defRPr sz="2026" kern="1200">
          <a:solidFill>
            <a:schemeClr val="tx1"/>
          </a:solidFill>
          <a:latin typeface="+mn-lt"/>
          <a:ea typeface="+mn-ea"/>
          <a:cs typeface="+mn-cs"/>
        </a:defRPr>
      </a:lvl7pPr>
      <a:lvl8pPr marL="3429314" indent="-228621" algn="l" defTabSz="914484" rtl="0" eaLnBrk="1" latinLnBrk="0" hangingPunct="1">
        <a:spcBef>
          <a:spcPct val="20000"/>
        </a:spcBef>
        <a:buFont typeface="Arial" pitchFamily="34" charset="0"/>
        <a:buChar char="•"/>
        <a:defRPr sz="2026" kern="1200">
          <a:solidFill>
            <a:schemeClr val="tx1"/>
          </a:solidFill>
          <a:latin typeface="+mn-lt"/>
          <a:ea typeface="+mn-ea"/>
          <a:cs typeface="+mn-cs"/>
        </a:defRPr>
      </a:lvl8pPr>
      <a:lvl9pPr marL="3886556" indent="-228621" algn="l" defTabSz="914484" rtl="0" eaLnBrk="1" latinLnBrk="0" hangingPunct="1">
        <a:spcBef>
          <a:spcPct val="20000"/>
        </a:spcBef>
        <a:buFont typeface="Arial" pitchFamily="34" charset="0"/>
        <a:buChar char="•"/>
        <a:defRPr sz="2026" kern="1200">
          <a:solidFill>
            <a:schemeClr val="tx1"/>
          </a:solidFill>
          <a:latin typeface="+mn-lt"/>
          <a:ea typeface="+mn-ea"/>
          <a:cs typeface="+mn-cs"/>
        </a:defRPr>
      </a:lvl9pPr>
    </p:bodyStyle>
    <p:otherStyle>
      <a:defPPr>
        <a:defRPr lang="en-US"/>
      </a:defPPr>
      <a:lvl1pPr marL="0" algn="l" defTabSz="914484" rtl="0" eaLnBrk="1" latinLnBrk="0" hangingPunct="1">
        <a:defRPr sz="1800" kern="1200">
          <a:solidFill>
            <a:schemeClr val="tx1"/>
          </a:solidFill>
          <a:latin typeface="+mn-lt"/>
          <a:ea typeface="+mn-ea"/>
          <a:cs typeface="+mn-cs"/>
        </a:defRPr>
      </a:lvl1pPr>
      <a:lvl2pPr marL="457242" algn="l" defTabSz="914484" rtl="0" eaLnBrk="1" latinLnBrk="0" hangingPunct="1">
        <a:defRPr sz="1800" kern="1200">
          <a:solidFill>
            <a:schemeClr val="tx1"/>
          </a:solidFill>
          <a:latin typeface="+mn-lt"/>
          <a:ea typeface="+mn-ea"/>
          <a:cs typeface="+mn-cs"/>
        </a:defRPr>
      </a:lvl2pPr>
      <a:lvl3pPr marL="914484" algn="l" defTabSz="914484" rtl="0" eaLnBrk="1" latinLnBrk="0" hangingPunct="1">
        <a:defRPr sz="1800" kern="1200">
          <a:solidFill>
            <a:schemeClr val="tx1"/>
          </a:solidFill>
          <a:latin typeface="+mn-lt"/>
          <a:ea typeface="+mn-ea"/>
          <a:cs typeface="+mn-cs"/>
        </a:defRPr>
      </a:lvl3pPr>
      <a:lvl4pPr marL="1371726" algn="l" defTabSz="914484" rtl="0" eaLnBrk="1" latinLnBrk="0" hangingPunct="1">
        <a:defRPr sz="1800" kern="1200">
          <a:solidFill>
            <a:schemeClr val="tx1"/>
          </a:solidFill>
          <a:latin typeface="+mn-lt"/>
          <a:ea typeface="+mn-ea"/>
          <a:cs typeface="+mn-cs"/>
        </a:defRPr>
      </a:lvl4pPr>
      <a:lvl5pPr marL="1828967" algn="l" defTabSz="914484" rtl="0" eaLnBrk="1" latinLnBrk="0" hangingPunct="1">
        <a:defRPr sz="1800" kern="1200">
          <a:solidFill>
            <a:schemeClr val="tx1"/>
          </a:solidFill>
          <a:latin typeface="+mn-lt"/>
          <a:ea typeface="+mn-ea"/>
          <a:cs typeface="+mn-cs"/>
        </a:defRPr>
      </a:lvl5pPr>
      <a:lvl6pPr marL="2286210" algn="l" defTabSz="914484" rtl="0" eaLnBrk="1" latinLnBrk="0" hangingPunct="1">
        <a:defRPr sz="1800" kern="1200">
          <a:solidFill>
            <a:schemeClr val="tx1"/>
          </a:solidFill>
          <a:latin typeface="+mn-lt"/>
          <a:ea typeface="+mn-ea"/>
          <a:cs typeface="+mn-cs"/>
        </a:defRPr>
      </a:lvl6pPr>
      <a:lvl7pPr marL="2743451" algn="l" defTabSz="914484" rtl="0" eaLnBrk="1" latinLnBrk="0" hangingPunct="1">
        <a:defRPr sz="1800" kern="1200">
          <a:solidFill>
            <a:schemeClr val="tx1"/>
          </a:solidFill>
          <a:latin typeface="+mn-lt"/>
          <a:ea typeface="+mn-ea"/>
          <a:cs typeface="+mn-cs"/>
        </a:defRPr>
      </a:lvl7pPr>
      <a:lvl8pPr marL="3200693" algn="l" defTabSz="914484" rtl="0" eaLnBrk="1" latinLnBrk="0" hangingPunct="1">
        <a:defRPr sz="1800" kern="1200">
          <a:solidFill>
            <a:schemeClr val="tx1"/>
          </a:solidFill>
          <a:latin typeface="+mn-lt"/>
          <a:ea typeface="+mn-ea"/>
          <a:cs typeface="+mn-cs"/>
        </a:defRPr>
      </a:lvl8pPr>
      <a:lvl9pPr marL="3657935" algn="l" defTabSz="91448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0">
          <p15:clr>
            <a:srgbClr val="F26B43"/>
          </p15:clr>
        </p15:guide>
        <p15:guide id="2" pos="6719">
          <p15:clr>
            <a:srgbClr val="F26B43"/>
          </p15:clr>
        </p15:guide>
        <p15:guide id="3" orient="horz" pos="2880">
          <p15:clr>
            <a:srgbClr val="F26B43"/>
          </p15:clr>
        </p15:guide>
        <p15:guide id="4" pos="3839">
          <p15:clr>
            <a:srgbClr val="F26B43"/>
          </p15:clr>
        </p15:guide>
        <p15:guide id="5" pos="5279">
          <p15:clr>
            <a:srgbClr val="F26B43"/>
          </p15:clr>
        </p15:guide>
        <p15:guide id="6" pos="2399">
          <p15:clr>
            <a:srgbClr val="F26B43"/>
          </p15:clr>
        </p15:guide>
        <p15:guide id="7" pos="959">
          <p15:clr>
            <a:srgbClr val="F26B43"/>
          </p15:clr>
        </p15:guide>
        <p15:guide id="8" pos="7199">
          <p15:clr>
            <a:srgbClr val="FDE53C"/>
          </p15:clr>
        </p15:guide>
        <p15:guide id="9" pos="6239">
          <p15:clr>
            <a:srgbClr val="FDE53C"/>
          </p15:clr>
        </p15:guide>
        <p15:guide id="10" pos="5759">
          <p15:clr>
            <a:srgbClr val="FDE53C"/>
          </p15:clr>
        </p15:guide>
        <p15:guide id="11" pos="4319">
          <p15:clr>
            <a:srgbClr val="FDE53C"/>
          </p15:clr>
        </p15:guide>
        <p15:guide id="12" pos="4799">
          <p15:clr>
            <a:srgbClr val="FDE53C"/>
          </p15:clr>
        </p15:guide>
        <p15:guide id="13" pos="3335">
          <p15:clr>
            <a:srgbClr val="FDE53C"/>
          </p15:clr>
        </p15:guide>
        <p15:guide id="14" pos="2879">
          <p15:clr>
            <a:srgbClr val="FDE53C"/>
          </p15:clr>
        </p15:guide>
        <p15:guide id="15" pos="1919">
          <p15:clr>
            <a:srgbClr val="FDE53C"/>
          </p15:clr>
        </p15:guide>
        <p15:guide id="16" pos="1439">
          <p15:clr>
            <a:srgbClr val="FDE53C"/>
          </p15:clr>
        </p15:guide>
        <p15:guide id="17" pos="479">
          <p15:clr>
            <a:srgbClr val="FDE53C"/>
          </p15:clr>
        </p15:guide>
        <p15:guide id="18" orient="horz" pos="960">
          <p15:clr>
            <a:srgbClr val="FDE53C"/>
          </p15:clr>
        </p15:guide>
        <p15:guide id="19" orient="horz" pos="480">
          <p15:clr>
            <a:srgbClr val="FDE53C"/>
          </p15:clr>
        </p15:guide>
        <p15:guide id="20" orient="horz" pos="1920">
          <p15:clr>
            <a:srgbClr val="FDE53C"/>
          </p15:clr>
        </p15:guide>
        <p15:guide id="21" orient="horz" pos="2400">
          <p15:clr>
            <a:srgbClr val="FDE53C"/>
          </p15:clr>
        </p15:guide>
        <p15:guide id="22" orient="horz" pos="3360">
          <p15:clr>
            <a:srgbClr val="FDE53C"/>
          </p15:clr>
        </p15:guide>
        <p15:guide id="23" orient="horz" pos="3840">
          <p15:clr>
            <a:srgbClr val="FDE53C"/>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0.jp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en.wikipedia.org/wiki/Microsoft_Window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learn.microsoft.com/en-us/windows-server/get-started/windows-server-release-info" TargetMode="External"/><Relationship Id="rId2" Type="http://schemas.openxmlformats.org/officeDocument/2006/relationships/hyperlink" Target="https://learn.microsoft.com/en-us/windows/release-health/release-information"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en-us/windows/release-health/windows-server-release-info" TargetMode="External"/><Relationship Id="rId2" Type="http://schemas.openxmlformats.org/officeDocument/2006/relationships/hyperlink" Target="https://learn.microsoft.com/en-us/windows/release-health/supported-versions-windows-clien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learn.microsoft.com/en-us/windows/release-health/supported-versions-windows-clien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file:///\\RemotePC"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advancedinstaller.com/" TargetMode="External"/><Relationship Id="rId2" Type="http://schemas.openxmlformats.org/officeDocument/2006/relationships/hyperlink" Target="https://developer.microsoft.com/en-us/windows/downloads/windows-sdk/"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6B975C-635B-4DD3-8531-988463C16870}"/>
              </a:ext>
            </a:extLst>
          </p:cNvPr>
          <p:cNvSpPr txBox="1"/>
          <p:nvPr/>
        </p:nvSpPr>
        <p:spPr>
          <a:xfrm>
            <a:off x="5364087" y="689491"/>
            <a:ext cx="3672409"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600" b="0" i="0" u="none" strike="noStrike" kern="1200" cap="none" spc="0" normalizeH="0" baseline="0" noProof="0" dirty="0">
                <a:ln>
                  <a:noFill/>
                </a:ln>
                <a:solidFill>
                  <a:srgbClr val="00B0F0"/>
                </a:solidFill>
                <a:effectLst/>
                <a:uLnTx/>
                <a:uFillTx/>
                <a:latin typeface="Aharoni" panose="02010803020104030203" pitchFamily="2" charset="-79"/>
                <a:ea typeface="Arial Unicode MS" pitchFamily="34" charset="-128"/>
                <a:cs typeface="Aharoni" panose="02010803020104030203" pitchFamily="2" charset="-79"/>
              </a:rPr>
              <a:t>DWS - Industry Integrated Skilling Program</a:t>
            </a:r>
            <a:endParaRPr kumimoji="0" lang="en-US" sz="3600" b="0" i="0" u="none" strike="noStrike" kern="1200" cap="none" spc="0" normalizeH="0" baseline="0" noProof="0" dirty="0">
              <a:ln>
                <a:noFill/>
              </a:ln>
              <a:solidFill>
                <a:srgbClr val="00B0F0"/>
              </a:solidFill>
              <a:effectLst/>
              <a:uLnTx/>
              <a:uFillTx/>
              <a:latin typeface="Aharoni" panose="02010803020104030203" pitchFamily="2" charset="-79"/>
              <a:ea typeface="+mn-ea"/>
              <a:cs typeface="Aharoni" panose="02010803020104030203" pitchFamily="2" charset="-79"/>
            </a:endParaRPr>
          </a:p>
        </p:txBody>
      </p:sp>
      <p:pic>
        <p:nvPicPr>
          <p:cNvPr id="5" name="Picture 4">
            <a:extLst>
              <a:ext uri="{FF2B5EF4-FFF2-40B4-BE49-F238E27FC236}">
                <a16:creationId xmlns:a16="http://schemas.microsoft.com/office/drawing/2014/main" id="{299C43DD-3A51-43C1-B234-689113C90630}"/>
              </a:ext>
            </a:extLst>
          </p:cNvPr>
          <p:cNvPicPr>
            <a:picLocks noChangeAspect="1"/>
          </p:cNvPicPr>
          <p:nvPr/>
        </p:nvPicPr>
        <p:blipFill>
          <a:blip r:embed="rId2"/>
          <a:stretch>
            <a:fillRect/>
          </a:stretch>
        </p:blipFill>
        <p:spPr>
          <a:xfrm>
            <a:off x="0" y="0"/>
            <a:ext cx="5076056" cy="4862719"/>
          </a:xfrm>
          <a:prstGeom prst="rect">
            <a:avLst/>
          </a:prstGeom>
        </p:spPr>
      </p:pic>
      <p:sp>
        <p:nvSpPr>
          <p:cNvPr id="6" name="Rectangle 5">
            <a:extLst>
              <a:ext uri="{FF2B5EF4-FFF2-40B4-BE49-F238E27FC236}">
                <a16:creationId xmlns:a16="http://schemas.microsoft.com/office/drawing/2014/main" id="{C2729FB8-E91C-4044-A52C-E773C94EF952}"/>
              </a:ext>
            </a:extLst>
          </p:cNvPr>
          <p:cNvSpPr/>
          <p:nvPr/>
        </p:nvSpPr>
        <p:spPr>
          <a:xfrm>
            <a:off x="5076055" y="2997815"/>
            <a:ext cx="4090893" cy="266343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1F497D"/>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75375105-1B1E-4126-8EE7-F7319D35B7DB}"/>
              </a:ext>
            </a:extLst>
          </p:cNvPr>
          <p:cNvSpPr/>
          <p:nvPr/>
        </p:nvSpPr>
        <p:spPr>
          <a:xfrm>
            <a:off x="0" y="4862719"/>
            <a:ext cx="5076054" cy="199528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Rectangle: Rounded Corners 8">
            <a:extLst>
              <a:ext uri="{FF2B5EF4-FFF2-40B4-BE49-F238E27FC236}">
                <a16:creationId xmlns:a16="http://schemas.microsoft.com/office/drawing/2014/main" id="{ED888863-8C8A-47FA-9EB3-5602FD545DE3}"/>
              </a:ext>
            </a:extLst>
          </p:cNvPr>
          <p:cNvSpPr/>
          <p:nvPr/>
        </p:nvSpPr>
        <p:spPr>
          <a:xfrm>
            <a:off x="5894018" y="6016115"/>
            <a:ext cx="2454965" cy="487017"/>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Arial Black" panose="020B0A04020102020204" pitchFamily="34" charset="0"/>
                <a:ea typeface="+mn-ea"/>
                <a:cs typeface="+mn-cs"/>
              </a:rPr>
              <a:t>Prepared by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prstClr val="black"/>
                </a:solidFill>
                <a:effectLst/>
                <a:uLnTx/>
                <a:uFillTx/>
                <a:latin typeface="Arial Black" panose="020B0A04020102020204" pitchFamily="34" charset="0"/>
                <a:ea typeface="+mn-ea"/>
                <a:cs typeface="+mn-cs"/>
              </a:rPr>
              <a:t>Thousif</a:t>
            </a:r>
          </a:p>
        </p:txBody>
      </p:sp>
    </p:spTree>
    <p:extLst>
      <p:ext uri="{BB962C8B-B14F-4D97-AF65-F5344CB8AC3E}">
        <p14:creationId xmlns:p14="http://schemas.microsoft.com/office/powerpoint/2010/main" val="1056184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45" y="0"/>
            <a:ext cx="4998003" cy="12687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4000" b="1" i="0" u="none" strike="noStrike" kern="1200" cap="none" spc="0" normalizeH="0" baseline="0" noProof="0" dirty="0">
                <a:ln>
                  <a:noFill/>
                </a:ln>
                <a:solidFill>
                  <a:prstClr val="white"/>
                </a:solidFill>
                <a:effectLst/>
                <a:uLnTx/>
                <a:uFillTx/>
                <a:latin typeface="Arial Rounded MT Bold" panose="020F0704030504030204" pitchFamily="34" charset="0"/>
                <a:ea typeface="+mn-ea"/>
                <a:cs typeface="+mn-cs"/>
              </a:rPr>
              <a:t>Program Dates</a:t>
            </a:r>
          </a:p>
        </p:txBody>
      </p:sp>
      <p:sp>
        <p:nvSpPr>
          <p:cNvPr id="6" name="Rectangle 5"/>
          <p:cNvSpPr/>
          <p:nvPr/>
        </p:nvSpPr>
        <p:spPr>
          <a:xfrm>
            <a:off x="6045" y="6629400"/>
            <a:ext cx="9144000" cy="2286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4" name="Picture 3">
            <a:extLst>
              <a:ext uri="{FF2B5EF4-FFF2-40B4-BE49-F238E27FC236}">
                <a16:creationId xmlns:a16="http://schemas.microsoft.com/office/drawing/2014/main" id="{E53E7FF8-8E6D-8EDB-2756-5B0BE0717C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792" y="1392080"/>
            <a:ext cx="9144000" cy="4845232"/>
          </a:xfrm>
          <a:prstGeom prst="rect">
            <a:avLst/>
          </a:prstGeom>
        </p:spPr>
      </p:pic>
    </p:spTree>
    <p:custDataLst>
      <p:tags r:id="rId1"/>
    </p:custDataLst>
    <p:extLst>
      <p:ext uri="{BB962C8B-B14F-4D97-AF65-F5344CB8AC3E}">
        <p14:creationId xmlns:p14="http://schemas.microsoft.com/office/powerpoint/2010/main" val="2883979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45" y="0"/>
            <a:ext cx="4998003" cy="12687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4000" b="1" i="0" u="none" strike="noStrike" kern="1200" cap="none" spc="0" normalizeH="0" baseline="0" noProof="0" dirty="0">
                <a:ln>
                  <a:noFill/>
                </a:ln>
                <a:solidFill>
                  <a:prstClr val="white"/>
                </a:solidFill>
                <a:effectLst/>
                <a:uLnTx/>
                <a:uFillTx/>
                <a:latin typeface="Arial Rounded MT Bold" panose="020F0704030504030204" pitchFamily="34" charset="0"/>
                <a:ea typeface="+mn-ea"/>
                <a:cs typeface="+mn-cs"/>
              </a:rPr>
              <a:t>Program Schedule</a:t>
            </a:r>
          </a:p>
        </p:txBody>
      </p:sp>
      <p:sp>
        <p:nvSpPr>
          <p:cNvPr id="6" name="Rectangle 5"/>
          <p:cNvSpPr/>
          <p:nvPr/>
        </p:nvSpPr>
        <p:spPr>
          <a:xfrm>
            <a:off x="6045" y="6629400"/>
            <a:ext cx="9144000" cy="2286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Oval 2">
            <a:extLst>
              <a:ext uri="{FF2B5EF4-FFF2-40B4-BE49-F238E27FC236}">
                <a16:creationId xmlns:a16="http://schemas.microsoft.com/office/drawing/2014/main" id="{6F826BF3-3784-4FCC-9955-DFE694F36E23}"/>
              </a:ext>
            </a:extLst>
          </p:cNvPr>
          <p:cNvSpPr/>
          <p:nvPr/>
        </p:nvSpPr>
        <p:spPr>
          <a:xfrm>
            <a:off x="467544" y="1890944"/>
            <a:ext cx="227493" cy="228600"/>
          </a:xfrm>
          <a:prstGeom prst="ellipse">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Rounded Corners 3">
            <a:extLst>
              <a:ext uri="{FF2B5EF4-FFF2-40B4-BE49-F238E27FC236}">
                <a16:creationId xmlns:a16="http://schemas.microsoft.com/office/drawing/2014/main" id="{9F7A3C2B-3EB2-4DBB-8619-16B15830457D}"/>
              </a:ext>
            </a:extLst>
          </p:cNvPr>
          <p:cNvSpPr/>
          <p:nvPr/>
        </p:nvSpPr>
        <p:spPr>
          <a:xfrm>
            <a:off x="948009" y="1890943"/>
            <a:ext cx="3600400" cy="228600"/>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white"/>
                </a:solidFill>
                <a:latin typeface="Arial" panose="020B0604020202020204" pitchFamily="34" charset="0"/>
                <a:cs typeface="Arial" panose="020B0604020202020204" pitchFamily="34" charset="0"/>
              </a:rPr>
              <a:t>8:45</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am – Session starts</a:t>
            </a:r>
          </a:p>
        </p:txBody>
      </p:sp>
      <p:sp>
        <p:nvSpPr>
          <p:cNvPr id="38" name="Oval 37">
            <a:extLst>
              <a:ext uri="{FF2B5EF4-FFF2-40B4-BE49-F238E27FC236}">
                <a16:creationId xmlns:a16="http://schemas.microsoft.com/office/drawing/2014/main" id="{6B602804-70BB-44A6-B22E-2CB00BFFE596}"/>
              </a:ext>
            </a:extLst>
          </p:cNvPr>
          <p:cNvSpPr/>
          <p:nvPr/>
        </p:nvSpPr>
        <p:spPr>
          <a:xfrm>
            <a:off x="467543" y="2322980"/>
            <a:ext cx="227493" cy="228600"/>
          </a:xfrm>
          <a:prstGeom prst="ellipse">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0" name="Rectangle: Rounded Corners 39">
            <a:extLst>
              <a:ext uri="{FF2B5EF4-FFF2-40B4-BE49-F238E27FC236}">
                <a16:creationId xmlns:a16="http://schemas.microsoft.com/office/drawing/2014/main" id="{F1781BCB-64CD-4477-8A3F-C71FAEC00AA4}"/>
              </a:ext>
            </a:extLst>
          </p:cNvPr>
          <p:cNvSpPr/>
          <p:nvPr/>
        </p:nvSpPr>
        <p:spPr>
          <a:xfrm>
            <a:off x="960382" y="2308280"/>
            <a:ext cx="4187682" cy="398956"/>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15 mts Short break  ( 11am – 11.15am)</a:t>
            </a:r>
          </a:p>
        </p:txBody>
      </p:sp>
      <p:sp>
        <p:nvSpPr>
          <p:cNvPr id="41" name="Oval 40">
            <a:extLst>
              <a:ext uri="{FF2B5EF4-FFF2-40B4-BE49-F238E27FC236}">
                <a16:creationId xmlns:a16="http://schemas.microsoft.com/office/drawing/2014/main" id="{06AD9911-7569-45E7-B7D0-2BB22B3BF03C}"/>
              </a:ext>
            </a:extLst>
          </p:cNvPr>
          <p:cNvSpPr/>
          <p:nvPr/>
        </p:nvSpPr>
        <p:spPr>
          <a:xfrm>
            <a:off x="467543" y="2750443"/>
            <a:ext cx="227493" cy="228600"/>
          </a:xfrm>
          <a:prstGeom prst="ellipse">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6" name="Rectangle: Rounded Corners 45">
            <a:extLst>
              <a:ext uri="{FF2B5EF4-FFF2-40B4-BE49-F238E27FC236}">
                <a16:creationId xmlns:a16="http://schemas.microsoft.com/office/drawing/2014/main" id="{5BECDAB8-AE4A-442E-BF07-DF35038E567F}"/>
              </a:ext>
            </a:extLst>
          </p:cNvPr>
          <p:cNvSpPr/>
          <p:nvPr/>
        </p:nvSpPr>
        <p:spPr>
          <a:xfrm>
            <a:off x="971600" y="2761148"/>
            <a:ext cx="4032448" cy="243299"/>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white"/>
                </a:solidFill>
                <a:latin typeface="Arial" panose="020B0604020202020204" pitchFamily="34" charset="0"/>
                <a:cs typeface="Arial" panose="020B0604020202020204" pitchFamily="34" charset="0"/>
              </a:rPr>
              <a:t>60</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mts Lunch break ( 1pm – 2.00pm)</a:t>
            </a:r>
          </a:p>
        </p:txBody>
      </p:sp>
      <p:sp>
        <p:nvSpPr>
          <p:cNvPr id="49" name="Rectangle: Rounded Corners 48">
            <a:extLst>
              <a:ext uri="{FF2B5EF4-FFF2-40B4-BE49-F238E27FC236}">
                <a16:creationId xmlns:a16="http://schemas.microsoft.com/office/drawing/2014/main" id="{9AD6BF48-EF9E-450D-AA06-D4916995F1B3}"/>
              </a:ext>
            </a:extLst>
          </p:cNvPr>
          <p:cNvSpPr/>
          <p:nvPr/>
        </p:nvSpPr>
        <p:spPr>
          <a:xfrm>
            <a:off x="960382" y="3685012"/>
            <a:ext cx="5267802" cy="465753"/>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white"/>
                </a:solidFill>
                <a:latin typeface="Arial" panose="020B0604020202020204" pitchFamily="34" charset="0"/>
                <a:cs typeface="Arial" panose="020B0604020202020204" pitchFamily="34" charset="0"/>
              </a:rPr>
              <a:t>5:15 </a:t>
            </a: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pm Recap, Q&amp;A, Feedback &amp; Closing the day</a:t>
            </a:r>
          </a:p>
        </p:txBody>
      </p:sp>
      <p:sp>
        <p:nvSpPr>
          <p:cNvPr id="50" name="Oval 49">
            <a:extLst>
              <a:ext uri="{FF2B5EF4-FFF2-40B4-BE49-F238E27FC236}">
                <a16:creationId xmlns:a16="http://schemas.microsoft.com/office/drawing/2014/main" id="{06B43C8D-7230-4335-82A0-7F0A30232BEE}"/>
              </a:ext>
            </a:extLst>
          </p:cNvPr>
          <p:cNvSpPr/>
          <p:nvPr/>
        </p:nvSpPr>
        <p:spPr>
          <a:xfrm>
            <a:off x="467543" y="3778260"/>
            <a:ext cx="227493" cy="228600"/>
          </a:xfrm>
          <a:prstGeom prst="ellipse">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1" name="Oval 50">
            <a:extLst>
              <a:ext uri="{FF2B5EF4-FFF2-40B4-BE49-F238E27FC236}">
                <a16:creationId xmlns:a16="http://schemas.microsoft.com/office/drawing/2014/main" id="{21079E06-EFF0-4428-A90D-D176C9D88A3A}"/>
              </a:ext>
            </a:extLst>
          </p:cNvPr>
          <p:cNvSpPr/>
          <p:nvPr/>
        </p:nvSpPr>
        <p:spPr>
          <a:xfrm>
            <a:off x="481255" y="3271965"/>
            <a:ext cx="227493" cy="228600"/>
          </a:xfrm>
          <a:prstGeom prst="ellipse">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3" name="Rectangle: Rounded Corners 52">
            <a:extLst>
              <a:ext uri="{FF2B5EF4-FFF2-40B4-BE49-F238E27FC236}">
                <a16:creationId xmlns:a16="http://schemas.microsoft.com/office/drawing/2014/main" id="{C1FA9921-B47E-4A84-B7FE-852523E13DB0}"/>
              </a:ext>
            </a:extLst>
          </p:cNvPr>
          <p:cNvSpPr/>
          <p:nvPr/>
        </p:nvSpPr>
        <p:spPr>
          <a:xfrm>
            <a:off x="960382" y="3239453"/>
            <a:ext cx="4032448" cy="243299"/>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15 mts Short break ( 4pm – 4.15pm)</a:t>
            </a:r>
          </a:p>
        </p:txBody>
      </p:sp>
      <p:sp>
        <p:nvSpPr>
          <p:cNvPr id="54" name="Oval 53">
            <a:extLst>
              <a:ext uri="{FF2B5EF4-FFF2-40B4-BE49-F238E27FC236}">
                <a16:creationId xmlns:a16="http://schemas.microsoft.com/office/drawing/2014/main" id="{82E0597B-A908-4DCF-B3C7-E4D4A8555207}"/>
              </a:ext>
            </a:extLst>
          </p:cNvPr>
          <p:cNvSpPr/>
          <p:nvPr/>
        </p:nvSpPr>
        <p:spPr>
          <a:xfrm>
            <a:off x="449640" y="1494026"/>
            <a:ext cx="227493" cy="228600"/>
          </a:xfrm>
          <a:prstGeom prst="ellipse">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6" name="Rectangle: Rounded Corners 55">
            <a:extLst>
              <a:ext uri="{FF2B5EF4-FFF2-40B4-BE49-F238E27FC236}">
                <a16:creationId xmlns:a16="http://schemas.microsoft.com/office/drawing/2014/main" id="{EEE34750-1395-4206-A4E6-C23ED5A9CB71}"/>
              </a:ext>
            </a:extLst>
          </p:cNvPr>
          <p:cNvSpPr/>
          <p:nvPr/>
        </p:nvSpPr>
        <p:spPr>
          <a:xfrm>
            <a:off x="924142" y="1506107"/>
            <a:ext cx="3600400" cy="228600"/>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8 hour per day  </a:t>
            </a:r>
          </a:p>
        </p:txBody>
      </p:sp>
    </p:spTree>
    <p:custDataLst>
      <p:tags r:id="rId1"/>
    </p:custDataLst>
    <p:extLst>
      <p:ext uri="{BB962C8B-B14F-4D97-AF65-F5344CB8AC3E}">
        <p14:creationId xmlns:p14="http://schemas.microsoft.com/office/powerpoint/2010/main" val="2151094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45" y="0"/>
            <a:ext cx="4998003" cy="12687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4000" b="1" i="0" u="none" strike="noStrike" kern="1200" cap="none" spc="0" normalizeH="0" baseline="0" noProof="0" dirty="0">
                <a:ln>
                  <a:noFill/>
                </a:ln>
                <a:solidFill>
                  <a:prstClr val="white"/>
                </a:solidFill>
                <a:effectLst/>
                <a:uLnTx/>
                <a:uFillTx/>
                <a:latin typeface="Arial Rounded MT Bold" panose="020F0704030504030204" pitchFamily="34" charset="0"/>
                <a:ea typeface="+mn-ea"/>
                <a:cs typeface="+mn-cs"/>
              </a:rPr>
              <a:t>Candidate guidelines</a:t>
            </a:r>
          </a:p>
        </p:txBody>
      </p:sp>
      <p:sp>
        <p:nvSpPr>
          <p:cNvPr id="6" name="Rectangle 5"/>
          <p:cNvSpPr/>
          <p:nvPr/>
        </p:nvSpPr>
        <p:spPr>
          <a:xfrm>
            <a:off x="6045" y="6629400"/>
            <a:ext cx="9144000" cy="2286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Oval 2">
            <a:extLst>
              <a:ext uri="{FF2B5EF4-FFF2-40B4-BE49-F238E27FC236}">
                <a16:creationId xmlns:a16="http://schemas.microsoft.com/office/drawing/2014/main" id="{6F826BF3-3784-4FCC-9955-DFE694F36E23}"/>
              </a:ext>
            </a:extLst>
          </p:cNvPr>
          <p:cNvSpPr/>
          <p:nvPr/>
        </p:nvSpPr>
        <p:spPr>
          <a:xfrm>
            <a:off x="467543" y="1931777"/>
            <a:ext cx="227493" cy="228600"/>
          </a:xfrm>
          <a:prstGeom prst="ellipse">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 name="Rectangle: Rounded Corners 3">
            <a:extLst>
              <a:ext uri="{FF2B5EF4-FFF2-40B4-BE49-F238E27FC236}">
                <a16:creationId xmlns:a16="http://schemas.microsoft.com/office/drawing/2014/main" id="{9F7A3C2B-3EB2-4DBB-8619-16B15830457D}"/>
              </a:ext>
            </a:extLst>
          </p:cNvPr>
          <p:cNvSpPr/>
          <p:nvPr/>
        </p:nvSpPr>
        <p:spPr>
          <a:xfrm>
            <a:off x="948008" y="1890942"/>
            <a:ext cx="5627841" cy="300603"/>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Be on-time</a:t>
            </a:r>
          </a:p>
        </p:txBody>
      </p:sp>
      <p:sp>
        <p:nvSpPr>
          <p:cNvPr id="38" name="Oval 37">
            <a:extLst>
              <a:ext uri="{FF2B5EF4-FFF2-40B4-BE49-F238E27FC236}">
                <a16:creationId xmlns:a16="http://schemas.microsoft.com/office/drawing/2014/main" id="{6B602804-70BB-44A6-B22E-2CB00BFFE596}"/>
              </a:ext>
            </a:extLst>
          </p:cNvPr>
          <p:cNvSpPr/>
          <p:nvPr/>
        </p:nvSpPr>
        <p:spPr>
          <a:xfrm>
            <a:off x="467543" y="2395598"/>
            <a:ext cx="227493" cy="228600"/>
          </a:xfrm>
          <a:prstGeom prst="ellipse">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0" name="Rectangle: Rounded Corners 39">
            <a:extLst>
              <a:ext uri="{FF2B5EF4-FFF2-40B4-BE49-F238E27FC236}">
                <a16:creationId xmlns:a16="http://schemas.microsoft.com/office/drawing/2014/main" id="{F1781BCB-64CD-4477-8A3F-C71FAEC00AA4}"/>
              </a:ext>
            </a:extLst>
          </p:cNvPr>
          <p:cNvSpPr/>
          <p:nvPr/>
        </p:nvSpPr>
        <p:spPr>
          <a:xfrm>
            <a:off x="960383" y="2308280"/>
            <a:ext cx="5627842" cy="341125"/>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Ask questions if you have doubts or need clarification</a:t>
            </a:r>
          </a:p>
        </p:txBody>
      </p:sp>
      <p:sp>
        <p:nvSpPr>
          <p:cNvPr id="41" name="Oval 40">
            <a:extLst>
              <a:ext uri="{FF2B5EF4-FFF2-40B4-BE49-F238E27FC236}">
                <a16:creationId xmlns:a16="http://schemas.microsoft.com/office/drawing/2014/main" id="{06AD9911-7569-45E7-B7D0-2BB22B3BF03C}"/>
              </a:ext>
            </a:extLst>
          </p:cNvPr>
          <p:cNvSpPr/>
          <p:nvPr/>
        </p:nvSpPr>
        <p:spPr>
          <a:xfrm>
            <a:off x="490809" y="2909017"/>
            <a:ext cx="227493" cy="228600"/>
          </a:xfrm>
          <a:prstGeom prst="ellipse">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6" name="Rectangle: Rounded Corners 45">
            <a:extLst>
              <a:ext uri="{FF2B5EF4-FFF2-40B4-BE49-F238E27FC236}">
                <a16:creationId xmlns:a16="http://schemas.microsoft.com/office/drawing/2014/main" id="{5BECDAB8-AE4A-442E-BF07-DF35038E567F}"/>
              </a:ext>
            </a:extLst>
          </p:cNvPr>
          <p:cNvSpPr/>
          <p:nvPr/>
        </p:nvSpPr>
        <p:spPr>
          <a:xfrm>
            <a:off x="971599" y="2789163"/>
            <a:ext cx="5616625" cy="415481"/>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Perform your Lab Activities without fail</a:t>
            </a:r>
          </a:p>
        </p:txBody>
      </p:sp>
      <p:sp>
        <p:nvSpPr>
          <p:cNvPr id="14" name="Rectangle: Rounded Corners 13">
            <a:extLst>
              <a:ext uri="{FF2B5EF4-FFF2-40B4-BE49-F238E27FC236}">
                <a16:creationId xmlns:a16="http://schemas.microsoft.com/office/drawing/2014/main" id="{D5CAE5A8-79BE-4FA0-A61B-D0968B819E5A}"/>
              </a:ext>
            </a:extLst>
          </p:cNvPr>
          <p:cNvSpPr/>
          <p:nvPr/>
        </p:nvSpPr>
        <p:spPr>
          <a:xfrm>
            <a:off x="984960" y="3344402"/>
            <a:ext cx="5603263" cy="415481"/>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Respect break times</a:t>
            </a:r>
          </a:p>
        </p:txBody>
      </p:sp>
      <p:sp>
        <p:nvSpPr>
          <p:cNvPr id="15" name="Oval 14">
            <a:extLst>
              <a:ext uri="{FF2B5EF4-FFF2-40B4-BE49-F238E27FC236}">
                <a16:creationId xmlns:a16="http://schemas.microsoft.com/office/drawing/2014/main" id="{59E4FED4-F925-4172-85FC-CE66B3E2F4CE}"/>
              </a:ext>
            </a:extLst>
          </p:cNvPr>
          <p:cNvSpPr/>
          <p:nvPr/>
        </p:nvSpPr>
        <p:spPr>
          <a:xfrm>
            <a:off x="490809" y="3473323"/>
            <a:ext cx="227493" cy="228600"/>
          </a:xfrm>
          <a:prstGeom prst="ellipse">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6" name="Rectangle: Rounded Corners 15">
            <a:extLst>
              <a:ext uri="{FF2B5EF4-FFF2-40B4-BE49-F238E27FC236}">
                <a16:creationId xmlns:a16="http://schemas.microsoft.com/office/drawing/2014/main" id="{D86AF2F0-D00D-469E-95D8-6B45E04075F6}"/>
              </a:ext>
            </a:extLst>
          </p:cNvPr>
          <p:cNvSpPr/>
          <p:nvPr/>
        </p:nvSpPr>
        <p:spPr>
          <a:xfrm>
            <a:off x="983752" y="3876618"/>
            <a:ext cx="5603262" cy="415481"/>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Mobile phones in Silent mode</a:t>
            </a:r>
          </a:p>
        </p:txBody>
      </p:sp>
      <p:sp>
        <p:nvSpPr>
          <p:cNvPr id="17" name="Oval 16">
            <a:extLst>
              <a:ext uri="{FF2B5EF4-FFF2-40B4-BE49-F238E27FC236}">
                <a16:creationId xmlns:a16="http://schemas.microsoft.com/office/drawing/2014/main" id="{66BD8327-2568-4BAE-A030-824A9AB0C36B}"/>
              </a:ext>
            </a:extLst>
          </p:cNvPr>
          <p:cNvSpPr/>
          <p:nvPr/>
        </p:nvSpPr>
        <p:spPr>
          <a:xfrm>
            <a:off x="491659" y="4014682"/>
            <a:ext cx="227493" cy="228600"/>
          </a:xfrm>
          <a:prstGeom prst="ellipse">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8" name="Oval 17">
            <a:extLst>
              <a:ext uri="{FF2B5EF4-FFF2-40B4-BE49-F238E27FC236}">
                <a16:creationId xmlns:a16="http://schemas.microsoft.com/office/drawing/2014/main" id="{40AC95CE-AD8A-4840-8A5B-91B36B211343}"/>
              </a:ext>
            </a:extLst>
          </p:cNvPr>
          <p:cNvSpPr/>
          <p:nvPr/>
        </p:nvSpPr>
        <p:spPr>
          <a:xfrm>
            <a:off x="490809" y="4505174"/>
            <a:ext cx="227493" cy="228600"/>
          </a:xfrm>
          <a:prstGeom prst="ellipse">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1" name="Rectangle: Rounded Corners 20">
            <a:extLst>
              <a:ext uri="{FF2B5EF4-FFF2-40B4-BE49-F238E27FC236}">
                <a16:creationId xmlns:a16="http://schemas.microsoft.com/office/drawing/2014/main" id="{1B5CFF4F-72E8-468E-8638-19AD79A9C607}"/>
              </a:ext>
            </a:extLst>
          </p:cNvPr>
          <p:cNvSpPr/>
          <p:nvPr/>
        </p:nvSpPr>
        <p:spPr>
          <a:xfrm>
            <a:off x="971599" y="4416778"/>
            <a:ext cx="5603263" cy="415481"/>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MCQ / Lab Assessment at the end of modules</a:t>
            </a:r>
          </a:p>
        </p:txBody>
      </p:sp>
      <p:sp>
        <p:nvSpPr>
          <p:cNvPr id="24" name="Oval 23">
            <a:extLst>
              <a:ext uri="{FF2B5EF4-FFF2-40B4-BE49-F238E27FC236}">
                <a16:creationId xmlns:a16="http://schemas.microsoft.com/office/drawing/2014/main" id="{42009406-1D7B-4436-A3F4-654A04F82CB2}"/>
              </a:ext>
            </a:extLst>
          </p:cNvPr>
          <p:cNvSpPr/>
          <p:nvPr/>
        </p:nvSpPr>
        <p:spPr>
          <a:xfrm>
            <a:off x="490809" y="4995153"/>
            <a:ext cx="227493" cy="228600"/>
          </a:xfrm>
          <a:prstGeom prst="ellipse">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5" name="Rectangle: Rounded Corners 24">
            <a:extLst>
              <a:ext uri="{FF2B5EF4-FFF2-40B4-BE49-F238E27FC236}">
                <a16:creationId xmlns:a16="http://schemas.microsoft.com/office/drawing/2014/main" id="{863F28BC-E10A-4691-8CFD-3D7A3C2D4333}"/>
              </a:ext>
            </a:extLst>
          </p:cNvPr>
          <p:cNvSpPr/>
          <p:nvPr/>
        </p:nvSpPr>
        <p:spPr>
          <a:xfrm>
            <a:off x="983751" y="4891969"/>
            <a:ext cx="5603263" cy="415481"/>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Contact Trainer for any training or lab related issues</a:t>
            </a:r>
          </a:p>
        </p:txBody>
      </p:sp>
    </p:spTree>
    <p:custDataLst>
      <p:tags r:id="rId1"/>
    </p:custDataLst>
    <p:extLst>
      <p:ext uri="{BB962C8B-B14F-4D97-AF65-F5344CB8AC3E}">
        <p14:creationId xmlns:p14="http://schemas.microsoft.com/office/powerpoint/2010/main" val="3064255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0840" y="476672"/>
            <a:ext cx="8229600" cy="5517232"/>
          </a:xfrm>
        </p:spPr>
        <p:style>
          <a:lnRef idx="1">
            <a:schemeClr val="accent1"/>
          </a:lnRef>
          <a:fillRef idx="2">
            <a:schemeClr val="accent1"/>
          </a:fillRef>
          <a:effectRef idx="1">
            <a:schemeClr val="accent1"/>
          </a:effectRef>
          <a:fontRef idx="minor">
            <a:schemeClr val="dk1"/>
          </a:fontRef>
        </p:style>
        <p:txBody>
          <a:bodyPr>
            <a:normAutofit/>
          </a:bodyPr>
          <a:lstStyle/>
          <a:p>
            <a:pPr marL="0" indent="0" algn="ctr">
              <a:buNone/>
            </a:pPr>
            <a:endParaRPr lang="en-US" sz="2000" b="1" dirty="0">
              <a:cs typeface="Arial" pitchFamily="34" charset="0"/>
            </a:endParaRPr>
          </a:p>
          <a:p>
            <a:pPr marL="0" indent="0" algn="ctr">
              <a:buNone/>
            </a:pPr>
            <a:endParaRPr lang="en-US" sz="2000" b="1" dirty="0">
              <a:cs typeface="Arial" pitchFamily="34" charset="0"/>
            </a:endParaRPr>
          </a:p>
          <a:p>
            <a:pPr marL="0" indent="0" algn="ctr">
              <a:buNone/>
            </a:pPr>
            <a:endParaRPr lang="en-US" sz="2000" b="1" dirty="0">
              <a:cs typeface="Arial" pitchFamily="34" charset="0"/>
            </a:endParaRPr>
          </a:p>
          <a:p>
            <a:pPr marL="0" indent="0" algn="ctr">
              <a:buNone/>
            </a:pPr>
            <a:endParaRPr lang="en-US" sz="2000" b="1" dirty="0">
              <a:cs typeface="Arial" pitchFamily="34" charset="0"/>
            </a:endParaRPr>
          </a:p>
          <a:p>
            <a:pPr marL="0" indent="0" algn="ctr">
              <a:buNone/>
            </a:pPr>
            <a:endParaRPr lang="en-US" sz="4000" b="1" dirty="0">
              <a:effectLst/>
              <a:ea typeface="Calibri" panose="020F0502020204030204" pitchFamily="34" charset="0"/>
            </a:endParaRPr>
          </a:p>
          <a:p>
            <a:pPr marL="0" indent="0" algn="ctr">
              <a:buNone/>
            </a:pPr>
            <a:r>
              <a:rPr lang="en-US" sz="4000" b="1" dirty="0">
                <a:effectLst/>
                <a:ea typeface="Calibri" panose="020F0502020204030204" pitchFamily="34" charset="0"/>
              </a:rPr>
              <a:t>DWS Training</a:t>
            </a:r>
            <a:endParaRPr lang="en-IN" sz="4000" b="1" dirty="0">
              <a:cs typeface="Arial" pitchFamily="34" charset="0"/>
            </a:endParaRPr>
          </a:p>
          <a:p>
            <a:pPr marL="0" indent="0">
              <a:buNone/>
            </a:pPr>
            <a:endParaRPr lang="en-US" sz="4400" dirty="0">
              <a:cs typeface="Arial" pitchFamily="34" charset="0"/>
            </a:endParaRPr>
          </a:p>
          <a:p>
            <a:pPr marL="0" indent="0">
              <a:buNone/>
            </a:pPr>
            <a:endParaRPr lang="en-US" sz="2000" dirty="0">
              <a:cs typeface="Arial" pitchFamily="34" charset="0"/>
            </a:endParaRPr>
          </a:p>
          <a:p>
            <a:pPr marL="0" indent="0">
              <a:buNone/>
            </a:pPr>
            <a:endParaRPr lang="en-IN" sz="2000" dirty="0">
              <a:cs typeface="Arial" pitchFamily="34" charset="0"/>
            </a:endParaRPr>
          </a:p>
        </p:txBody>
      </p:sp>
    </p:spTree>
    <p:extLst>
      <p:ext uri="{BB962C8B-B14F-4D97-AF65-F5344CB8AC3E}">
        <p14:creationId xmlns:p14="http://schemas.microsoft.com/office/powerpoint/2010/main" val="159185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103"/>
            <a:ext cx="9144000" cy="778098"/>
          </a:xfrm>
          <a:solidFill>
            <a:schemeClr val="accent1"/>
          </a:solidFill>
        </p:spPr>
        <p:txBody>
          <a:bodyPr>
            <a:normAutofit/>
          </a:bodyPr>
          <a:lstStyle/>
          <a:p>
            <a:pPr algn="ctr"/>
            <a:r>
              <a:rPr lang="en-US" sz="3200" b="1" dirty="0">
                <a:solidFill>
                  <a:schemeClr val="bg1"/>
                </a:solidFill>
                <a:latin typeface="+mn-lt"/>
                <a:cs typeface="Arial" pitchFamily="34" charset="0"/>
              </a:rPr>
              <a:t>Training Module</a:t>
            </a:r>
            <a:endParaRPr lang="en-IN" sz="3200" b="1" dirty="0">
              <a:solidFill>
                <a:schemeClr val="bg1"/>
              </a:solidFill>
              <a:latin typeface="+mn-lt"/>
              <a:cs typeface="Arial" pitchFamily="34" charset="0"/>
            </a:endParaRPr>
          </a:p>
        </p:txBody>
      </p:sp>
      <p:sp>
        <p:nvSpPr>
          <p:cNvPr id="3" name="Content Placeholder 2"/>
          <p:cNvSpPr>
            <a:spLocks noGrp="1"/>
          </p:cNvSpPr>
          <p:nvPr>
            <p:ph idx="1"/>
          </p:nvPr>
        </p:nvSpPr>
        <p:spPr>
          <a:xfrm>
            <a:off x="457200" y="908720"/>
            <a:ext cx="8229600" cy="5616624"/>
          </a:xfrm>
        </p:spPr>
        <p:style>
          <a:lnRef idx="1">
            <a:schemeClr val="accent1"/>
          </a:lnRef>
          <a:fillRef idx="2">
            <a:schemeClr val="accent1"/>
          </a:fillRef>
          <a:effectRef idx="1">
            <a:schemeClr val="accent1"/>
          </a:effectRef>
          <a:fontRef idx="minor">
            <a:schemeClr val="dk1"/>
          </a:fontRef>
        </p:style>
        <p:txBody>
          <a:bodyPr>
            <a:normAutofit/>
          </a:bodyPr>
          <a:lstStyle/>
          <a:p>
            <a:pPr marL="0" indent="0" algn="ctr">
              <a:buNone/>
            </a:pPr>
            <a:endParaRPr lang="en-US" sz="2000" b="1" dirty="0">
              <a:cs typeface="Arial" pitchFamily="34" charset="0"/>
            </a:endParaRPr>
          </a:p>
          <a:p>
            <a:pPr marL="0" indent="0" algn="ctr">
              <a:buNone/>
            </a:pPr>
            <a:endParaRPr lang="en-US" sz="2000" b="1" dirty="0">
              <a:cs typeface="Arial" pitchFamily="34" charset="0"/>
            </a:endParaRPr>
          </a:p>
          <a:p>
            <a:pPr marL="0" indent="0" algn="ctr">
              <a:buNone/>
            </a:pPr>
            <a:endParaRPr lang="en-US" sz="2000" b="1" dirty="0">
              <a:cs typeface="Arial" pitchFamily="34" charset="0"/>
            </a:endParaRPr>
          </a:p>
          <a:p>
            <a:pPr marL="0" indent="0" algn="ctr">
              <a:buNone/>
            </a:pPr>
            <a:endParaRPr lang="en-US" sz="2000" b="1" dirty="0">
              <a:cs typeface="Arial" pitchFamily="34" charset="0"/>
            </a:endParaRPr>
          </a:p>
          <a:p>
            <a:pPr marL="0" indent="0" algn="ctr">
              <a:buNone/>
            </a:pPr>
            <a:r>
              <a:rPr lang="en-US" sz="2000" b="1" dirty="0">
                <a:cs typeface="Arial" pitchFamily="34" charset="0"/>
              </a:rPr>
              <a:t>Module 1 – Introduction to Windows Operating System</a:t>
            </a:r>
          </a:p>
          <a:p>
            <a:pPr marL="0" indent="0">
              <a:buNone/>
            </a:pPr>
            <a:endParaRPr lang="en-IN" sz="2000" dirty="0">
              <a:cs typeface="Arial" pitchFamily="34" charset="0"/>
            </a:endParaRPr>
          </a:p>
          <a:p>
            <a:pPr marL="0" indent="0">
              <a:buNone/>
            </a:pPr>
            <a:endParaRPr lang="en-US" sz="2000" dirty="0">
              <a:cs typeface="Arial" pitchFamily="34" charset="0"/>
            </a:endParaRPr>
          </a:p>
          <a:p>
            <a:pPr marL="0" indent="0">
              <a:buNone/>
            </a:pPr>
            <a:endParaRPr lang="en-US" sz="2000" dirty="0">
              <a:cs typeface="Arial" pitchFamily="34" charset="0"/>
            </a:endParaRPr>
          </a:p>
          <a:p>
            <a:pPr marL="0" indent="0">
              <a:buNone/>
            </a:pPr>
            <a:endParaRPr lang="en-IN" sz="2000" dirty="0">
              <a:cs typeface="Arial" pitchFamily="34" charset="0"/>
            </a:endParaRPr>
          </a:p>
        </p:txBody>
      </p:sp>
    </p:spTree>
    <p:extLst>
      <p:ext uri="{BB962C8B-B14F-4D97-AF65-F5344CB8AC3E}">
        <p14:creationId xmlns:p14="http://schemas.microsoft.com/office/powerpoint/2010/main" val="261576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9071"/>
            <a:ext cx="9144000" cy="843041"/>
          </a:xfrm>
          <a:solidFill>
            <a:schemeClr val="accent1"/>
          </a:solidFill>
        </p:spPr>
        <p:txBody>
          <a:bodyPr>
            <a:normAutofit/>
          </a:bodyPr>
          <a:lstStyle/>
          <a:p>
            <a:pPr algn="ctr"/>
            <a:r>
              <a:rPr lang="en-US" sz="3200" b="1" dirty="0">
                <a:solidFill>
                  <a:schemeClr val="bg1"/>
                </a:solidFill>
                <a:latin typeface="+mn-lt"/>
                <a:cs typeface="Arial" pitchFamily="34" charset="0"/>
              </a:rPr>
              <a:t>I</a:t>
            </a:r>
            <a:r>
              <a:rPr lang="en-IN" sz="3200" b="1" dirty="0">
                <a:solidFill>
                  <a:schemeClr val="bg1"/>
                </a:solidFill>
                <a:latin typeface="+mn-lt"/>
                <a:cs typeface="Arial" pitchFamily="34" charset="0"/>
              </a:rPr>
              <a:t>ntroduction To Windows Operating System</a:t>
            </a:r>
          </a:p>
        </p:txBody>
      </p:sp>
      <p:sp>
        <p:nvSpPr>
          <p:cNvPr id="3" name="Content Placeholder 2"/>
          <p:cNvSpPr>
            <a:spLocks noGrp="1"/>
          </p:cNvSpPr>
          <p:nvPr>
            <p:ph idx="1"/>
          </p:nvPr>
        </p:nvSpPr>
        <p:spPr>
          <a:xfrm>
            <a:off x="395536" y="1196752"/>
            <a:ext cx="8291264" cy="4929411"/>
          </a:xfrm>
        </p:spPr>
        <p:txBody>
          <a:bodyPr>
            <a:normAutofit/>
          </a:bodyPr>
          <a:lstStyle/>
          <a:p>
            <a:pPr marL="0" indent="0" algn="just">
              <a:buNone/>
            </a:pPr>
            <a:r>
              <a:rPr lang="en-IN" sz="1800" b="1" dirty="0">
                <a:cs typeface="Arial" pitchFamily="34" charset="0"/>
              </a:rPr>
              <a:t>Introduction to Operating System </a:t>
            </a:r>
            <a:r>
              <a:rPr lang="en-IN" sz="1800" dirty="0">
                <a:cs typeface="Arial" pitchFamily="34" charset="0"/>
              </a:rPr>
              <a:t>- </a:t>
            </a:r>
            <a:r>
              <a:rPr lang="en-US" sz="1800" dirty="0">
                <a:cs typeface="Arial" pitchFamily="34" charset="0"/>
              </a:rPr>
              <a:t>An operating system (OS) is system software that manages computer hardware, software resources, and provides common services for computer programs.</a:t>
            </a:r>
            <a:endParaRPr lang="en-IN" sz="1800" dirty="0">
              <a:cs typeface="Arial" pitchFamily="34" charset="0"/>
            </a:endParaRPr>
          </a:p>
          <a:p>
            <a:pPr marL="0" indent="0" algn="just">
              <a:buNone/>
            </a:pPr>
            <a:endParaRPr lang="en-IN" sz="1800" b="1" dirty="0">
              <a:cs typeface="Arial" pitchFamily="34" charset="0"/>
            </a:endParaRPr>
          </a:p>
          <a:p>
            <a:pPr marL="0" indent="0" algn="just">
              <a:buNone/>
            </a:pPr>
            <a:r>
              <a:rPr lang="en-IN" sz="1800" b="1" dirty="0">
                <a:cs typeface="Arial" pitchFamily="34" charset="0"/>
              </a:rPr>
              <a:t>Operating System Vendors – </a:t>
            </a:r>
          </a:p>
          <a:p>
            <a:pPr marL="0" indent="0" algn="just">
              <a:buNone/>
            </a:pPr>
            <a:endParaRPr lang="en-IN" sz="1800" b="1" dirty="0">
              <a:cs typeface="Arial" pitchFamily="34" charset="0"/>
            </a:endParaRPr>
          </a:p>
          <a:p>
            <a:pPr algn="just"/>
            <a:r>
              <a:rPr lang="en-IN" sz="1800" dirty="0">
                <a:cs typeface="Arial" pitchFamily="34" charset="0"/>
              </a:rPr>
              <a:t>Windows -  </a:t>
            </a:r>
            <a:r>
              <a:rPr lang="en-US" sz="1800" dirty="0">
                <a:cs typeface="Arial" panose="020B0604020202020204" pitchFamily="34" charset="0"/>
                <a:hlinkClick r:id="rId2"/>
              </a:rPr>
              <a:t>Microsoft Windows – Wikipedia</a:t>
            </a:r>
            <a:endParaRPr lang="en-US" sz="1800" dirty="0">
              <a:cs typeface="Arial" panose="020B0604020202020204" pitchFamily="34" charset="0"/>
            </a:endParaRPr>
          </a:p>
          <a:p>
            <a:pPr algn="just"/>
            <a:r>
              <a:rPr lang="en-US" sz="1800" dirty="0">
                <a:cs typeface="Arial" panose="020B0604020202020204" pitchFamily="34" charset="0"/>
              </a:rPr>
              <a:t>Apple iOS</a:t>
            </a:r>
          </a:p>
          <a:p>
            <a:pPr algn="just"/>
            <a:r>
              <a:rPr lang="en-US" sz="1800" dirty="0">
                <a:cs typeface="Arial" panose="020B0604020202020204" pitchFamily="34" charset="0"/>
              </a:rPr>
              <a:t>Android</a:t>
            </a:r>
          </a:p>
          <a:p>
            <a:pPr algn="just"/>
            <a:r>
              <a:rPr lang="en-US" sz="1800" dirty="0">
                <a:cs typeface="Arial" panose="020B0604020202020204" pitchFamily="34" charset="0"/>
              </a:rPr>
              <a:t>Ubuntu</a:t>
            </a:r>
          </a:p>
          <a:p>
            <a:pPr algn="just"/>
            <a:r>
              <a:rPr lang="en-US" sz="1800" dirty="0">
                <a:cs typeface="Arial" panose="020B0604020202020204" pitchFamily="34" charset="0"/>
              </a:rPr>
              <a:t>Linux</a:t>
            </a:r>
          </a:p>
          <a:p>
            <a:pPr algn="just"/>
            <a:endParaRPr lang="en-US" sz="1800" dirty="0">
              <a:cs typeface="Arial" panose="020B0604020202020204" pitchFamily="34" charset="0"/>
            </a:endParaRPr>
          </a:p>
          <a:p>
            <a:pPr algn="just"/>
            <a:endParaRPr lang="en-IN" sz="1800" dirty="0">
              <a:cs typeface="Arial" pitchFamily="34" charset="0"/>
            </a:endParaRPr>
          </a:p>
          <a:p>
            <a:pPr algn="just"/>
            <a:endParaRPr lang="en-IN" sz="1800" dirty="0">
              <a:cs typeface="Arial" pitchFamily="34" charset="0"/>
            </a:endParaRPr>
          </a:p>
          <a:p>
            <a:pPr marL="0" indent="0" algn="just">
              <a:buNone/>
            </a:pPr>
            <a:endParaRPr lang="en-IN" sz="1800" dirty="0">
              <a:cs typeface="Arial" pitchFamily="34" charset="0"/>
            </a:endParaRPr>
          </a:p>
          <a:p>
            <a:pPr marL="0" indent="0">
              <a:buNone/>
            </a:pPr>
            <a:endParaRPr lang="en-IN" sz="1800" dirty="0">
              <a:cs typeface="Arial" pitchFamily="34" charset="0"/>
            </a:endParaRPr>
          </a:p>
        </p:txBody>
      </p:sp>
    </p:spTree>
    <p:extLst>
      <p:ext uri="{BB962C8B-B14F-4D97-AF65-F5344CB8AC3E}">
        <p14:creationId xmlns:p14="http://schemas.microsoft.com/office/powerpoint/2010/main" val="3475693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9071"/>
            <a:ext cx="9144000" cy="843041"/>
          </a:xfrm>
          <a:solidFill>
            <a:schemeClr val="accent1"/>
          </a:solidFill>
        </p:spPr>
        <p:txBody>
          <a:bodyPr>
            <a:normAutofit/>
          </a:bodyPr>
          <a:lstStyle/>
          <a:p>
            <a:pPr algn="ctr"/>
            <a:r>
              <a:rPr lang="en-US" sz="3200" b="1" dirty="0">
                <a:solidFill>
                  <a:schemeClr val="bg1"/>
                </a:solidFill>
                <a:latin typeface="+mn-lt"/>
                <a:cs typeface="Arial" pitchFamily="34" charset="0"/>
              </a:rPr>
              <a:t>I</a:t>
            </a:r>
            <a:r>
              <a:rPr lang="en-IN" sz="3200" b="1" dirty="0">
                <a:solidFill>
                  <a:schemeClr val="bg1"/>
                </a:solidFill>
                <a:latin typeface="+mn-lt"/>
                <a:cs typeface="Arial" pitchFamily="34" charset="0"/>
              </a:rPr>
              <a:t>ntroduction To Windows Operating System</a:t>
            </a:r>
          </a:p>
        </p:txBody>
      </p:sp>
      <p:sp>
        <p:nvSpPr>
          <p:cNvPr id="3" name="Content Placeholder 2"/>
          <p:cNvSpPr>
            <a:spLocks noGrp="1"/>
          </p:cNvSpPr>
          <p:nvPr>
            <p:ph idx="1"/>
          </p:nvPr>
        </p:nvSpPr>
        <p:spPr>
          <a:xfrm>
            <a:off x="426368" y="964294"/>
            <a:ext cx="8291264" cy="4929411"/>
          </a:xfrm>
        </p:spPr>
        <p:txBody>
          <a:bodyPr>
            <a:normAutofit/>
          </a:bodyPr>
          <a:lstStyle/>
          <a:p>
            <a:pPr marL="0" indent="0" algn="just">
              <a:buNone/>
            </a:pPr>
            <a:endParaRPr lang="en-IN" sz="1800" dirty="0">
              <a:cs typeface="Arial" pitchFamily="34" charset="0"/>
            </a:endParaRPr>
          </a:p>
          <a:p>
            <a:pPr marL="0" indent="0" algn="ctr">
              <a:buNone/>
            </a:pPr>
            <a:r>
              <a:rPr lang="en-US" sz="1800" b="1" u="sng" dirty="0">
                <a:cs typeface="Arial" pitchFamily="34" charset="0"/>
              </a:rPr>
              <a:t>Operating Systems Type</a:t>
            </a:r>
            <a:endParaRPr lang="en-IN" sz="1800" b="1" u="sng" dirty="0">
              <a:cs typeface="Arial" pitchFamily="34" charset="0"/>
            </a:endParaRPr>
          </a:p>
          <a:p>
            <a:pPr marL="0" indent="0" algn="just">
              <a:buNone/>
            </a:pPr>
            <a:endParaRPr lang="en-IN" sz="1800" b="1" dirty="0">
              <a:cs typeface="Arial" pitchFamily="34" charset="0"/>
            </a:endParaRPr>
          </a:p>
          <a:p>
            <a:pPr algn="just">
              <a:buFont typeface="+mj-lt"/>
              <a:buAutoNum type="arabicPeriod"/>
            </a:pPr>
            <a:r>
              <a:rPr lang="en-IN" sz="1800" b="1" dirty="0">
                <a:cs typeface="Arial" pitchFamily="34" charset="0"/>
              </a:rPr>
              <a:t>Client </a:t>
            </a:r>
          </a:p>
          <a:p>
            <a:pPr marL="0" indent="0" algn="just">
              <a:buNone/>
            </a:pPr>
            <a:endParaRPr lang="en-IN" sz="1800" b="1" dirty="0">
              <a:cs typeface="Arial" pitchFamily="34" charset="0"/>
            </a:endParaRPr>
          </a:p>
          <a:p>
            <a:pPr marL="0" indent="0" algn="just">
              <a:buNone/>
            </a:pPr>
            <a:r>
              <a:rPr lang="en-IN" sz="1800" dirty="0">
                <a:cs typeface="Arial" pitchFamily="34" charset="0"/>
              </a:rPr>
              <a:t>       Windows 10</a:t>
            </a:r>
          </a:p>
          <a:p>
            <a:pPr marL="0" indent="0" algn="just">
              <a:buNone/>
            </a:pPr>
            <a:r>
              <a:rPr lang="en-IN" sz="1800" dirty="0">
                <a:cs typeface="Arial" pitchFamily="34" charset="0"/>
              </a:rPr>
              <a:t>       Windows 11</a:t>
            </a:r>
          </a:p>
          <a:p>
            <a:pPr algn="just">
              <a:buFont typeface="+mj-lt"/>
              <a:buAutoNum type="arabicPeriod"/>
            </a:pPr>
            <a:endParaRPr lang="en-IN" sz="1800" dirty="0">
              <a:cs typeface="Arial" pitchFamily="34" charset="0"/>
            </a:endParaRPr>
          </a:p>
          <a:p>
            <a:pPr marL="0" indent="0" algn="just">
              <a:buNone/>
            </a:pPr>
            <a:r>
              <a:rPr lang="en-IN" sz="1800" b="1" dirty="0">
                <a:cs typeface="Arial" pitchFamily="34" charset="0"/>
              </a:rPr>
              <a:t>2. Server </a:t>
            </a:r>
          </a:p>
          <a:p>
            <a:pPr marL="0" indent="0" algn="just">
              <a:buNone/>
            </a:pPr>
            <a:endParaRPr lang="en-IN" sz="1800" b="1" dirty="0">
              <a:cs typeface="Arial" pitchFamily="34" charset="0"/>
            </a:endParaRPr>
          </a:p>
          <a:p>
            <a:pPr marL="0" indent="0" algn="just">
              <a:buNone/>
            </a:pPr>
            <a:r>
              <a:rPr lang="en-IN" sz="1800" dirty="0">
                <a:cs typeface="Arial" pitchFamily="34" charset="0"/>
              </a:rPr>
              <a:t>     Windows Server 2016</a:t>
            </a:r>
          </a:p>
          <a:p>
            <a:pPr marL="0" indent="0" algn="just">
              <a:buNone/>
            </a:pPr>
            <a:r>
              <a:rPr lang="en-IN" sz="1800" dirty="0">
                <a:cs typeface="Arial" pitchFamily="34" charset="0"/>
              </a:rPr>
              <a:t>     Windows Server 2019</a:t>
            </a:r>
          </a:p>
          <a:p>
            <a:pPr marL="0" indent="0" algn="just">
              <a:buNone/>
            </a:pPr>
            <a:r>
              <a:rPr lang="en-IN" sz="1800" dirty="0">
                <a:cs typeface="Arial" pitchFamily="34" charset="0"/>
              </a:rPr>
              <a:t>     Windows Server 2022</a:t>
            </a:r>
          </a:p>
          <a:p>
            <a:pPr marL="0" indent="0" algn="just">
              <a:buNone/>
            </a:pPr>
            <a:endParaRPr lang="en-IN" sz="1800" dirty="0">
              <a:cs typeface="Arial" pitchFamily="34" charset="0"/>
            </a:endParaRPr>
          </a:p>
          <a:p>
            <a:pPr algn="just"/>
            <a:endParaRPr lang="en-IN" sz="1800" dirty="0">
              <a:cs typeface="Arial" pitchFamily="34" charset="0"/>
            </a:endParaRPr>
          </a:p>
          <a:p>
            <a:pPr marL="0" indent="0">
              <a:buNone/>
            </a:pPr>
            <a:endParaRPr lang="en-IN" sz="1800" dirty="0">
              <a:cs typeface="Arial" pitchFamily="34" charset="0"/>
            </a:endParaRPr>
          </a:p>
        </p:txBody>
      </p:sp>
    </p:spTree>
    <p:extLst>
      <p:ext uri="{BB962C8B-B14F-4D97-AF65-F5344CB8AC3E}">
        <p14:creationId xmlns:p14="http://schemas.microsoft.com/office/powerpoint/2010/main" val="2127749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9071"/>
            <a:ext cx="9144000" cy="843041"/>
          </a:xfrm>
          <a:solidFill>
            <a:schemeClr val="accent1"/>
          </a:solidFill>
        </p:spPr>
        <p:txBody>
          <a:bodyPr>
            <a:normAutofit/>
          </a:bodyPr>
          <a:lstStyle/>
          <a:p>
            <a:pPr algn="ctr"/>
            <a:r>
              <a:rPr lang="en-US" sz="3200" b="1" dirty="0">
                <a:solidFill>
                  <a:schemeClr val="bg1"/>
                </a:solidFill>
                <a:latin typeface="+mn-lt"/>
                <a:cs typeface="Arial" pitchFamily="34" charset="0"/>
              </a:rPr>
              <a:t>I</a:t>
            </a:r>
            <a:r>
              <a:rPr lang="en-IN" sz="3200" b="1" dirty="0">
                <a:solidFill>
                  <a:schemeClr val="bg1"/>
                </a:solidFill>
                <a:latin typeface="+mn-lt"/>
                <a:cs typeface="Arial" pitchFamily="34" charset="0"/>
              </a:rPr>
              <a:t>ntroduction To Windows Operating System</a:t>
            </a:r>
          </a:p>
        </p:txBody>
      </p:sp>
      <p:sp>
        <p:nvSpPr>
          <p:cNvPr id="3" name="Content Placeholder 2"/>
          <p:cNvSpPr>
            <a:spLocks noGrp="1"/>
          </p:cNvSpPr>
          <p:nvPr>
            <p:ph idx="1"/>
          </p:nvPr>
        </p:nvSpPr>
        <p:spPr>
          <a:xfrm>
            <a:off x="426368" y="964294"/>
            <a:ext cx="8291264" cy="4929411"/>
          </a:xfrm>
        </p:spPr>
        <p:txBody>
          <a:bodyPr>
            <a:normAutofit/>
          </a:bodyPr>
          <a:lstStyle/>
          <a:p>
            <a:pPr marL="0" indent="0" algn="just">
              <a:buNone/>
            </a:pPr>
            <a:endParaRPr lang="en-IN" sz="1800" dirty="0">
              <a:cs typeface="Arial" pitchFamily="34" charset="0"/>
            </a:endParaRPr>
          </a:p>
          <a:p>
            <a:pPr marL="0" indent="0" algn="ctr">
              <a:buNone/>
            </a:pPr>
            <a:r>
              <a:rPr lang="en-US" sz="1800" b="1" u="sng" dirty="0">
                <a:cs typeface="Arial" pitchFamily="34" charset="0"/>
              </a:rPr>
              <a:t>Operating Systems Version History</a:t>
            </a:r>
            <a:endParaRPr lang="en-IN" sz="1800" b="1" u="sng" dirty="0">
              <a:cs typeface="Arial" pitchFamily="34" charset="0"/>
            </a:endParaRPr>
          </a:p>
          <a:p>
            <a:pPr marL="0" indent="0" algn="just">
              <a:buNone/>
            </a:pPr>
            <a:endParaRPr lang="en-IN" sz="1800" b="1" dirty="0">
              <a:cs typeface="Arial" pitchFamily="34" charset="0"/>
            </a:endParaRPr>
          </a:p>
          <a:p>
            <a:pPr marL="0" indent="0" algn="just">
              <a:buNone/>
            </a:pPr>
            <a:endParaRPr lang="en-IN" sz="1800" b="1" dirty="0">
              <a:cs typeface="Arial" pitchFamily="34" charset="0"/>
            </a:endParaRPr>
          </a:p>
          <a:p>
            <a:pPr marL="0" indent="0" algn="just">
              <a:buNone/>
            </a:pPr>
            <a:r>
              <a:rPr lang="en-IN" sz="1800" b="1" dirty="0">
                <a:cs typeface="Arial" pitchFamily="34" charset="0"/>
              </a:rPr>
              <a:t>Client - </a:t>
            </a:r>
            <a:r>
              <a:rPr lang="en-US" sz="1800" dirty="0">
                <a:hlinkClick r:id="rId2"/>
              </a:rPr>
              <a:t>Windows 10 - release information | Microsoft Learn</a:t>
            </a:r>
            <a:r>
              <a:rPr lang="en-US" sz="1800" dirty="0"/>
              <a:t> </a:t>
            </a:r>
            <a:endParaRPr lang="en-IN" sz="1800" b="1" dirty="0">
              <a:cs typeface="Arial" pitchFamily="34" charset="0"/>
            </a:endParaRPr>
          </a:p>
          <a:p>
            <a:pPr marL="0" indent="0" algn="just">
              <a:buNone/>
            </a:pPr>
            <a:endParaRPr lang="en-IN" sz="1800" b="1" dirty="0">
              <a:cs typeface="Arial" pitchFamily="34" charset="0"/>
            </a:endParaRPr>
          </a:p>
          <a:p>
            <a:pPr marL="0" indent="0" algn="just">
              <a:buNone/>
            </a:pPr>
            <a:r>
              <a:rPr lang="en-IN" sz="1800" b="1" dirty="0">
                <a:cs typeface="Arial" pitchFamily="34" charset="0"/>
              </a:rPr>
              <a:t>Server - </a:t>
            </a:r>
            <a:r>
              <a:rPr lang="en-US" sz="1800" dirty="0">
                <a:hlinkClick r:id="rId3"/>
              </a:rPr>
              <a:t>Windows Server release information | Microsoft Learn</a:t>
            </a:r>
            <a:endParaRPr lang="en-IN" sz="1800" b="1" dirty="0">
              <a:cs typeface="Arial" pitchFamily="34" charset="0"/>
            </a:endParaRPr>
          </a:p>
          <a:p>
            <a:pPr marL="0" indent="0" algn="just">
              <a:buNone/>
            </a:pPr>
            <a:endParaRPr lang="en-IN" sz="1800" b="1" dirty="0">
              <a:cs typeface="Arial" pitchFamily="34" charset="0"/>
            </a:endParaRPr>
          </a:p>
          <a:p>
            <a:pPr marL="0" indent="0" algn="just">
              <a:buNone/>
            </a:pPr>
            <a:r>
              <a:rPr lang="en-IN" sz="1800" dirty="0">
                <a:cs typeface="Arial" pitchFamily="34" charset="0"/>
              </a:rPr>
              <a:t>     </a:t>
            </a:r>
          </a:p>
          <a:p>
            <a:pPr algn="just"/>
            <a:endParaRPr lang="en-IN" sz="1800" dirty="0">
              <a:cs typeface="Arial" pitchFamily="34" charset="0"/>
            </a:endParaRPr>
          </a:p>
          <a:p>
            <a:pPr marL="0" indent="0">
              <a:buNone/>
            </a:pPr>
            <a:endParaRPr lang="en-IN" sz="1800" dirty="0">
              <a:cs typeface="Arial" pitchFamily="34" charset="0"/>
            </a:endParaRPr>
          </a:p>
        </p:txBody>
      </p:sp>
    </p:spTree>
    <p:extLst>
      <p:ext uri="{BB962C8B-B14F-4D97-AF65-F5344CB8AC3E}">
        <p14:creationId xmlns:p14="http://schemas.microsoft.com/office/powerpoint/2010/main" val="2237921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9071"/>
            <a:ext cx="9144000" cy="843041"/>
          </a:xfrm>
          <a:solidFill>
            <a:schemeClr val="accent1"/>
          </a:solidFill>
        </p:spPr>
        <p:txBody>
          <a:bodyPr>
            <a:normAutofit/>
          </a:bodyPr>
          <a:lstStyle/>
          <a:p>
            <a:pPr algn="ctr"/>
            <a:r>
              <a:rPr lang="en-US" sz="3200" b="1" dirty="0">
                <a:solidFill>
                  <a:schemeClr val="bg1"/>
                </a:solidFill>
                <a:latin typeface="+mn-lt"/>
                <a:cs typeface="Arial" pitchFamily="34" charset="0"/>
              </a:rPr>
              <a:t>I</a:t>
            </a:r>
            <a:r>
              <a:rPr lang="en-IN" sz="3200" b="1" dirty="0">
                <a:solidFill>
                  <a:schemeClr val="bg1"/>
                </a:solidFill>
                <a:latin typeface="+mn-lt"/>
                <a:cs typeface="Arial" pitchFamily="34" charset="0"/>
              </a:rPr>
              <a:t>ntroduction To Windows Operating System</a:t>
            </a:r>
          </a:p>
        </p:txBody>
      </p:sp>
      <p:sp>
        <p:nvSpPr>
          <p:cNvPr id="3" name="Content Placeholder 2"/>
          <p:cNvSpPr>
            <a:spLocks noGrp="1"/>
          </p:cNvSpPr>
          <p:nvPr>
            <p:ph idx="1"/>
          </p:nvPr>
        </p:nvSpPr>
        <p:spPr>
          <a:xfrm>
            <a:off x="395536" y="1196752"/>
            <a:ext cx="8291264" cy="4929411"/>
          </a:xfrm>
        </p:spPr>
        <p:txBody>
          <a:bodyPr>
            <a:normAutofit/>
          </a:bodyPr>
          <a:lstStyle/>
          <a:p>
            <a:pPr algn="just"/>
            <a:endParaRPr lang="en-IN" sz="1800" b="1" dirty="0">
              <a:cs typeface="Arial" pitchFamily="34" charset="0"/>
            </a:endParaRPr>
          </a:p>
          <a:p>
            <a:pPr marL="0" indent="0" algn="ctr">
              <a:buNone/>
            </a:pPr>
            <a:r>
              <a:rPr lang="en-IN" sz="1800" b="1" u="sng" dirty="0">
                <a:cs typeface="Arial" pitchFamily="34" charset="0"/>
              </a:rPr>
              <a:t>Windows Operating System </a:t>
            </a:r>
            <a:r>
              <a:rPr lang="en-IN" sz="1800" b="1" u="sng" dirty="0" err="1">
                <a:cs typeface="Arial" pitchFamily="34" charset="0"/>
              </a:rPr>
              <a:t>LifeCycle</a:t>
            </a:r>
            <a:endParaRPr lang="en-IN" sz="1800" b="1" u="sng" dirty="0">
              <a:cs typeface="Arial" pitchFamily="34" charset="0"/>
            </a:endParaRPr>
          </a:p>
          <a:p>
            <a:pPr algn="just"/>
            <a:endParaRPr lang="en-IN" sz="1800" dirty="0">
              <a:cs typeface="Arial" pitchFamily="34" charset="0"/>
            </a:endParaRPr>
          </a:p>
          <a:p>
            <a:pPr marL="400050" lvl="1" indent="0">
              <a:buNone/>
            </a:pPr>
            <a:endParaRPr lang="en-US" sz="1800" dirty="0">
              <a:cs typeface="Arial" panose="020B0604020202020204" pitchFamily="34" charset="0"/>
              <a:hlinkClick r:id="rId2"/>
            </a:endParaRPr>
          </a:p>
          <a:p>
            <a:pPr marL="400050" lvl="1" indent="0">
              <a:buNone/>
            </a:pPr>
            <a:r>
              <a:rPr lang="en-US" sz="1800" dirty="0">
                <a:cs typeface="Arial" panose="020B0604020202020204" pitchFamily="34" charset="0"/>
                <a:hlinkClick r:id="rId2"/>
              </a:rPr>
              <a:t>Supported versions of Windows client | Microsoft Learn</a:t>
            </a:r>
            <a:endParaRPr lang="en-US" sz="1800" dirty="0">
              <a:cs typeface="Arial" panose="020B0604020202020204" pitchFamily="34" charset="0"/>
            </a:endParaRPr>
          </a:p>
          <a:p>
            <a:pPr marL="400050" lvl="1" indent="0">
              <a:buNone/>
            </a:pPr>
            <a:r>
              <a:rPr lang="en-US" sz="1800" dirty="0">
                <a:cs typeface="Arial" panose="020B0604020202020204" pitchFamily="34" charset="0"/>
                <a:hlinkClick r:id="rId3">
                  <a:extLst>
                    <a:ext uri="{A12FA001-AC4F-418D-AE19-62706E023703}">
                      <ahyp:hlinkClr xmlns:ahyp="http://schemas.microsoft.com/office/drawing/2018/hyperlinkcolor" val="tx"/>
                    </a:ext>
                  </a:extLst>
                </a:hlinkClick>
              </a:rPr>
              <a:t>Windows Server release information | Microsoft Learn</a:t>
            </a:r>
            <a:r>
              <a:rPr lang="en-US" sz="1800" dirty="0">
                <a:cs typeface="Arial" panose="020B0604020202020204" pitchFamily="34" charset="0"/>
              </a:rPr>
              <a:t> </a:t>
            </a:r>
          </a:p>
          <a:p>
            <a:pPr marL="400050" lvl="1" indent="0">
              <a:buNone/>
            </a:pPr>
            <a:endParaRPr lang="en-IN" sz="1800" dirty="0">
              <a:cs typeface="Arial" panose="020B0604020202020204" pitchFamily="34" charset="0"/>
            </a:endParaRPr>
          </a:p>
          <a:p>
            <a:pPr marL="0" indent="0">
              <a:buNone/>
            </a:pPr>
            <a:endParaRPr lang="en-IN" sz="1800" dirty="0">
              <a:cs typeface="Arial" panose="020B0604020202020204" pitchFamily="34" charset="0"/>
            </a:endParaRPr>
          </a:p>
        </p:txBody>
      </p:sp>
    </p:spTree>
    <p:extLst>
      <p:ext uri="{BB962C8B-B14F-4D97-AF65-F5344CB8AC3E}">
        <p14:creationId xmlns:p14="http://schemas.microsoft.com/office/powerpoint/2010/main" val="4003413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9071"/>
            <a:ext cx="9144000" cy="843041"/>
          </a:xfrm>
          <a:solidFill>
            <a:schemeClr val="accent1"/>
          </a:solidFill>
        </p:spPr>
        <p:txBody>
          <a:bodyPr>
            <a:normAutofit/>
          </a:bodyPr>
          <a:lstStyle/>
          <a:p>
            <a:pPr algn="ctr"/>
            <a:r>
              <a:rPr lang="en-US" sz="3200" b="1" dirty="0">
                <a:solidFill>
                  <a:schemeClr val="bg1"/>
                </a:solidFill>
                <a:latin typeface="+mn-lt"/>
                <a:cs typeface="Arial" pitchFamily="34" charset="0"/>
              </a:rPr>
              <a:t>I</a:t>
            </a:r>
            <a:r>
              <a:rPr lang="en-IN" sz="3200" b="1" dirty="0">
                <a:solidFill>
                  <a:schemeClr val="bg1"/>
                </a:solidFill>
                <a:latin typeface="+mn-lt"/>
                <a:cs typeface="Arial" pitchFamily="34" charset="0"/>
              </a:rPr>
              <a:t>ntroduction To Windows Operating System</a:t>
            </a:r>
          </a:p>
        </p:txBody>
      </p:sp>
      <p:sp>
        <p:nvSpPr>
          <p:cNvPr id="3" name="Content Placeholder 2"/>
          <p:cNvSpPr>
            <a:spLocks noGrp="1"/>
          </p:cNvSpPr>
          <p:nvPr>
            <p:ph idx="1"/>
          </p:nvPr>
        </p:nvSpPr>
        <p:spPr>
          <a:xfrm>
            <a:off x="395536" y="1196752"/>
            <a:ext cx="8291264" cy="4929411"/>
          </a:xfrm>
        </p:spPr>
        <p:txBody>
          <a:bodyPr>
            <a:normAutofit/>
          </a:bodyPr>
          <a:lstStyle/>
          <a:p>
            <a:pPr algn="just"/>
            <a:endParaRPr lang="en-IN" sz="1800" b="1" dirty="0">
              <a:cs typeface="Arial" pitchFamily="34" charset="0"/>
            </a:endParaRPr>
          </a:p>
          <a:p>
            <a:pPr marL="0" indent="0" algn="ctr">
              <a:buNone/>
            </a:pPr>
            <a:r>
              <a:rPr lang="en-IN" sz="1800" b="1" u="sng" dirty="0">
                <a:cs typeface="Arial" pitchFamily="34" charset="0"/>
              </a:rPr>
              <a:t>Identifying Windows Build Version and Edition</a:t>
            </a:r>
            <a:endParaRPr lang="en-IN" sz="1800" dirty="0">
              <a:cs typeface="Arial" pitchFamily="34" charset="0"/>
            </a:endParaRPr>
          </a:p>
          <a:p>
            <a:pPr marL="400050" lvl="1" indent="0">
              <a:buNone/>
            </a:pPr>
            <a:endParaRPr lang="en-US" sz="1800" dirty="0">
              <a:cs typeface="Arial" panose="020B0604020202020204" pitchFamily="34" charset="0"/>
              <a:hlinkClick r:id="rId2"/>
            </a:endParaRPr>
          </a:p>
          <a:p>
            <a:pPr algn="just"/>
            <a:endParaRPr lang="en-IN" sz="1800" dirty="0">
              <a:cs typeface="Arial" pitchFamily="34" charset="0"/>
            </a:endParaRPr>
          </a:p>
          <a:p>
            <a:pPr marL="0" indent="0">
              <a:buNone/>
            </a:pPr>
            <a:endParaRPr lang="en-IN" sz="1800" dirty="0">
              <a:cs typeface="Arial" pitchFamily="34" charset="0"/>
            </a:endParaRPr>
          </a:p>
        </p:txBody>
      </p:sp>
      <p:pic>
        <p:nvPicPr>
          <p:cNvPr id="6" name="Picture 5">
            <a:extLst>
              <a:ext uri="{FF2B5EF4-FFF2-40B4-BE49-F238E27FC236}">
                <a16:creationId xmlns:a16="http://schemas.microsoft.com/office/drawing/2014/main" id="{9776DD3A-D4D2-9F5B-F7B1-3EDC291E8727}"/>
              </a:ext>
            </a:extLst>
          </p:cNvPr>
          <p:cNvPicPr>
            <a:picLocks noChangeAspect="1"/>
          </p:cNvPicPr>
          <p:nvPr/>
        </p:nvPicPr>
        <p:blipFill>
          <a:blip r:embed="rId3"/>
          <a:stretch>
            <a:fillRect/>
          </a:stretch>
        </p:blipFill>
        <p:spPr>
          <a:xfrm>
            <a:off x="1547664" y="2225612"/>
            <a:ext cx="6048672" cy="3147603"/>
          </a:xfrm>
          <a:prstGeom prst="rect">
            <a:avLst/>
          </a:prstGeom>
        </p:spPr>
      </p:pic>
    </p:spTree>
    <p:extLst>
      <p:ext uri="{BB962C8B-B14F-4D97-AF65-F5344CB8AC3E}">
        <p14:creationId xmlns:p14="http://schemas.microsoft.com/office/powerpoint/2010/main" val="24815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9071"/>
            <a:ext cx="9144000" cy="843041"/>
          </a:xfrm>
          <a:solidFill>
            <a:schemeClr val="accent1"/>
          </a:solidFill>
        </p:spPr>
        <p:txBody>
          <a:bodyPr>
            <a:normAutofit/>
          </a:bodyPr>
          <a:lstStyle/>
          <a:p>
            <a:pPr algn="ctr"/>
            <a:r>
              <a:rPr lang="en-US" sz="3200" b="1" dirty="0">
                <a:solidFill>
                  <a:schemeClr val="bg1"/>
                </a:solidFill>
                <a:latin typeface="+mn-lt"/>
                <a:cs typeface="Arial" pitchFamily="34" charset="0"/>
              </a:rPr>
              <a:t>I</a:t>
            </a:r>
            <a:r>
              <a:rPr lang="en-IN" sz="3200" b="1" dirty="0">
                <a:solidFill>
                  <a:schemeClr val="bg1"/>
                </a:solidFill>
                <a:latin typeface="+mn-lt"/>
                <a:cs typeface="Arial" pitchFamily="34" charset="0"/>
              </a:rPr>
              <a:t>ntroduction To Windows Operating System</a:t>
            </a:r>
          </a:p>
        </p:txBody>
      </p:sp>
      <p:sp>
        <p:nvSpPr>
          <p:cNvPr id="3" name="Content Placeholder 2"/>
          <p:cNvSpPr>
            <a:spLocks noGrp="1"/>
          </p:cNvSpPr>
          <p:nvPr>
            <p:ph idx="1"/>
          </p:nvPr>
        </p:nvSpPr>
        <p:spPr>
          <a:xfrm>
            <a:off x="395536" y="1196752"/>
            <a:ext cx="8291264" cy="4929411"/>
          </a:xfrm>
        </p:spPr>
        <p:txBody>
          <a:bodyPr>
            <a:noAutofit/>
          </a:bodyPr>
          <a:lstStyle/>
          <a:p>
            <a:pPr marL="400050" lvl="1" indent="0" algn="ctr">
              <a:buNone/>
            </a:pPr>
            <a:r>
              <a:rPr lang="en-US" sz="1800" b="1" u="sng" dirty="0">
                <a:cs typeface="Arial" panose="020B0604020202020204" pitchFamily="34" charset="0"/>
              </a:rPr>
              <a:t>Windows Basic Functions</a:t>
            </a:r>
          </a:p>
          <a:p>
            <a:pPr marL="400050" lvl="1" indent="0">
              <a:buNone/>
            </a:pPr>
            <a:endParaRPr lang="en-US" sz="1800" dirty="0">
              <a:cs typeface="Arial" panose="020B0604020202020204" pitchFamily="34" charset="0"/>
            </a:endParaRPr>
          </a:p>
          <a:p>
            <a:pPr marL="685800" lvl="1">
              <a:buFont typeface="Arial" panose="020B0604020202020204" pitchFamily="34" charset="0"/>
              <a:buChar char="•"/>
            </a:pPr>
            <a:r>
              <a:rPr lang="en-US" sz="1800" dirty="0">
                <a:cs typeface="Arial" panose="020B0604020202020204" pitchFamily="34" charset="0"/>
              </a:rPr>
              <a:t>Start Menu</a:t>
            </a:r>
          </a:p>
          <a:p>
            <a:pPr marL="685800" lvl="1">
              <a:buFont typeface="Arial" panose="020B0604020202020204" pitchFamily="34" charset="0"/>
              <a:buChar char="•"/>
            </a:pPr>
            <a:r>
              <a:rPr lang="en-US" sz="1800" dirty="0">
                <a:cs typeface="Arial" panose="020B0604020202020204" pitchFamily="34" charset="0"/>
              </a:rPr>
              <a:t>Task Bar</a:t>
            </a:r>
          </a:p>
          <a:p>
            <a:pPr marL="685800" lvl="1">
              <a:buFont typeface="Arial" panose="020B0604020202020204" pitchFamily="34" charset="0"/>
              <a:buChar char="•"/>
            </a:pPr>
            <a:r>
              <a:rPr lang="en-US" sz="1800" dirty="0">
                <a:cs typeface="Arial" panose="020B0604020202020204" pitchFamily="34" charset="0"/>
              </a:rPr>
              <a:t>Command Prompt and PowerShell</a:t>
            </a:r>
          </a:p>
          <a:p>
            <a:pPr marL="685800" lvl="1">
              <a:buFont typeface="Arial" panose="020B0604020202020204" pitchFamily="34" charset="0"/>
              <a:buChar char="•"/>
            </a:pPr>
            <a:r>
              <a:rPr lang="en-US" sz="1800" dirty="0">
                <a:cs typeface="Arial" panose="020B0604020202020204" pitchFamily="34" charset="0"/>
              </a:rPr>
              <a:t>Universal App – Office</a:t>
            </a:r>
          </a:p>
          <a:p>
            <a:pPr marL="685800" lvl="1">
              <a:buFont typeface="Arial" panose="020B0604020202020204" pitchFamily="34" charset="0"/>
              <a:buChar char="•"/>
            </a:pPr>
            <a:r>
              <a:rPr lang="en-US" sz="1800" dirty="0">
                <a:cs typeface="Arial" panose="020B0604020202020204" pitchFamily="34" charset="0"/>
              </a:rPr>
              <a:t>File/Windows Explorer</a:t>
            </a:r>
          </a:p>
          <a:p>
            <a:pPr marL="685800" lvl="1">
              <a:buFont typeface="Arial" panose="020B0604020202020204" pitchFamily="34" charset="0"/>
              <a:buChar char="•"/>
            </a:pPr>
            <a:r>
              <a:rPr lang="en-US" sz="1800" dirty="0">
                <a:cs typeface="Arial" panose="020B0604020202020204" pitchFamily="34" charset="0"/>
              </a:rPr>
              <a:t>Inbuilt Apps – Edge</a:t>
            </a:r>
          </a:p>
          <a:p>
            <a:pPr marL="685800" lvl="1">
              <a:buFont typeface="Arial" panose="020B0604020202020204" pitchFamily="34" charset="0"/>
              <a:buChar char="•"/>
            </a:pPr>
            <a:r>
              <a:rPr lang="en-US" sz="1800" dirty="0">
                <a:cs typeface="Arial" panose="020B0604020202020204" pitchFamily="34" charset="0"/>
              </a:rPr>
              <a:t>MS Store</a:t>
            </a:r>
          </a:p>
        </p:txBody>
      </p:sp>
    </p:spTree>
    <p:extLst>
      <p:ext uri="{BB962C8B-B14F-4D97-AF65-F5344CB8AC3E}">
        <p14:creationId xmlns:p14="http://schemas.microsoft.com/office/powerpoint/2010/main" val="2873923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9071"/>
            <a:ext cx="9144000" cy="843041"/>
          </a:xfrm>
          <a:solidFill>
            <a:schemeClr val="accent1"/>
          </a:solidFill>
        </p:spPr>
        <p:txBody>
          <a:bodyPr>
            <a:normAutofit/>
          </a:bodyPr>
          <a:lstStyle/>
          <a:p>
            <a:pPr algn="ctr"/>
            <a:r>
              <a:rPr lang="en-US" sz="3200" b="1" dirty="0">
                <a:solidFill>
                  <a:schemeClr val="bg1"/>
                </a:solidFill>
                <a:latin typeface="+mn-lt"/>
                <a:cs typeface="Arial" pitchFamily="34" charset="0"/>
              </a:rPr>
              <a:t>I</a:t>
            </a:r>
            <a:r>
              <a:rPr lang="en-IN" sz="3200" b="1" dirty="0">
                <a:solidFill>
                  <a:schemeClr val="bg1"/>
                </a:solidFill>
                <a:latin typeface="+mn-lt"/>
                <a:cs typeface="Arial" pitchFamily="34" charset="0"/>
              </a:rPr>
              <a:t>ntroduction To Windows Operating System</a:t>
            </a:r>
          </a:p>
        </p:txBody>
      </p:sp>
      <p:sp>
        <p:nvSpPr>
          <p:cNvPr id="3" name="Content Placeholder 2"/>
          <p:cNvSpPr>
            <a:spLocks noGrp="1"/>
          </p:cNvSpPr>
          <p:nvPr>
            <p:ph idx="1"/>
          </p:nvPr>
        </p:nvSpPr>
        <p:spPr>
          <a:xfrm>
            <a:off x="395536" y="1196752"/>
            <a:ext cx="8291264" cy="4929411"/>
          </a:xfrm>
        </p:spPr>
        <p:txBody>
          <a:bodyPr>
            <a:noAutofit/>
          </a:bodyPr>
          <a:lstStyle/>
          <a:p>
            <a:pPr marL="400050" lvl="1" indent="0" algn="ctr">
              <a:buNone/>
            </a:pPr>
            <a:r>
              <a:rPr lang="en-US" sz="1800" b="1" u="sng" dirty="0">
                <a:cs typeface="Arial" panose="020B0604020202020204" pitchFamily="34" charset="0"/>
              </a:rPr>
              <a:t>Windows Basic Functions</a:t>
            </a:r>
          </a:p>
          <a:p>
            <a:pPr marL="400050" lvl="1" indent="0">
              <a:buNone/>
            </a:pPr>
            <a:endParaRPr lang="en-US" sz="1800" dirty="0">
              <a:cs typeface="Arial" panose="020B0604020202020204" pitchFamily="34" charset="0"/>
            </a:endParaRPr>
          </a:p>
          <a:p>
            <a:pPr marL="685800" lvl="1">
              <a:buFont typeface="Arial" panose="020B0604020202020204" pitchFamily="34" charset="0"/>
              <a:buChar char="•"/>
            </a:pPr>
            <a:r>
              <a:rPr lang="en-US" sz="1800" dirty="0">
                <a:cs typeface="Arial" panose="020B0604020202020204" pitchFamily="34" charset="0"/>
              </a:rPr>
              <a:t>Event viewer</a:t>
            </a:r>
          </a:p>
          <a:p>
            <a:pPr marL="685800" lvl="1">
              <a:buFont typeface="Arial" panose="020B0604020202020204" pitchFamily="34" charset="0"/>
              <a:buChar char="•"/>
            </a:pPr>
            <a:r>
              <a:rPr lang="en-US" sz="1800" dirty="0">
                <a:cs typeface="Arial" panose="020B0604020202020204" pitchFamily="34" charset="0"/>
              </a:rPr>
              <a:t>Windows Run</a:t>
            </a:r>
          </a:p>
          <a:p>
            <a:pPr marL="685800" lvl="1">
              <a:buFont typeface="Arial" panose="020B0604020202020204" pitchFamily="34" charset="0"/>
              <a:buChar char="•"/>
            </a:pPr>
            <a:r>
              <a:rPr lang="en-US" sz="1800" dirty="0">
                <a:cs typeface="Arial" panose="020B0604020202020204" pitchFamily="34" charset="0"/>
              </a:rPr>
              <a:t>UAC -Admin, Standard</a:t>
            </a:r>
          </a:p>
          <a:p>
            <a:pPr marL="685800" lvl="1">
              <a:buFont typeface="Arial" panose="020B0604020202020204" pitchFamily="34" charset="0"/>
              <a:buChar char="•"/>
            </a:pPr>
            <a:r>
              <a:rPr lang="en-US" sz="1800" dirty="0">
                <a:cs typeface="Arial" panose="020B0604020202020204" pitchFamily="34" charset="0"/>
              </a:rPr>
              <a:t>Windows Registry</a:t>
            </a:r>
          </a:p>
          <a:p>
            <a:pPr marL="685800" lvl="1">
              <a:buFont typeface="Arial" panose="020B0604020202020204" pitchFamily="34" charset="0"/>
              <a:buChar char="•"/>
            </a:pPr>
            <a:r>
              <a:rPr lang="en-US" sz="1800" dirty="0">
                <a:cs typeface="Arial" panose="020B0604020202020204" pitchFamily="34" charset="0"/>
              </a:rPr>
              <a:t>Disk Cleaner</a:t>
            </a:r>
          </a:p>
          <a:p>
            <a:pPr marL="685800" lvl="1">
              <a:buFont typeface="Arial" panose="020B0604020202020204" pitchFamily="34" charset="0"/>
              <a:buChar char="•"/>
            </a:pPr>
            <a:r>
              <a:rPr lang="en-US" sz="1800" dirty="0">
                <a:cs typeface="Arial" panose="020B0604020202020204" pitchFamily="34" charset="0"/>
              </a:rPr>
              <a:t>Disk Management</a:t>
            </a:r>
          </a:p>
          <a:p>
            <a:pPr marL="685800" lvl="1">
              <a:buFont typeface="Arial" panose="020B0604020202020204" pitchFamily="34" charset="0"/>
              <a:buChar char="•"/>
            </a:pPr>
            <a:r>
              <a:rPr lang="en-US" sz="1800" dirty="0">
                <a:cs typeface="Arial" panose="020B0604020202020204" pitchFamily="34" charset="0"/>
              </a:rPr>
              <a:t>Task Scheduler</a:t>
            </a:r>
          </a:p>
        </p:txBody>
      </p:sp>
    </p:spTree>
    <p:extLst>
      <p:ext uri="{BB962C8B-B14F-4D97-AF65-F5344CB8AC3E}">
        <p14:creationId xmlns:p14="http://schemas.microsoft.com/office/powerpoint/2010/main" val="337296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3103"/>
            <a:ext cx="9144000" cy="778098"/>
          </a:xfrm>
          <a:solidFill>
            <a:schemeClr val="accent1"/>
          </a:solidFill>
        </p:spPr>
        <p:txBody>
          <a:bodyPr>
            <a:normAutofit/>
          </a:bodyPr>
          <a:lstStyle/>
          <a:p>
            <a:pPr algn="ctr"/>
            <a:r>
              <a:rPr lang="en-US" sz="3200" b="1" dirty="0">
                <a:solidFill>
                  <a:schemeClr val="bg1"/>
                </a:solidFill>
                <a:latin typeface="+mn-lt"/>
                <a:cs typeface="Arial" pitchFamily="34" charset="0"/>
              </a:rPr>
              <a:t>Training Module</a:t>
            </a:r>
            <a:endParaRPr lang="en-IN" sz="3200" b="1" dirty="0">
              <a:solidFill>
                <a:schemeClr val="bg1"/>
              </a:solidFill>
              <a:latin typeface="+mn-lt"/>
              <a:cs typeface="Arial" pitchFamily="34" charset="0"/>
            </a:endParaRPr>
          </a:p>
        </p:txBody>
      </p:sp>
      <p:sp>
        <p:nvSpPr>
          <p:cNvPr id="3" name="Content Placeholder 2"/>
          <p:cNvSpPr>
            <a:spLocks noGrp="1"/>
          </p:cNvSpPr>
          <p:nvPr>
            <p:ph idx="1"/>
          </p:nvPr>
        </p:nvSpPr>
        <p:spPr>
          <a:xfrm>
            <a:off x="390840" y="899714"/>
            <a:ext cx="8229600" cy="5616624"/>
          </a:xfrm>
        </p:spPr>
        <p:style>
          <a:lnRef idx="1">
            <a:schemeClr val="accent1"/>
          </a:lnRef>
          <a:fillRef idx="2">
            <a:schemeClr val="accent1"/>
          </a:fillRef>
          <a:effectRef idx="1">
            <a:schemeClr val="accent1"/>
          </a:effectRef>
          <a:fontRef idx="minor">
            <a:schemeClr val="dk1"/>
          </a:fontRef>
        </p:style>
        <p:txBody>
          <a:bodyPr>
            <a:normAutofit/>
          </a:bodyPr>
          <a:lstStyle/>
          <a:p>
            <a:pPr marL="0" indent="0" algn="ctr">
              <a:buNone/>
            </a:pPr>
            <a:endParaRPr lang="en-US" sz="2800" b="1" dirty="0">
              <a:cs typeface="Arial" pitchFamily="34" charset="0"/>
            </a:endParaRPr>
          </a:p>
          <a:p>
            <a:pPr marL="0" indent="0" algn="ctr">
              <a:buNone/>
            </a:pPr>
            <a:endParaRPr lang="en-US" sz="2800" b="1" dirty="0">
              <a:cs typeface="Arial" pitchFamily="34" charset="0"/>
            </a:endParaRPr>
          </a:p>
          <a:p>
            <a:pPr marL="0" indent="0" algn="ctr">
              <a:buNone/>
            </a:pPr>
            <a:endParaRPr lang="en-US" sz="2800" b="1" dirty="0">
              <a:cs typeface="Arial" pitchFamily="34" charset="0"/>
            </a:endParaRPr>
          </a:p>
          <a:p>
            <a:pPr marL="0" indent="0" algn="ctr">
              <a:buNone/>
            </a:pPr>
            <a:endParaRPr lang="en-US" sz="2800" b="1" dirty="0">
              <a:cs typeface="Arial" pitchFamily="34" charset="0"/>
            </a:endParaRPr>
          </a:p>
          <a:p>
            <a:pPr marL="0" indent="0" algn="ctr">
              <a:buNone/>
            </a:pPr>
            <a:r>
              <a:rPr lang="en-US" sz="2800" b="1" dirty="0">
                <a:cs typeface="Arial" pitchFamily="34" charset="0"/>
              </a:rPr>
              <a:t>Module 2 – Application Packaging</a:t>
            </a:r>
          </a:p>
          <a:p>
            <a:pPr marL="0" indent="0">
              <a:buNone/>
            </a:pPr>
            <a:endParaRPr lang="en-IN" sz="2800" dirty="0">
              <a:cs typeface="Arial" pitchFamily="34" charset="0"/>
            </a:endParaRPr>
          </a:p>
          <a:p>
            <a:pPr marL="0" indent="0">
              <a:buNone/>
            </a:pPr>
            <a:endParaRPr lang="en-US" sz="2800" dirty="0">
              <a:cs typeface="Arial" pitchFamily="34" charset="0"/>
            </a:endParaRPr>
          </a:p>
          <a:p>
            <a:pPr marL="0" indent="0">
              <a:buNone/>
            </a:pPr>
            <a:endParaRPr lang="en-US" sz="2800" dirty="0">
              <a:cs typeface="Arial" pitchFamily="34" charset="0"/>
            </a:endParaRPr>
          </a:p>
          <a:p>
            <a:pPr marL="0" indent="0">
              <a:buNone/>
            </a:pPr>
            <a:endParaRPr lang="en-IN" sz="2800" dirty="0">
              <a:cs typeface="Arial" pitchFamily="34" charset="0"/>
            </a:endParaRPr>
          </a:p>
        </p:txBody>
      </p:sp>
    </p:spTree>
    <p:extLst>
      <p:ext uri="{BB962C8B-B14F-4D97-AF65-F5344CB8AC3E}">
        <p14:creationId xmlns:p14="http://schemas.microsoft.com/office/powerpoint/2010/main" val="468491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0EDEF-B477-75F9-7029-9CA356FCCF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ED778C-C7F3-3C3A-5D36-B9BF6F7FBCB2}"/>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latin typeface="+mn-lt"/>
                <a:cs typeface="Arial" pitchFamily="34" charset="0"/>
              </a:rPr>
              <a:t>I</a:t>
            </a:r>
            <a:r>
              <a:rPr lang="en-IN" sz="3200" b="1" dirty="0">
                <a:solidFill>
                  <a:schemeClr val="bg1"/>
                </a:solidFill>
                <a:latin typeface="+mn-lt"/>
                <a:cs typeface="Arial" pitchFamily="34" charset="0"/>
              </a:rPr>
              <a:t>ntroduction To  Application Packaging</a:t>
            </a:r>
          </a:p>
        </p:txBody>
      </p:sp>
      <p:sp>
        <p:nvSpPr>
          <p:cNvPr id="3" name="Content Placeholder 2">
            <a:extLst>
              <a:ext uri="{FF2B5EF4-FFF2-40B4-BE49-F238E27FC236}">
                <a16:creationId xmlns:a16="http://schemas.microsoft.com/office/drawing/2014/main" id="{0083BF68-516B-62FF-0532-E5835A0C4360}"/>
              </a:ext>
            </a:extLst>
          </p:cNvPr>
          <p:cNvSpPr>
            <a:spLocks noGrp="1"/>
          </p:cNvSpPr>
          <p:nvPr>
            <p:ph idx="1"/>
          </p:nvPr>
        </p:nvSpPr>
        <p:spPr>
          <a:xfrm>
            <a:off x="395536" y="1196752"/>
            <a:ext cx="8291264" cy="5328592"/>
          </a:xfrm>
        </p:spPr>
        <p:txBody>
          <a:bodyPr>
            <a:noAutofit/>
          </a:bodyPr>
          <a:lstStyle/>
          <a:p>
            <a:pPr marL="0" indent="0" algn="just">
              <a:buNone/>
            </a:pPr>
            <a:endParaRPr lang="en-IN" sz="1800" dirty="0">
              <a:cs typeface="Arial" pitchFamily="34" charset="0"/>
            </a:endParaRPr>
          </a:p>
          <a:p>
            <a:pPr marL="0" lvl="0" indent="0">
              <a:buNone/>
            </a:pPr>
            <a:endParaRPr lang="en-IN" sz="1800" b="1" dirty="0"/>
          </a:p>
          <a:p>
            <a:pPr marL="0" lvl="0" indent="0">
              <a:buNone/>
            </a:pPr>
            <a:r>
              <a:rPr lang="en-IN" sz="1800" b="1" dirty="0"/>
              <a:t>Application Packaging - </a:t>
            </a:r>
            <a:r>
              <a:rPr lang="en-US" sz="1800" dirty="0"/>
              <a:t>is the process of preparing software applications for deployment in a standardized, automated, and manageable way across multiple systems or environments. It’s especially crucial in enterprise IT environments where consistency, security, and scalability are key.</a:t>
            </a:r>
          </a:p>
          <a:p>
            <a:pPr marL="0" lvl="0" indent="0">
              <a:buNone/>
            </a:pPr>
            <a:endParaRPr lang="en-IN" sz="1800" dirty="0"/>
          </a:p>
          <a:p>
            <a:pPr marL="0" lvl="0" indent="0">
              <a:buNone/>
            </a:pPr>
            <a:r>
              <a:rPr lang="en-IN" sz="1800" dirty="0"/>
              <a:t>Their terms application packaging and repackaging is mostly used in the same sense. However, if we get the binaries from a vendor, then we combine them to make an application package. If we get a legacy installer from a vendor such as an exe or </a:t>
            </a:r>
            <a:r>
              <a:rPr lang="en-IN" sz="1800" dirty="0" err="1"/>
              <a:t>msi</a:t>
            </a:r>
            <a:r>
              <a:rPr lang="en-IN" sz="1800" dirty="0"/>
              <a:t> or batch files etc then we customize them as an application repackage.</a:t>
            </a:r>
          </a:p>
          <a:p>
            <a:endParaRPr lang="en-IN" sz="1800" dirty="0">
              <a:cs typeface="Arial" pitchFamily="34" charset="0"/>
            </a:endParaRPr>
          </a:p>
        </p:txBody>
      </p:sp>
    </p:spTree>
    <p:extLst>
      <p:ext uri="{BB962C8B-B14F-4D97-AF65-F5344CB8AC3E}">
        <p14:creationId xmlns:p14="http://schemas.microsoft.com/office/powerpoint/2010/main" val="2527090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C90C7-50EC-BACD-13BB-973121D76A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C960E0-F318-D8D6-4EE0-4FE754AAC2BB}"/>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latin typeface="+mn-lt"/>
                <a:cs typeface="Arial" pitchFamily="34" charset="0"/>
              </a:rPr>
              <a:t>I</a:t>
            </a:r>
            <a:r>
              <a:rPr lang="en-IN" sz="3200" b="1" dirty="0">
                <a:solidFill>
                  <a:schemeClr val="bg1"/>
                </a:solidFill>
                <a:latin typeface="+mn-lt"/>
                <a:cs typeface="Arial" pitchFamily="34" charset="0"/>
              </a:rPr>
              <a:t>ntroduction To  Application Packaging</a:t>
            </a:r>
          </a:p>
        </p:txBody>
      </p:sp>
      <p:sp>
        <p:nvSpPr>
          <p:cNvPr id="3" name="Content Placeholder 2">
            <a:extLst>
              <a:ext uri="{FF2B5EF4-FFF2-40B4-BE49-F238E27FC236}">
                <a16:creationId xmlns:a16="http://schemas.microsoft.com/office/drawing/2014/main" id="{B20BAE48-3B48-A380-CACA-E952BCCFD501}"/>
              </a:ext>
            </a:extLst>
          </p:cNvPr>
          <p:cNvSpPr>
            <a:spLocks noGrp="1"/>
          </p:cNvSpPr>
          <p:nvPr>
            <p:ph idx="1"/>
          </p:nvPr>
        </p:nvSpPr>
        <p:spPr>
          <a:xfrm>
            <a:off x="395536" y="1196752"/>
            <a:ext cx="8291264" cy="5328592"/>
          </a:xfrm>
        </p:spPr>
        <p:txBody>
          <a:bodyPr>
            <a:noAutofit/>
          </a:bodyPr>
          <a:lstStyle/>
          <a:p>
            <a:pPr marL="0" indent="0">
              <a:buNone/>
            </a:pPr>
            <a:r>
              <a:rPr lang="en-US" sz="1800" dirty="0">
                <a:cs typeface="Arial" pitchFamily="34" charset="0"/>
              </a:rPr>
              <a:t>Application packaging typically includes:</a:t>
            </a:r>
          </a:p>
          <a:p>
            <a:pPr marL="0" indent="0">
              <a:buNone/>
            </a:pPr>
            <a:endParaRPr lang="en-US" sz="1800" dirty="0">
              <a:cs typeface="Arial" pitchFamily="34" charset="0"/>
            </a:endParaRPr>
          </a:p>
          <a:p>
            <a:r>
              <a:rPr lang="en-US" sz="1800" b="1" dirty="0">
                <a:cs typeface="Arial" pitchFamily="34" charset="0"/>
              </a:rPr>
              <a:t>Customization</a:t>
            </a:r>
            <a:r>
              <a:rPr lang="en-US" sz="1800" dirty="0">
                <a:cs typeface="Arial" pitchFamily="34" charset="0"/>
              </a:rPr>
              <a:t>: Tailoring the application settings to meet organizational needs (e.g., disabling auto-updates, setting default paths).</a:t>
            </a:r>
          </a:p>
          <a:p>
            <a:pPr marL="0" indent="0">
              <a:buNone/>
            </a:pPr>
            <a:endParaRPr lang="en-US" sz="1800" dirty="0">
              <a:cs typeface="Arial" pitchFamily="34" charset="0"/>
            </a:endParaRPr>
          </a:p>
          <a:p>
            <a:r>
              <a:rPr lang="en-US" sz="1800" b="1" dirty="0">
                <a:cs typeface="Arial" pitchFamily="34" charset="0"/>
              </a:rPr>
              <a:t>Bundling</a:t>
            </a:r>
            <a:r>
              <a:rPr lang="en-US" sz="1800" dirty="0">
                <a:cs typeface="Arial" pitchFamily="34" charset="0"/>
              </a:rPr>
              <a:t>: Wrapping all necessary files, configurations, and dependencies into a single package.</a:t>
            </a:r>
          </a:p>
          <a:p>
            <a:endParaRPr lang="en-US" sz="1800" dirty="0">
              <a:cs typeface="Arial" pitchFamily="34" charset="0"/>
            </a:endParaRPr>
          </a:p>
          <a:p>
            <a:r>
              <a:rPr lang="en-US" sz="1800" b="1" dirty="0">
                <a:cs typeface="Arial" pitchFamily="34" charset="0"/>
              </a:rPr>
              <a:t>Testing</a:t>
            </a:r>
            <a:r>
              <a:rPr lang="en-US" sz="1800" dirty="0">
                <a:cs typeface="Arial" pitchFamily="34" charset="0"/>
              </a:rPr>
              <a:t>: Ensuring the package installs, runs, and uninstalls correctly without conflicts.</a:t>
            </a:r>
          </a:p>
          <a:p>
            <a:endParaRPr lang="en-US" sz="1800" dirty="0">
              <a:cs typeface="Arial" pitchFamily="34" charset="0"/>
            </a:endParaRPr>
          </a:p>
          <a:p>
            <a:r>
              <a:rPr lang="en-US" sz="1800" b="1" dirty="0">
                <a:cs typeface="Arial" pitchFamily="34" charset="0"/>
              </a:rPr>
              <a:t>Deployment Readiness</a:t>
            </a:r>
            <a:r>
              <a:rPr lang="en-US" sz="1800" dirty="0">
                <a:cs typeface="Arial" pitchFamily="34" charset="0"/>
              </a:rPr>
              <a:t>: Making the package compatible with deployment tools like SCCM, Intune, or other endpoint management systems.</a:t>
            </a:r>
            <a:endParaRPr lang="en-IN" sz="1800" dirty="0">
              <a:cs typeface="Arial" pitchFamily="34" charset="0"/>
            </a:endParaRPr>
          </a:p>
        </p:txBody>
      </p:sp>
    </p:spTree>
    <p:extLst>
      <p:ext uri="{BB962C8B-B14F-4D97-AF65-F5344CB8AC3E}">
        <p14:creationId xmlns:p14="http://schemas.microsoft.com/office/powerpoint/2010/main" val="30400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751FF-C825-2F6C-6725-3F6240C6F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87A19F-CB90-F721-59C6-CF746C4EC7EC}"/>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latin typeface="+mn-lt"/>
                <a:cs typeface="Arial" pitchFamily="34" charset="0"/>
              </a:rPr>
              <a:t>I</a:t>
            </a:r>
            <a:r>
              <a:rPr lang="en-IN" sz="3200" b="1" dirty="0">
                <a:solidFill>
                  <a:schemeClr val="bg1"/>
                </a:solidFill>
                <a:latin typeface="+mn-lt"/>
                <a:cs typeface="Arial" pitchFamily="34" charset="0"/>
              </a:rPr>
              <a:t>ntroduction To  Application Packaging</a:t>
            </a:r>
          </a:p>
        </p:txBody>
      </p:sp>
      <p:sp>
        <p:nvSpPr>
          <p:cNvPr id="3" name="Content Placeholder 2">
            <a:extLst>
              <a:ext uri="{FF2B5EF4-FFF2-40B4-BE49-F238E27FC236}">
                <a16:creationId xmlns:a16="http://schemas.microsoft.com/office/drawing/2014/main" id="{738F481B-9B51-4406-AC15-482140243F0F}"/>
              </a:ext>
            </a:extLst>
          </p:cNvPr>
          <p:cNvSpPr>
            <a:spLocks noGrp="1"/>
          </p:cNvSpPr>
          <p:nvPr>
            <p:ph idx="1"/>
          </p:nvPr>
        </p:nvSpPr>
        <p:spPr>
          <a:xfrm>
            <a:off x="395536" y="1196752"/>
            <a:ext cx="8291264" cy="5328592"/>
          </a:xfrm>
        </p:spPr>
        <p:txBody>
          <a:bodyPr>
            <a:noAutofit/>
          </a:bodyPr>
          <a:lstStyle/>
          <a:p>
            <a:pPr marL="0" indent="0">
              <a:buNone/>
            </a:pPr>
            <a:endParaRPr lang="en-US" sz="1800" dirty="0">
              <a:cs typeface="Arial" pitchFamily="34" charset="0"/>
            </a:endParaRPr>
          </a:p>
          <a:p>
            <a:pPr marL="0" indent="0">
              <a:buNone/>
            </a:pPr>
            <a:r>
              <a:rPr lang="en-US" sz="1800" dirty="0">
                <a:cs typeface="Arial" pitchFamily="34" charset="0"/>
              </a:rPr>
              <a:t>Why Standard App Packaging is necessary in IT ?</a:t>
            </a:r>
          </a:p>
          <a:p>
            <a:pPr marL="0" indent="0">
              <a:buNone/>
            </a:pPr>
            <a:endParaRPr lang="en-US" sz="1800" dirty="0">
              <a:cs typeface="Arial" pitchFamily="34" charset="0"/>
            </a:endParaRPr>
          </a:p>
          <a:p>
            <a:r>
              <a:rPr lang="en-US" sz="1800" b="1" dirty="0">
                <a:cs typeface="Arial" pitchFamily="34" charset="0"/>
              </a:rPr>
              <a:t>Consistency</a:t>
            </a:r>
            <a:r>
              <a:rPr lang="en-US" sz="1800" dirty="0">
                <a:cs typeface="Arial" pitchFamily="34" charset="0"/>
              </a:rPr>
              <a:t>: Ensures all users get the same version and configuration.</a:t>
            </a:r>
          </a:p>
          <a:p>
            <a:endParaRPr lang="en-US" sz="1800" dirty="0">
              <a:cs typeface="Arial" pitchFamily="34" charset="0"/>
            </a:endParaRPr>
          </a:p>
          <a:p>
            <a:r>
              <a:rPr lang="en-US" sz="1800" b="1" dirty="0">
                <a:cs typeface="Arial" pitchFamily="34" charset="0"/>
              </a:rPr>
              <a:t>Efficiency</a:t>
            </a:r>
            <a:r>
              <a:rPr lang="en-US" sz="1800" dirty="0">
                <a:cs typeface="Arial" pitchFamily="34" charset="0"/>
              </a:rPr>
              <a:t>: Speeds up deployment and reduces manual errors.</a:t>
            </a:r>
          </a:p>
          <a:p>
            <a:endParaRPr lang="en-US" sz="1800" dirty="0">
              <a:cs typeface="Arial" pitchFamily="34" charset="0"/>
            </a:endParaRPr>
          </a:p>
          <a:p>
            <a:r>
              <a:rPr lang="en-US" sz="1800" b="1" dirty="0">
                <a:cs typeface="Arial" pitchFamily="34" charset="0"/>
              </a:rPr>
              <a:t>Security</a:t>
            </a:r>
            <a:r>
              <a:rPr lang="en-US" sz="1800" dirty="0">
                <a:cs typeface="Arial" pitchFamily="34" charset="0"/>
              </a:rPr>
              <a:t>: Helps enforce policies and reduce vulnerabilities.</a:t>
            </a:r>
          </a:p>
          <a:p>
            <a:endParaRPr lang="en-US" sz="1800" dirty="0">
              <a:cs typeface="Arial" pitchFamily="34" charset="0"/>
            </a:endParaRPr>
          </a:p>
          <a:p>
            <a:r>
              <a:rPr lang="en-US" sz="1800" b="1" dirty="0">
                <a:cs typeface="Arial" pitchFamily="34" charset="0"/>
              </a:rPr>
              <a:t>Scalability</a:t>
            </a:r>
            <a:r>
              <a:rPr lang="en-US" sz="1800" dirty="0">
                <a:cs typeface="Arial" pitchFamily="34" charset="0"/>
              </a:rPr>
              <a:t>: Supports mass deployment across thousands of devices.</a:t>
            </a:r>
            <a:endParaRPr lang="en-IN" sz="1800" dirty="0">
              <a:cs typeface="Arial" pitchFamily="34" charset="0"/>
            </a:endParaRPr>
          </a:p>
        </p:txBody>
      </p:sp>
    </p:spTree>
    <p:extLst>
      <p:ext uri="{BB962C8B-B14F-4D97-AF65-F5344CB8AC3E}">
        <p14:creationId xmlns:p14="http://schemas.microsoft.com/office/powerpoint/2010/main" val="599696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0041E-2233-B723-E350-D7E2F0A615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B3D18-75ED-6531-D43C-A31C4E819887}"/>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latin typeface="+mn-lt"/>
                <a:cs typeface="Arial" pitchFamily="34" charset="0"/>
              </a:rPr>
              <a:t>Device Driver Management</a:t>
            </a:r>
            <a:endParaRPr lang="en-IN" sz="3200" b="1" dirty="0">
              <a:solidFill>
                <a:schemeClr val="bg1"/>
              </a:solidFill>
              <a:latin typeface="+mn-lt"/>
              <a:cs typeface="Arial" pitchFamily="34" charset="0"/>
            </a:endParaRPr>
          </a:p>
        </p:txBody>
      </p:sp>
      <p:sp>
        <p:nvSpPr>
          <p:cNvPr id="3" name="Content Placeholder 2">
            <a:extLst>
              <a:ext uri="{FF2B5EF4-FFF2-40B4-BE49-F238E27FC236}">
                <a16:creationId xmlns:a16="http://schemas.microsoft.com/office/drawing/2014/main" id="{EB74717A-D1B7-CC74-E7CE-864CCDB8F611}"/>
              </a:ext>
            </a:extLst>
          </p:cNvPr>
          <p:cNvSpPr>
            <a:spLocks noGrp="1"/>
          </p:cNvSpPr>
          <p:nvPr>
            <p:ph idx="1"/>
          </p:nvPr>
        </p:nvSpPr>
        <p:spPr>
          <a:xfrm>
            <a:off x="323528" y="980728"/>
            <a:ext cx="8291264" cy="5328592"/>
          </a:xfrm>
        </p:spPr>
        <p:txBody>
          <a:bodyPr>
            <a:noAutofit/>
          </a:bodyPr>
          <a:lstStyle/>
          <a:p>
            <a:pPr marL="0" indent="0">
              <a:buNone/>
            </a:pPr>
            <a:r>
              <a:rPr lang="en-US" sz="1800" b="1" dirty="0">
                <a:cs typeface="Arial" pitchFamily="34" charset="0"/>
              </a:rPr>
              <a:t>Device drivers </a:t>
            </a:r>
            <a:r>
              <a:rPr lang="en-US" sz="1800" dirty="0">
                <a:cs typeface="Arial" pitchFamily="34" charset="0"/>
              </a:rPr>
              <a:t>are low-level software components that allow the operating system to communicate with hardware devices like printers, graphics cards, network adapters, etc.</a:t>
            </a:r>
          </a:p>
          <a:p>
            <a:pPr marL="0" indent="0">
              <a:buNone/>
            </a:pPr>
            <a:endParaRPr lang="en-US" sz="1800" dirty="0">
              <a:cs typeface="Arial" pitchFamily="34" charset="0"/>
            </a:endParaRPr>
          </a:p>
          <a:p>
            <a:r>
              <a:rPr lang="en-US" sz="1800" dirty="0">
                <a:cs typeface="Arial" pitchFamily="34" charset="0"/>
              </a:rPr>
              <a:t>They act as translators between the OS and the hardware.</a:t>
            </a:r>
          </a:p>
          <a:p>
            <a:r>
              <a:rPr lang="en-US" sz="1800" dirty="0">
                <a:cs typeface="Arial" pitchFamily="34" charset="0"/>
              </a:rPr>
              <a:t>Each device requires a specific driver to function properly.</a:t>
            </a:r>
          </a:p>
          <a:p>
            <a:endParaRPr lang="en-US" sz="1800" dirty="0">
              <a:cs typeface="Arial" pitchFamily="34" charset="0"/>
            </a:endParaRPr>
          </a:p>
          <a:p>
            <a:pPr marL="0" indent="0">
              <a:buNone/>
            </a:pPr>
            <a:r>
              <a:rPr lang="en-IN" sz="1800" dirty="0">
                <a:cs typeface="Arial" pitchFamily="34" charset="0"/>
              </a:rPr>
              <a:t>Handling Drivers Within MSI Packages: MSI (Microsoft Installer) is a Windows installation package format used to install software, including drivers.</a:t>
            </a:r>
          </a:p>
          <a:p>
            <a:pPr marL="0" indent="0">
              <a:buNone/>
            </a:pPr>
            <a:endParaRPr lang="en-IN" sz="1800" dirty="0">
              <a:cs typeface="Arial" pitchFamily="34" charset="0"/>
            </a:endParaRPr>
          </a:p>
          <a:p>
            <a:pPr marL="0" indent="0">
              <a:buNone/>
            </a:pPr>
            <a:r>
              <a:rPr lang="en-IN" sz="1800" b="1" dirty="0">
                <a:cs typeface="Arial" pitchFamily="34" charset="0"/>
              </a:rPr>
              <a:t>How Drivers Are Packaged in MSI:</a:t>
            </a:r>
          </a:p>
          <a:p>
            <a:pPr marL="0" indent="0">
              <a:buNone/>
            </a:pPr>
            <a:endParaRPr lang="en-IN" sz="1800" dirty="0">
              <a:cs typeface="Arial" pitchFamily="34" charset="0"/>
            </a:endParaRPr>
          </a:p>
          <a:p>
            <a:r>
              <a:rPr lang="en-IN" sz="1800" dirty="0">
                <a:cs typeface="Arial" pitchFamily="34" charset="0"/>
              </a:rPr>
              <a:t>MSI files can include drivers directly or call external driver installers.</a:t>
            </a:r>
          </a:p>
          <a:p>
            <a:r>
              <a:rPr lang="en-IN" sz="1800" dirty="0">
                <a:cs typeface="Arial" pitchFamily="34" charset="0"/>
              </a:rPr>
              <a:t>Driver installation may be handled using:</a:t>
            </a:r>
          </a:p>
          <a:p>
            <a:pPr marL="0" indent="0">
              <a:buNone/>
            </a:pPr>
            <a:r>
              <a:rPr lang="en-IN" sz="1800" dirty="0">
                <a:cs typeface="Arial" pitchFamily="34" charset="0"/>
              </a:rPr>
              <a:t>       DPInst.exe (Driver Package Installer)</a:t>
            </a:r>
          </a:p>
          <a:p>
            <a:pPr marL="0" indent="0">
              <a:buNone/>
            </a:pPr>
            <a:r>
              <a:rPr lang="en-IN" sz="1800" dirty="0">
                <a:cs typeface="Arial" pitchFamily="34" charset="0"/>
              </a:rPr>
              <a:t>       PnPUtil.exe (Plug and Play Utility)</a:t>
            </a:r>
          </a:p>
          <a:p>
            <a:endParaRPr lang="en-IN" sz="1800" dirty="0">
              <a:cs typeface="Arial" pitchFamily="34" charset="0"/>
            </a:endParaRPr>
          </a:p>
        </p:txBody>
      </p:sp>
    </p:spTree>
    <p:extLst>
      <p:ext uri="{BB962C8B-B14F-4D97-AF65-F5344CB8AC3E}">
        <p14:creationId xmlns:p14="http://schemas.microsoft.com/office/powerpoint/2010/main" val="2894968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2D907-217F-352F-FF24-863B394B71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735881-4AA7-85CA-ABB8-BCB92CB55638}"/>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latin typeface="+mn-lt"/>
                <a:cs typeface="Arial" pitchFamily="34" charset="0"/>
              </a:rPr>
              <a:t>Device Driver Management</a:t>
            </a:r>
            <a:endParaRPr lang="en-IN" sz="3200" b="1" dirty="0">
              <a:solidFill>
                <a:schemeClr val="bg1"/>
              </a:solidFill>
              <a:latin typeface="+mn-lt"/>
              <a:cs typeface="Arial" pitchFamily="34" charset="0"/>
            </a:endParaRPr>
          </a:p>
        </p:txBody>
      </p:sp>
      <p:sp>
        <p:nvSpPr>
          <p:cNvPr id="3" name="Content Placeholder 2">
            <a:extLst>
              <a:ext uri="{FF2B5EF4-FFF2-40B4-BE49-F238E27FC236}">
                <a16:creationId xmlns:a16="http://schemas.microsoft.com/office/drawing/2014/main" id="{30AEC19B-994F-8F7A-0C82-F75CDC8346A8}"/>
              </a:ext>
            </a:extLst>
          </p:cNvPr>
          <p:cNvSpPr>
            <a:spLocks noGrp="1"/>
          </p:cNvSpPr>
          <p:nvPr>
            <p:ph idx="1"/>
          </p:nvPr>
        </p:nvSpPr>
        <p:spPr>
          <a:xfrm>
            <a:off x="323528" y="980728"/>
            <a:ext cx="8291264" cy="5328592"/>
          </a:xfrm>
        </p:spPr>
        <p:txBody>
          <a:bodyPr>
            <a:noAutofit/>
          </a:bodyPr>
          <a:lstStyle/>
          <a:p>
            <a:pPr marL="0" indent="0">
              <a:buNone/>
            </a:pPr>
            <a:endParaRPr lang="en-US" sz="1800" dirty="0">
              <a:cs typeface="Arial" pitchFamily="34" charset="0"/>
            </a:endParaRPr>
          </a:p>
          <a:p>
            <a:pPr marL="0" indent="0">
              <a:buNone/>
            </a:pPr>
            <a:r>
              <a:rPr lang="en-US" sz="1800" dirty="0">
                <a:cs typeface="Arial" pitchFamily="34" charset="0"/>
              </a:rPr>
              <a:t>Driver-related files and where they go after installation:</a:t>
            </a:r>
          </a:p>
          <a:p>
            <a:pPr marL="0" indent="0">
              <a:buNone/>
            </a:pPr>
            <a:endParaRPr lang="en-US" sz="1800" dirty="0">
              <a:cs typeface="Arial" pitchFamily="34" charset="0"/>
            </a:endParaRPr>
          </a:p>
          <a:p>
            <a:pPr marL="0" indent="0">
              <a:buNone/>
            </a:pPr>
            <a:endParaRPr lang="en-US" sz="1800" dirty="0">
              <a:cs typeface="Arial" pitchFamily="34" charset="0"/>
            </a:endParaRPr>
          </a:p>
          <a:p>
            <a:pPr marL="0" indent="0">
              <a:buNone/>
            </a:pPr>
            <a:endParaRPr lang="en-US" sz="1800" dirty="0">
              <a:cs typeface="Arial" pitchFamily="34" charset="0"/>
            </a:endParaRPr>
          </a:p>
          <a:p>
            <a:pPr marL="0" indent="0">
              <a:buNone/>
            </a:pPr>
            <a:endParaRPr lang="en-US" sz="1800" dirty="0">
              <a:cs typeface="Arial" pitchFamily="34" charset="0"/>
            </a:endParaRPr>
          </a:p>
          <a:p>
            <a:pPr marL="0" indent="0">
              <a:buNone/>
            </a:pPr>
            <a:endParaRPr lang="en-US" sz="1800" dirty="0">
              <a:cs typeface="Arial" pitchFamily="34" charset="0"/>
            </a:endParaRPr>
          </a:p>
          <a:p>
            <a:pPr marL="0" indent="0">
              <a:buNone/>
            </a:pPr>
            <a:endParaRPr lang="en-US" sz="1800" dirty="0">
              <a:cs typeface="Arial" pitchFamily="34" charset="0"/>
            </a:endParaRPr>
          </a:p>
          <a:p>
            <a:pPr marL="0" indent="0">
              <a:buNone/>
            </a:pPr>
            <a:endParaRPr lang="en-US" sz="1800" dirty="0">
              <a:cs typeface="Arial" pitchFamily="34" charset="0"/>
            </a:endParaRPr>
          </a:p>
          <a:p>
            <a:pPr marL="0" indent="0">
              <a:buNone/>
            </a:pPr>
            <a:endParaRPr lang="en-US" sz="1800" dirty="0">
              <a:cs typeface="Arial" pitchFamily="34" charset="0"/>
            </a:endParaRPr>
          </a:p>
          <a:p>
            <a:pPr marL="0" indent="0">
              <a:buNone/>
            </a:pPr>
            <a:endParaRPr lang="en-US" sz="1800" dirty="0">
              <a:cs typeface="Arial" pitchFamily="34" charset="0"/>
            </a:endParaRPr>
          </a:p>
          <a:p>
            <a:pPr marL="0" indent="0">
              <a:buNone/>
            </a:pPr>
            <a:r>
              <a:rPr lang="en-US" sz="1800" dirty="0">
                <a:cs typeface="Arial" pitchFamily="34" charset="0"/>
              </a:rPr>
              <a:t>After installation, drivers are staged in the </a:t>
            </a:r>
            <a:r>
              <a:rPr lang="en-US" sz="1800" dirty="0" err="1">
                <a:cs typeface="Arial" pitchFamily="34" charset="0"/>
              </a:rPr>
              <a:t>DriverStore</a:t>
            </a:r>
            <a:r>
              <a:rPr lang="en-US" sz="1800" dirty="0">
                <a:cs typeface="Arial" pitchFamily="34" charset="0"/>
              </a:rPr>
              <a:t>:</a:t>
            </a:r>
          </a:p>
          <a:p>
            <a:pPr marL="0" indent="0">
              <a:buNone/>
            </a:pPr>
            <a:r>
              <a:rPr lang="en-US" sz="1800" b="1" dirty="0">
                <a:cs typeface="Arial" pitchFamily="34" charset="0"/>
              </a:rPr>
              <a:t>Location</a:t>
            </a:r>
            <a:r>
              <a:rPr lang="en-US" sz="1800" dirty="0">
                <a:cs typeface="Arial" pitchFamily="34" charset="0"/>
              </a:rPr>
              <a:t>: </a:t>
            </a:r>
            <a:r>
              <a:rPr lang="en-US" sz="1800" i="1" dirty="0">
                <a:cs typeface="Arial" pitchFamily="34" charset="0"/>
              </a:rPr>
              <a:t>C:\Windows\System32\DriverStore\FileRepository &amp;</a:t>
            </a:r>
          </a:p>
          <a:p>
            <a:pPr marL="0" indent="0">
              <a:buNone/>
            </a:pPr>
            <a:r>
              <a:rPr lang="en-US" sz="1800" i="1" dirty="0">
                <a:cs typeface="Arial" pitchFamily="34" charset="0"/>
              </a:rPr>
              <a:t>C:\Windows\inf</a:t>
            </a:r>
          </a:p>
          <a:p>
            <a:pPr marL="0" indent="0">
              <a:buNone/>
            </a:pPr>
            <a:endParaRPr lang="en-US" sz="1800" i="1" dirty="0">
              <a:cs typeface="Arial" pitchFamily="34" charset="0"/>
            </a:endParaRPr>
          </a:p>
          <a:p>
            <a:endParaRPr lang="en-US" sz="1800" dirty="0">
              <a:cs typeface="Arial" pitchFamily="34" charset="0"/>
            </a:endParaRPr>
          </a:p>
          <a:p>
            <a:endParaRPr lang="en-IN" sz="1800" dirty="0">
              <a:cs typeface="Arial" pitchFamily="34" charset="0"/>
            </a:endParaRPr>
          </a:p>
        </p:txBody>
      </p:sp>
      <p:graphicFrame>
        <p:nvGraphicFramePr>
          <p:cNvPr id="4" name="Table 3">
            <a:extLst>
              <a:ext uri="{FF2B5EF4-FFF2-40B4-BE49-F238E27FC236}">
                <a16:creationId xmlns:a16="http://schemas.microsoft.com/office/drawing/2014/main" id="{DF06EEC6-4304-FDA0-2E4E-9D15A0BFDAB3}"/>
              </a:ext>
            </a:extLst>
          </p:cNvPr>
          <p:cNvGraphicFramePr>
            <a:graphicFrameLocks noGrp="1"/>
          </p:cNvGraphicFramePr>
          <p:nvPr>
            <p:extLst>
              <p:ext uri="{D42A27DB-BD31-4B8C-83A1-F6EECF244321}">
                <p14:modId xmlns:p14="http://schemas.microsoft.com/office/powerpoint/2010/main" val="3924739359"/>
              </p:ext>
            </p:extLst>
          </p:nvPr>
        </p:nvGraphicFramePr>
        <p:xfrm>
          <a:off x="385259" y="1772816"/>
          <a:ext cx="8229600" cy="2042160"/>
        </p:xfrm>
        <a:graphic>
          <a:graphicData uri="http://schemas.openxmlformats.org/drawingml/2006/table">
            <a:tbl>
              <a:tblPr/>
              <a:tblGrid>
                <a:gridCol w="1234480">
                  <a:extLst>
                    <a:ext uri="{9D8B030D-6E8A-4147-A177-3AD203B41FA5}">
                      <a16:colId xmlns:a16="http://schemas.microsoft.com/office/drawing/2014/main" val="2453235561"/>
                    </a:ext>
                  </a:extLst>
                </a:gridCol>
                <a:gridCol w="2592288">
                  <a:extLst>
                    <a:ext uri="{9D8B030D-6E8A-4147-A177-3AD203B41FA5}">
                      <a16:colId xmlns:a16="http://schemas.microsoft.com/office/drawing/2014/main" val="4191040831"/>
                    </a:ext>
                  </a:extLst>
                </a:gridCol>
                <a:gridCol w="4402832">
                  <a:extLst>
                    <a:ext uri="{9D8B030D-6E8A-4147-A177-3AD203B41FA5}">
                      <a16:colId xmlns:a16="http://schemas.microsoft.com/office/drawing/2014/main" val="3982119593"/>
                    </a:ext>
                  </a:extLst>
                </a:gridCol>
              </a:tblGrid>
              <a:tr h="0">
                <a:tc>
                  <a:txBody>
                    <a:bodyPr/>
                    <a:lstStyle/>
                    <a:p>
                      <a:pPr algn="ctr"/>
                      <a:r>
                        <a:rPr lang="en-IN" b="1" dirty="0">
                          <a:solidFill>
                            <a:schemeClr val="bg1"/>
                          </a:solidFill>
                        </a:rPr>
                        <a:t>File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IN" b="1" dirty="0">
                          <a:solidFill>
                            <a:schemeClr val="bg1"/>
                          </a:solidFill>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IN" b="1" dirty="0">
                          <a:solidFill>
                            <a:schemeClr val="bg1"/>
                          </a:solidFill>
                        </a:rPr>
                        <a:t>Common Location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48379840"/>
                  </a:ext>
                </a:extLst>
              </a:tr>
              <a:tr h="0">
                <a:tc>
                  <a:txBody>
                    <a:bodyPr/>
                    <a:lstStyle/>
                    <a:p>
                      <a:pPr algn="ctr"/>
                      <a:r>
                        <a:rPr lang="en-IN" sz="1600" dirty="0"/>
                        <a:t>.inf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600"/>
                        <a:t>Driver setup info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600" dirty="0"/>
                        <a:t>Inside MSI or %</a:t>
                      </a:r>
                      <a:r>
                        <a:rPr lang="en-IN" sz="1600" dirty="0" err="1"/>
                        <a:t>SystemRoot</a:t>
                      </a:r>
                      <a:r>
                        <a:rPr lang="en-IN" sz="1600" dirty="0"/>
                        <a:t>%\INF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9386443"/>
                  </a:ext>
                </a:extLst>
              </a:tr>
              <a:tr h="0">
                <a:tc>
                  <a:txBody>
                    <a:bodyPr/>
                    <a:lstStyle/>
                    <a:p>
                      <a:pPr algn="ctr"/>
                      <a:r>
                        <a:rPr lang="en-IN" sz="1600" dirty="0"/>
                        <a:t>.sys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600"/>
                        <a:t>Driver binary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600" dirty="0"/>
                        <a:t>%</a:t>
                      </a:r>
                      <a:r>
                        <a:rPr lang="en-IN" sz="1600" dirty="0" err="1"/>
                        <a:t>SystemRoot</a:t>
                      </a:r>
                      <a:r>
                        <a:rPr lang="en-IN" sz="1600" dirty="0"/>
                        <a:t>%\System32\drivers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8305090"/>
                  </a:ext>
                </a:extLst>
              </a:tr>
              <a:tr h="0">
                <a:tc>
                  <a:txBody>
                    <a:bodyPr/>
                    <a:lstStyle/>
                    <a:p>
                      <a:pPr algn="ctr"/>
                      <a:r>
                        <a:rPr lang="en-IN" sz="1600"/>
                        <a:t>.cat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600" dirty="0" err="1"/>
                        <a:t>Catalog</a:t>
                      </a:r>
                      <a:r>
                        <a:rPr lang="en-IN" sz="1600" dirty="0"/>
                        <a:t> file for signing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600" dirty="0"/>
                        <a:t>%</a:t>
                      </a:r>
                      <a:r>
                        <a:rPr lang="en-IN" sz="1600" dirty="0" err="1"/>
                        <a:t>SystemRoot</a:t>
                      </a:r>
                      <a:r>
                        <a:rPr lang="en-IN" sz="1600" dirty="0"/>
                        <a:t>%\System32\</a:t>
                      </a:r>
                      <a:r>
                        <a:rPr lang="en-IN" sz="1600" dirty="0" err="1"/>
                        <a:t>CatRoot</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3274441"/>
                  </a:ext>
                </a:extLst>
              </a:tr>
              <a:tr h="0">
                <a:tc>
                  <a:txBody>
                    <a:bodyPr/>
                    <a:lstStyle/>
                    <a:p>
                      <a:pPr algn="ctr"/>
                      <a:r>
                        <a:rPr lang="en-IN" sz="1600" dirty="0"/>
                        <a:t>.</a:t>
                      </a:r>
                      <a:r>
                        <a:rPr lang="en-IN" sz="1600" dirty="0" err="1"/>
                        <a:t>dll</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600"/>
                        <a:t>Driver support libraries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600" dirty="0"/>
                        <a:t>%</a:t>
                      </a:r>
                      <a:r>
                        <a:rPr lang="en-IN" sz="1600" dirty="0" err="1"/>
                        <a:t>SystemRoot</a:t>
                      </a:r>
                      <a:r>
                        <a:rPr lang="en-IN" sz="1600" dirty="0"/>
                        <a:t>%\System32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8661372"/>
                  </a:ext>
                </a:extLst>
              </a:tr>
              <a:tr h="0">
                <a:tc>
                  <a:txBody>
                    <a:bodyPr/>
                    <a:lstStyle/>
                    <a:p>
                      <a:pPr algn="ctr"/>
                      <a:r>
                        <a:rPr lang="en-IN" sz="1600" dirty="0"/>
                        <a:t>.exe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600" dirty="0"/>
                        <a:t>Installer or helper tools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t>May be in MSI or %</a:t>
                      </a:r>
                      <a:r>
                        <a:rPr lang="en-US" sz="1600" dirty="0" err="1"/>
                        <a:t>ProgramFiles</a:t>
                      </a:r>
                      <a:r>
                        <a:rPr lang="en-US" sz="16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4419324"/>
                  </a:ext>
                </a:extLst>
              </a:tr>
            </a:tbl>
          </a:graphicData>
        </a:graphic>
      </p:graphicFrame>
    </p:spTree>
    <p:extLst>
      <p:ext uri="{BB962C8B-B14F-4D97-AF65-F5344CB8AC3E}">
        <p14:creationId xmlns:p14="http://schemas.microsoft.com/office/powerpoint/2010/main" val="1748351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6A588-7339-B517-848B-6C3D4CECD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F56189-16A2-D4C1-212A-08E4964EAEB0}"/>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latin typeface="+mn-lt"/>
                <a:cs typeface="Arial" pitchFamily="34" charset="0"/>
              </a:rPr>
              <a:t>Device Driver Management</a:t>
            </a:r>
            <a:endParaRPr lang="en-IN" sz="3200" b="1" dirty="0">
              <a:solidFill>
                <a:schemeClr val="bg1"/>
              </a:solidFill>
              <a:latin typeface="+mn-lt"/>
              <a:cs typeface="Arial" pitchFamily="34" charset="0"/>
            </a:endParaRPr>
          </a:p>
        </p:txBody>
      </p:sp>
      <p:sp>
        <p:nvSpPr>
          <p:cNvPr id="3" name="Content Placeholder 2">
            <a:extLst>
              <a:ext uri="{FF2B5EF4-FFF2-40B4-BE49-F238E27FC236}">
                <a16:creationId xmlns:a16="http://schemas.microsoft.com/office/drawing/2014/main" id="{A048D3DC-ACA9-7CA6-F81D-9C278FC2C882}"/>
              </a:ext>
            </a:extLst>
          </p:cNvPr>
          <p:cNvSpPr>
            <a:spLocks noGrp="1"/>
          </p:cNvSpPr>
          <p:nvPr>
            <p:ph idx="1"/>
          </p:nvPr>
        </p:nvSpPr>
        <p:spPr>
          <a:xfrm>
            <a:off x="323528" y="980728"/>
            <a:ext cx="8291264" cy="5328592"/>
          </a:xfrm>
        </p:spPr>
        <p:txBody>
          <a:bodyPr>
            <a:noAutofit/>
          </a:bodyPr>
          <a:lstStyle/>
          <a:p>
            <a:pPr marL="0" indent="0" algn="ctr">
              <a:buNone/>
            </a:pPr>
            <a:r>
              <a:rPr lang="en-US" sz="1800" b="1" dirty="0">
                <a:cs typeface="Arial" pitchFamily="34" charset="0"/>
              </a:rPr>
              <a:t>Logs for Successful Installation</a:t>
            </a:r>
          </a:p>
          <a:p>
            <a:pPr marL="0" indent="0">
              <a:buNone/>
            </a:pPr>
            <a:endParaRPr lang="en-US" sz="1800" b="1" dirty="0">
              <a:cs typeface="Arial" pitchFamily="34" charset="0"/>
            </a:endParaRPr>
          </a:p>
          <a:p>
            <a:pPr marL="0" indent="0">
              <a:buNone/>
            </a:pPr>
            <a:r>
              <a:rPr lang="en-US" sz="1800" b="1" dirty="0">
                <a:cs typeface="Arial" pitchFamily="34" charset="0"/>
              </a:rPr>
              <a:t>MSI Installation Logs: </a:t>
            </a:r>
            <a:r>
              <a:rPr lang="en-US" sz="1800" dirty="0">
                <a:cs typeface="Arial" pitchFamily="34" charset="0"/>
              </a:rPr>
              <a:t>Enable logging with this command:</a:t>
            </a:r>
          </a:p>
          <a:p>
            <a:pPr marL="0" indent="0">
              <a:buNone/>
            </a:pPr>
            <a:r>
              <a:rPr lang="en-US" sz="1800" dirty="0" err="1">
                <a:cs typeface="Arial" pitchFamily="34" charset="0"/>
              </a:rPr>
              <a:t>msiexec</a:t>
            </a:r>
            <a:r>
              <a:rPr lang="en-US" sz="1800" dirty="0">
                <a:cs typeface="Arial" pitchFamily="34" charset="0"/>
              </a:rPr>
              <a:t> /</a:t>
            </a:r>
            <a:r>
              <a:rPr lang="en-US" sz="1800" dirty="0" err="1">
                <a:cs typeface="Arial" pitchFamily="34" charset="0"/>
              </a:rPr>
              <a:t>i</a:t>
            </a:r>
            <a:r>
              <a:rPr lang="en-US" sz="1800" dirty="0">
                <a:cs typeface="Arial" pitchFamily="34" charset="0"/>
              </a:rPr>
              <a:t> yourdriver.msi /L*v install.log</a:t>
            </a:r>
          </a:p>
          <a:p>
            <a:pPr marL="0" indent="0">
              <a:buNone/>
            </a:pPr>
            <a:endParaRPr lang="en-US" sz="1800" dirty="0">
              <a:cs typeface="Arial" pitchFamily="34" charset="0"/>
            </a:endParaRPr>
          </a:p>
          <a:p>
            <a:pPr marL="0" indent="0">
              <a:buNone/>
            </a:pPr>
            <a:r>
              <a:rPr lang="en-US" sz="1800" b="1" dirty="0">
                <a:cs typeface="Arial" pitchFamily="34" charset="0"/>
              </a:rPr>
              <a:t>Event Viewer: </a:t>
            </a:r>
            <a:r>
              <a:rPr lang="en-US" sz="1800" dirty="0">
                <a:cs typeface="Arial" pitchFamily="34" charset="0"/>
              </a:rPr>
              <a:t>Event Viewer → Windows Logs → System</a:t>
            </a:r>
          </a:p>
          <a:p>
            <a:pPr marL="0" indent="0">
              <a:buNone/>
            </a:pPr>
            <a:r>
              <a:rPr lang="en-US" sz="1800" dirty="0">
                <a:cs typeface="Arial" pitchFamily="34" charset="0"/>
              </a:rPr>
              <a:t>Filter for source: </a:t>
            </a:r>
            <a:r>
              <a:rPr lang="en-US" sz="1800" dirty="0" err="1">
                <a:cs typeface="Arial" pitchFamily="34" charset="0"/>
              </a:rPr>
              <a:t>DriverFrameworks-UserMode</a:t>
            </a:r>
            <a:r>
              <a:rPr lang="en-US" sz="1800" dirty="0">
                <a:cs typeface="Arial" pitchFamily="34" charset="0"/>
              </a:rPr>
              <a:t>, Service Control Manager, or </a:t>
            </a:r>
            <a:r>
              <a:rPr lang="en-US" sz="1800" dirty="0" err="1">
                <a:cs typeface="Arial" pitchFamily="34" charset="0"/>
              </a:rPr>
              <a:t>SetupAPI</a:t>
            </a:r>
            <a:endParaRPr lang="en-US" sz="1800" dirty="0">
              <a:cs typeface="Arial" pitchFamily="34" charset="0"/>
            </a:endParaRPr>
          </a:p>
          <a:p>
            <a:pPr marL="0" indent="0">
              <a:buNone/>
            </a:pPr>
            <a:endParaRPr lang="en-US" sz="1800" dirty="0">
              <a:cs typeface="Arial" pitchFamily="34" charset="0"/>
            </a:endParaRPr>
          </a:p>
          <a:p>
            <a:pPr marL="0" indent="0">
              <a:buNone/>
            </a:pPr>
            <a:r>
              <a:rPr lang="en-US" sz="1800" b="1" dirty="0">
                <a:cs typeface="Arial" pitchFamily="34" charset="0"/>
              </a:rPr>
              <a:t>Device Manager: </a:t>
            </a:r>
            <a:r>
              <a:rPr lang="en-US" sz="1800" dirty="0">
                <a:cs typeface="Arial" pitchFamily="34" charset="0"/>
              </a:rPr>
              <a:t>Right-click device → Properties → Driver tab</a:t>
            </a:r>
          </a:p>
          <a:p>
            <a:pPr marL="0" indent="0">
              <a:buNone/>
            </a:pPr>
            <a:r>
              <a:rPr lang="en-US" sz="1800" dirty="0">
                <a:cs typeface="Arial" pitchFamily="34" charset="0"/>
              </a:rPr>
              <a:t>Check driver version and provider</a:t>
            </a:r>
          </a:p>
          <a:p>
            <a:pPr marL="0" indent="0">
              <a:buNone/>
            </a:pPr>
            <a:endParaRPr lang="en-US" sz="1800" dirty="0">
              <a:cs typeface="Arial" pitchFamily="34" charset="0"/>
            </a:endParaRPr>
          </a:p>
          <a:p>
            <a:pPr marL="0" indent="0">
              <a:buNone/>
            </a:pPr>
            <a:r>
              <a:rPr lang="en-US" sz="1800" b="1" dirty="0" err="1">
                <a:cs typeface="Arial" pitchFamily="34" charset="0"/>
              </a:rPr>
              <a:t>PnPUtil</a:t>
            </a:r>
            <a:r>
              <a:rPr lang="en-US" sz="1800" b="1" dirty="0">
                <a:cs typeface="Arial" pitchFamily="34" charset="0"/>
              </a:rPr>
              <a:t>: </a:t>
            </a:r>
            <a:r>
              <a:rPr lang="en-US" sz="1800" dirty="0" err="1">
                <a:cs typeface="Arial" pitchFamily="34" charset="0"/>
              </a:rPr>
              <a:t>pnputil</a:t>
            </a:r>
            <a:r>
              <a:rPr lang="en-US" sz="1800" dirty="0">
                <a:cs typeface="Arial" pitchFamily="34" charset="0"/>
              </a:rPr>
              <a:t> /</a:t>
            </a:r>
            <a:r>
              <a:rPr lang="en-US" sz="1800" dirty="0" err="1">
                <a:cs typeface="Arial" pitchFamily="34" charset="0"/>
              </a:rPr>
              <a:t>enum</a:t>
            </a:r>
            <a:r>
              <a:rPr lang="en-US" sz="1800" dirty="0">
                <a:cs typeface="Arial" pitchFamily="34" charset="0"/>
              </a:rPr>
              <a:t>-drivers</a:t>
            </a:r>
          </a:p>
          <a:p>
            <a:pPr marL="0" indent="0">
              <a:buNone/>
            </a:pPr>
            <a:endParaRPr lang="en-US" sz="1800" dirty="0">
              <a:cs typeface="Arial" pitchFamily="34" charset="0"/>
            </a:endParaRPr>
          </a:p>
        </p:txBody>
      </p:sp>
    </p:spTree>
    <p:extLst>
      <p:ext uri="{BB962C8B-B14F-4D97-AF65-F5344CB8AC3E}">
        <p14:creationId xmlns:p14="http://schemas.microsoft.com/office/powerpoint/2010/main" val="23043089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8818A-A157-AED3-31E8-0D2AF5AF79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58BA05-D968-36B6-6BF5-3226BB08E70C}"/>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latin typeface="+mn-lt"/>
                <a:cs typeface="Arial" pitchFamily="34" charset="0"/>
              </a:rPr>
              <a:t>Device Driver Management</a:t>
            </a:r>
            <a:endParaRPr lang="en-IN" sz="3200" b="1" dirty="0">
              <a:solidFill>
                <a:schemeClr val="bg1"/>
              </a:solidFill>
              <a:latin typeface="+mn-lt"/>
              <a:cs typeface="Arial" pitchFamily="34" charset="0"/>
            </a:endParaRPr>
          </a:p>
        </p:txBody>
      </p:sp>
      <p:sp>
        <p:nvSpPr>
          <p:cNvPr id="3" name="Content Placeholder 2">
            <a:extLst>
              <a:ext uri="{FF2B5EF4-FFF2-40B4-BE49-F238E27FC236}">
                <a16:creationId xmlns:a16="http://schemas.microsoft.com/office/drawing/2014/main" id="{4A401958-D49C-6ACF-4789-E3933490D963}"/>
              </a:ext>
            </a:extLst>
          </p:cNvPr>
          <p:cNvSpPr>
            <a:spLocks noGrp="1"/>
          </p:cNvSpPr>
          <p:nvPr>
            <p:ph idx="1"/>
          </p:nvPr>
        </p:nvSpPr>
        <p:spPr>
          <a:xfrm>
            <a:off x="323528" y="980728"/>
            <a:ext cx="8291264" cy="5328592"/>
          </a:xfrm>
        </p:spPr>
        <p:txBody>
          <a:bodyPr>
            <a:noAutofit/>
          </a:bodyPr>
          <a:lstStyle/>
          <a:p>
            <a:pPr marL="0" indent="0">
              <a:buNone/>
            </a:pPr>
            <a:endParaRPr lang="en-US" sz="1800" b="1" dirty="0">
              <a:cs typeface="Arial" pitchFamily="34" charset="0"/>
            </a:endParaRPr>
          </a:p>
          <a:p>
            <a:pPr marL="0" indent="0">
              <a:buNone/>
            </a:pPr>
            <a:r>
              <a:rPr lang="en-US" sz="1800" b="1" dirty="0">
                <a:cs typeface="Arial" pitchFamily="34" charset="0"/>
              </a:rPr>
              <a:t>Kernel Drivers? - </a:t>
            </a:r>
            <a:r>
              <a:rPr lang="en-US" sz="1800" dirty="0">
                <a:cs typeface="Arial" pitchFamily="34" charset="0"/>
              </a:rPr>
              <a:t>Kernel drivers operate in Ring 0, the most privileged level of the operating system. They directly interact with hardware and core OS functions.</a:t>
            </a:r>
          </a:p>
          <a:p>
            <a:pPr marL="0" indent="0">
              <a:buNone/>
            </a:pPr>
            <a:endParaRPr lang="en-US" sz="1800" dirty="0">
              <a:cs typeface="Arial" pitchFamily="34" charset="0"/>
            </a:endParaRPr>
          </a:p>
          <a:p>
            <a:pPr marL="0" indent="0">
              <a:buNone/>
            </a:pPr>
            <a:r>
              <a:rPr lang="en-US" sz="1800" b="1" dirty="0">
                <a:cs typeface="Arial" pitchFamily="34" charset="0"/>
              </a:rPr>
              <a:t>Examples of Kernel Drivers:</a:t>
            </a:r>
          </a:p>
          <a:p>
            <a:pPr marL="0" indent="0">
              <a:buNone/>
            </a:pPr>
            <a:endParaRPr lang="en-US" sz="1800" dirty="0">
              <a:cs typeface="Arial" pitchFamily="34" charset="0"/>
            </a:endParaRPr>
          </a:p>
          <a:p>
            <a:pPr marL="0" indent="0">
              <a:buNone/>
            </a:pPr>
            <a:r>
              <a:rPr lang="en-US" sz="1800" dirty="0">
                <a:cs typeface="Arial" pitchFamily="34" charset="0"/>
              </a:rPr>
              <a:t>File system drivers (e.g., ntfs.sys)</a:t>
            </a:r>
          </a:p>
          <a:p>
            <a:pPr marL="0" indent="0">
              <a:buNone/>
            </a:pPr>
            <a:r>
              <a:rPr lang="en-US" sz="1800" dirty="0">
                <a:cs typeface="Arial" pitchFamily="34" charset="0"/>
              </a:rPr>
              <a:t>Network drivers (e.g., ndis.sys)</a:t>
            </a:r>
          </a:p>
          <a:p>
            <a:pPr marL="0" indent="0">
              <a:buNone/>
            </a:pPr>
            <a:r>
              <a:rPr lang="en-US" sz="1800" dirty="0">
                <a:cs typeface="Arial" pitchFamily="34" charset="0"/>
              </a:rPr>
              <a:t>Storage drivers (e.g., storport.sys)</a:t>
            </a:r>
          </a:p>
          <a:p>
            <a:pPr marL="0" indent="0">
              <a:buNone/>
            </a:pPr>
            <a:r>
              <a:rPr lang="en-US" sz="1800" dirty="0">
                <a:cs typeface="Arial" pitchFamily="34" charset="0"/>
              </a:rPr>
              <a:t>Security drivers (e.g., antivirus kernel hooks)</a:t>
            </a:r>
          </a:p>
          <a:p>
            <a:pPr marL="0" indent="0">
              <a:buNone/>
            </a:pPr>
            <a:endParaRPr lang="en-US" sz="1800" dirty="0">
              <a:cs typeface="Arial" pitchFamily="34" charset="0"/>
            </a:endParaRPr>
          </a:p>
          <a:p>
            <a:pPr marL="0" indent="0">
              <a:buNone/>
            </a:pPr>
            <a:endParaRPr lang="en-US" sz="1800" dirty="0">
              <a:cs typeface="Arial" pitchFamily="34" charset="0"/>
            </a:endParaRPr>
          </a:p>
          <a:p>
            <a:pPr marL="0" indent="0">
              <a:buNone/>
            </a:pPr>
            <a:endParaRPr lang="en-US" sz="1800" dirty="0">
              <a:cs typeface="Arial" pitchFamily="34" charset="0"/>
            </a:endParaRPr>
          </a:p>
        </p:txBody>
      </p:sp>
    </p:spTree>
    <p:extLst>
      <p:ext uri="{BB962C8B-B14F-4D97-AF65-F5344CB8AC3E}">
        <p14:creationId xmlns:p14="http://schemas.microsoft.com/office/powerpoint/2010/main" val="29170128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4B1A9-9C74-6185-789B-93E76F5742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6FFB5F-5B37-C27E-8968-6D5DF064BC39}"/>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latin typeface="+mn-lt"/>
                <a:cs typeface="Arial" pitchFamily="34" charset="0"/>
              </a:rPr>
              <a:t>Device Driver Management</a:t>
            </a:r>
            <a:endParaRPr lang="en-IN" sz="3200" b="1" dirty="0">
              <a:solidFill>
                <a:schemeClr val="bg1"/>
              </a:solidFill>
              <a:latin typeface="+mn-lt"/>
              <a:cs typeface="Arial" pitchFamily="34" charset="0"/>
            </a:endParaRPr>
          </a:p>
        </p:txBody>
      </p:sp>
      <p:sp>
        <p:nvSpPr>
          <p:cNvPr id="3" name="Content Placeholder 2">
            <a:extLst>
              <a:ext uri="{FF2B5EF4-FFF2-40B4-BE49-F238E27FC236}">
                <a16:creationId xmlns:a16="http://schemas.microsoft.com/office/drawing/2014/main" id="{9E9A3799-55B5-7B59-5396-6707251B23AD}"/>
              </a:ext>
            </a:extLst>
          </p:cNvPr>
          <p:cNvSpPr>
            <a:spLocks noGrp="1"/>
          </p:cNvSpPr>
          <p:nvPr>
            <p:ph idx="1"/>
          </p:nvPr>
        </p:nvSpPr>
        <p:spPr>
          <a:xfrm>
            <a:off x="323528" y="980728"/>
            <a:ext cx="8291264" cy="5328592"/>
          </a:xfrm>
        </p:spPr>
        <p:txBody>
          <a:bodyPr>
            <a:noAutofit/>
          </a:bodyPr>
          <a:lstStyle/>
          <a:p>
            <a:pPr marL="0" indent="0">
              <a:buNone/>
            </a:pPr>
            <a:endParaRPr lang="en-US" sz="1800" b="1" dirty="0">
              <a:cs typeface="Arial" pitchFamily="34" charset="0"/>
            </a:endParaRPr>
          </a:p>
          <a:p>
            <a:pPr marL="0" indent="0">
              <a:buNone/>
            </a:pPr>
            <a:r>
              <a:rPr lang="en-US" sz="1800" b="1" dirty="0">
                <a:cs typeface="Arial" pitchFamily="34" charset="0"/>
              </a:rPr>
              <a:t>Identifying Kernel Drivers</a:t>
            </a:r>
          </a:p>
          <a:p>
            <a:pPr marL="0" indent="0">
              <a:buNone/>
            </a:pPr>
            <a:endParaRPr lang="en-US" sz="1800" dirty="0">
              <a:cs typeface="Arial" pitchFamily="34" charset="0"/>
            </a:endParaRPr>
          </a:p>
          <a:p>
            <a:pPr marL="0" indent="0">
              <a:buNone/>
            </a:pPr>
            <a:endParaRPr lang="en-US" sz="1800" dirty="0">
              <a:cs typeface="Arial" pitchFamily="34" charset="0"/>
            </a:endParaRPr>
          </a:p>
          <a:p>
            <a:r>
              <a:rPr lang="en-US" sz="1800" b="1" dirty="0">
                <a:cs typeface="Arial" pitchFamily="34" charset="0"/>
              </a:rPr>
              <a:t>Windows Device Manager: </a:t>
            </a:r>
            <a:r>
              <a:rPr lang="en-US" sz="1800" dirty="0">
                <a:cs typeface="Arial" pitchFamily="34" charset="0"/>
              </a:rPr>
              <a:t>View driver details under device properties → Driver tab → Driver File Details</a:t>
            </a:r>
          </a:p>
          <a:p>
            <a:pPr marL="0" indent="0">
              <a:buNone/>
            </a:pPr>
            <a:r>
              <a:rPr lang="en-US" sz="1800" dirty="0">
                <a:cs typeface="Arial" pitchFamily="34" charset="0"/>
              </a:rPr>
              <a:t>       Kernel drivers typically reside in C:\Windows\System32\drivers</a:t>
            </a:r>
          </a:p>
          <a:p>
            <a:pPr marL="0" indent="0">
              <a:buNone/>
            </a:pPr>
            <a:endParaRPr lang="en-US" sz="1800" dirty="0">
              <a:cs typeface="Arial" pitchFamily="34" charset="0"/>
            </a:endParaRPr>
          </a:p>
          <a:p>
            <a:r>
              <a:rPr lang="en-US" sz="1800" b="1" dirty="0" err="1">
                <a:cs typeface="Arial" pitchFamily="34" charset="0"/>
              </a:rPr>
              <a:t>DriverQuery</a:t>
            </a:r>
            <a:r>
              <a:rPr lang="en-US" sz="1800" b="1" dirty="0">
                <a:cs typeface="Arial" pitchFamily="34" charset="0"/>
              </a:rPr>
              <a:t> Command: </a:t>
            </a:r>
            <a:r>
              <a:rPr lang="en-US" sz="1800" dirty="0" err="1">
                <a:cs typeface="Arial" pitchFamily="34" charset="0"/>
              </a:rPr>
              <a:t>driverquery</a:t>
            </a:r>
            <a:r>
              <a:rPr lang="en-US" sz="1800" dirty="0">
                <a:cs typeface="Arial" pitchFamily="34" charset="0"/>
              </a:rPr>
              <a:t> /v /</a:t>
            </a:r>
            <a:r>
              <a:rPr lang="en-US" sz="1800" dirty="0" err="1">
                <a:cs typeface="Arial" pitchFamily="34" charset="0"/>
              </a:rPr>
              <a:t>fo</a:t>
            </a:r>
            <a:r>
              <a:rPr lang="en-US" sz="1800" dirty="0">
                <a:cs typeface="Arial" pitchFamily="34" charset="0"/>
              </a:rPr>
              <a:t> list</a:t>
            </a:r>
          </a:p>
          <a:p>
            <a:pPr marL="0" indent="0">
              <a:buNone/>
            </a:pPr>
            <a:endParaRPr lang="en-US" sz="1800" dirty="0">
              <a:cs typeface="Arial" pitchFamily="34" charset="0"/>
            </a:endParaRPr>
          </a:p>
          <a:p>
            <a:pPr marL="0" indent="0">
              <a:buNone/>
            </a:pPr>
            <a:endParaRPr lang="en-US" sz="1800" dirty="0">
              <a:cs typeface="Arial" pitchFamily="34" charset="0"/>
            </a:endParaRPr>
          </a:p>
          <a:p>
            <a:pPr marL="0" indent="0">
              <a:buNone/>
            </a:pPr>
            <a:endParaRPr lang="en-US" sz="1800" dirty="0">
              <a:cs typeface="Arial" pitchFamily="34" charset="0"/>
            </a:endParaRPr>
          </a:p>
        </p:txBody>
      </p:sp>
    </p:spTree>
    <p:extLst>
      <p:ext uri="{BB962C8B-B14F-4D97-AF65-F5344CB8AC3E}">
        <p14:creationId xmlns:p14="http://schemas.microsoft.com/office/powerpoint/2010/main" val="7426303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3E60E-934F-D819-C8EC-4DE953EF3E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04D94A-5602-EFCA-EBE7-1678700BF444}"/>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latin typeface="+mn-lt"/>
                <a:cs typeface="Arial" pitchFamily="34" charset="0"/>
              </a:rPr>
              <a:t>Device Driver Management</a:t>
            </a:r>
            <a:endParaRPr lang="en-IN" sz="3200" b="1" dirty="0">
              <a:solidFill>
                <a:schemeClr val="bg1"/>
              </a:solidFill>
              <a:latin typeface="+mn-lt"/>
              <a:cs typeface="Arial" pitchFamily="34" charset="0"/>
            </a:endParaRPr>
          </a:p>
        </p:txBody>
      </p:sp>
      <p:sp>
        <p:nvSpPr>
          <p:cNvPr id="3" name="Content Placeholder 2">
            <a:extLst>
              <a:ext uri="{FF2B5EF4-FFF2-40B4-BE49-F238E27FC236}">
                <a16:creationId xmlns:a16="http://schemas.microsoft.com/office/drawing/2014/main" id="{D91DF518-314F-9758-E013-510222461482}"/>
              </a:ext>
            </a:extLst>
          </p:cNvPr>
          <p:cNvSpPr>
            <a:spLocks noGrp="1"/>
          </p:cNvSpPr>
          <p:nvPr>
            <p:ph idx="1"/>
          </p:nvPr>
        </p:nvSpPr>
        <p:spPr>
          <a:xfrm>
            <a:off x="323528" y="980728"/>
            <a:ext cx="8291264" cy="5328592"/>
          </a:xfrm>
        </p:spPr>
        <p:txBody>
          <a:bodyPr>
            <a:noAutofit/>
          </a:bodyPr>
          <a:lstStyle/>
          <a:p>
            <a:pPr marL="0" indent="0">
              <a:buNone/>
            </a:pPr>
            <a:endParaRPr lang="en-US" sz="1800" b="1" dirty="0">
              <a:cs typeface="Arial" pitchFamily="34" charset="0"/>
            </a:endParaRPr>
          </a:p>
          <a:p>
            <a:pPr marL="0" indent="0">
              <a:buNone/>
            </a:pPr>
            <a:r>
              <a:rPr lang="en-US" sz="1800" b="1" dirty="0">
                <a:cs typeface="Arial" pitchFamily="34" charset="0"/>
              </a:rPr>
              <a:t>Handling Kernel Drivers Within MSI:</a:t>
            </a:r>
          </a:p>
          <a:p>
            <a:pPr marL="0" indent="0">
              <a:buNone/>
            </a:pPr>
            <a:r>
              <a:rPr lang="en-US" sz="1800" dirty="0">
                <a:cs typeface="Arial" pitchFamily="34" charset="0"/>
              </a:rPr>
              <a:t>MSI packages can install kernel-mode drivers, but they must follow strict guidelines due to their privileged nature.</a:t>
            </a:r>
          </a:p>
          <a:p>
            <a:pPr marL="0" indent="0">
              <a:buNone/>
            </a:pPr>
            <a:endParaRPr lang="en-US" sz="1800" dirty="0">
              <a:cs typeface="Arial" pitchFamily="34" charset="0"/>
            </a:endParaRPr>
          </a:p>
          <a:p>
            <a:pPr marL="0" indent="0">
              <a:buNone/>
            </a:pPr>
            <a:r>
              <a:rPr lang="en-US" sz="1800" b="1" dirty="0">
                <a:cs typeface="Arial" pitchFamily="34" charset="0"/>
              </a:rPr>
              <a:t>Key Considerations:</a:t>
            </a:r>
          </a:p>
          <a:p>
            <a:pPr marL="0" indent="0">
              <a:buNone/>
            </a:pPr>
            <a:endParaRPr lang="en-US" sz="1800" dirty="0">
              <a:cs typeface="Arial" pitchFamily="34" charset="0"/>
            </a:endParaRPr>
          </a:p>
          <a:p>
            <a:r>
              <a:rPr lang="en-US" sz="1800" b="1" dirty="0">
                <a:cs typeface="Arial" pitchFamily="34" charset="0"/>
              </a:rPr>
              <a:t>Driver Signing: </a:t>
            </a:r>
            <a:r>
              <a:rPr lang="en-US" sz="1800" dirty="0">
                <a:cs typeface="Arial" pitchFamily="34" charset="0"/>
              </a:rPr>
              <a:t>Kernel drivers must be signed (WHQL or EV certificate) to load on modern Windows.</a:t>
            </a:r>
          </a:p>
          <a:p>
            <a:r>
              <a:rPr lang="en-US" sz="1800" b="1" dirty="0">
                <a:cs typeface="Arial" pitchFamily="34" charset="0"/>
              </a:rPr>
              <a:t>INF File: </a:t>
            </a:r>
            <a:r>
              <a:rPr lang="en-US" sz="1800" dirty="0">
                <a:cs typeface="Arial" pitchFamily="34" charset="0"/>
              </a:rPr>
              <a:t>Defines how the driver is installed and associated with hardware.</a:t>
            </a:r>
          </a:p>
          <a:p>
            <a:pPr marL="0" indent="0">
              <a:buNone/>
            </a:pPr>
            <a:endParaRPr lang="en-US" sz="1800" dirty="0">
              <a:cs typeface="Arial" pitchFamily="34" charset="0"/>
            </a:endParaRPr>
          </a:p>
        </p:txBody>
      </p:sp>
    </p:spTree>
    <p:extLst>
      <p:ext uri="{BB962C8B-B14F-4D97-AF65-F5344CB8AC3E}">
        <p14:creationId xmlns:p14="http://schemas.microsoft.com/office/powerpoint/2010/main" val="31730861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C2512-6032-C8C5-AF37-7BE1517DCE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019CA4-512E-0FA6-5AC8-FC87B699E06B}"/>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latin typeface="+mn-lt"/>
                <a:cs typeface="Arial" pitchFamily="34" charset="0"/>
              </a:rPr>
              <a:t>Handling Services</a:t>
            </a:r>
            <a:endParaRPr lang="en-IN" sz="3200" b="1" dirty="0">
              <a:solidFill>
                <a:schemeClr val="bg1"/>
              </a:solidFill>
              <a:latin typeface="+mn-lt"/>
              <a:cs typeface="Arial" pitchFamily="34" charset="0"/>
            </a:endParaRPr>
          </a:p>
        </p:txBody>
      </p:sp>
      <p:sp>
        <p:nvSpPr>
          <p:cNvPr id="3" name="Content Placeholder 2">
            <a:extLst>
              <a:ext uri="{FF2B5EF4-FFF2-40B4-BE49-F238E27FC236}">
                <a16:creationId xmlns:a16="http://schemas.microsoft.com/office/drawing/2014/main" id="{4C713816-A0DC-65B1-9631-6D1A22BB3A6D}"/>
              </a:ext>
            </a:extLst>
          </p:cNvPr>
          <p:cNvSpPr>
            <a:spLocks noGrp="1"/>
          </p:cNvSpPr>
          <p:nvPr>
            <p:ph idx="1"/>
          </p:nvPr>
        </p:nvSpPr>
        <p:spPr>
          <a:xfrm>
            <a:off x="323528" y="980728"/>
            <a:ext cx="8291264" cy="5328592"/>
          </a:xfrm>
        </p:spPr>
        <p:txBody>
          <a:bodyPr>
            <a:noAutofit/>
          </a:bodyPr>
          <a:lstStyle/>
          <a:p>
            <a:pPr marL="0" indent="0">
              <a:buNone/>
            </a:pPr>
            <a:r>
              <a:rPr lang="en-US" sz="1800" b="1" dirty="0">
                <a:cs typeface="Arial" pitchFamily="34" charset="0"/>
              </a:rPr>
              <a:t>Handling Windows Services in MSI: </a:t>
            </a:r>
            <a:r>
              <a:rPr lang="en-US" sz="1800" dirty="0">
                <a:cs typeface="Arial" pitchFamily="34" charset="0"/>
              </a:rPr>
              <a:t>Windows Services are background processes that can be installed and managed via MSI using built-in tables and actions.</a:t>
            </a:r>
          </a:p>
          <a:p>
            <a:pPr marL="0" indent="0">
              <a:buNone/>
            </a:pPr>
            <a:endParaRPr lang="en-US" sz="1800" dirty="0">
              <a:cs typeface="Arial" pitchFamily="34" charset="0"/>
            </a:endParaRPr>
          </a:p>
          <a:p>
            <a:pPr marL="0" indent="0">
              <a:buNone/>
            </a:pPr>
            <a:r>
              <a:rPr lang="en-US" sz="1800" b="1" dirty="0"/>
              <a:t>Key MSI Tables for Services:</a:t>
            </a:r>
            <a:endParaRPr lang="en-US" sz="1800" dirty="0">
              <a:cs typeface="Arial" pitchFamily="34" charset="0"/>
            </a:endParaRPr>
          </a:p>
          <a:p>
            <a:pPr marL="0" indent="0">
              <a:buNone/>
            </a:pPr>
            <a:endParaRPr lang="en-US" sz="1800" dirty="0">
              <a:cs typeface="Arial" pitchFamily="34" charset="0"/>
            </a:endParaRPr>
          </a:p>
        </p:txBody>
      </p:sp>
      <p:graphicFrame>
        <p:nvGraphicFramePr>
          <p:cNvPr id="6" name="Table 5">
            <a:extLst>
              <a:ext uri="{FF2B5EF4-FFF2-40B4-BE49-F238E27FC236}">
                <a16:creationId xmlns:a16="http://schemas.microsoft.com/office/drawing/2014/main" id="{17809658-79BA-39E0-213A-3D1D89E5958C}"/>
              </a:ext>
            </a:extLst>
          </p:cNvPr>
          <p:cNvGraphicFramePr>
            <a:graphicFrameLocks noGrp="1"/>
          </p:cNvGraphicFramePr>
          <p:nvPr>
            <p:extLst>
              <p:ext uri="{D42A27DB-BD31-4B8C-83A1-F6EECF244321}">
                <p14:modId xmlns:p14="http://schemas.microsoft.com/office/powerpoint/2010/main" val="2981237589"/>
              </p:ext>
            </p:extLst>
          </p:nvPr>
        </p:nvGraphicFramePr>
        <p:xfrm>
          <a:off x="351614" y="2564904"/>
          <a:ext cx="8229600" cy="2438400"/>
        </p:xfrm>
        <a:graphic>
          <a:graphicData uri="http://schemas.openxmlformats.org/drawingml/2006/table">
            <a:tbl>
              <a:tblPr/>
              <a:tblGrid>
                <a:gridCol w="4114800">
                  <a:extLst>
                    <a:ext uri="{9D8B030D-6E8A-4147-A177-3AD203B41FA5}">
                      <a16:colId xmlns:a16="http://schemas.microsoft.com/office/drawing/2014/main" val="3388044320"/>
                    </a:ext>
                  </a:extLst>
                </a:gridCol>
                <a:gridCol w="4114800">
                  <a:extLst>
                    <a:ext uri="{9D8B030D-6E8A-4147-A177-3AD203B41FA5}">
                      <a16:colId xmlns:a16="http://schemas.microsoft.com/office/drawing/2014/main" val="719878529"/>
                    </a:ext>
                  </a:extLst>
                </a:gridCol>
              </a:tblGrid>
              <a:tr h="0">
                <a:tc>
                  <a:txBody>
                    <a:bodyPr/>
                    <a:lstStyle/>
                    <a:p>
                      <a:pPr algn="ctr"/>
                      <a:r>
                        <a:rPr lang="en-IN" b="1" dirty="0">
                          <a:solidFill>
                            <a:schemeClr val="bg1"/>
                          </a:solidFill>
                        </a:rPr>
                        <a:t>Table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IN" b="1" dirty="0">
                          <a:solidFill>
                            <a:schemeClr val="bg1"/>
                          </a:solidFill>
                        </a:rPr>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656390928"/>
                  </a:ext>
                </a:extLst>
              </a:tr>
              <a:tr h="0">
                <a:tc>
                  <a:txBody>
                    <a:bodyPr/>
                    <a:lstStyle/>
                    <a:p>
                      <a:pPr algn="ctr"/>
                      <a:r>
                        <a:rPr lang="en-IN" sz="1600" dirty="0" err="1"/>
                        <a:t>ServiceInstall</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t>Defines service properties (name, startup type, dependencies)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7223836"/>
                  </a:ext>
                </a:extLst>
              </a:tr>
              <a:tr h="0">
                <a:tc>
                  <a:txBody>
                    <a:bodyPr/>
                    <a:lstStyle/>
                    <a:p>
                      <a:pPr algn="ctr"/>
                      <a:r>
                        <a:rPr lang="en-IN" sz="1600" dirty="0" err="1"/>
                        <a:t>ServiceControl</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t>Controls service actions (start, stop, delete) during install/uninstall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2999901"/>
                  </a:ext>
                </a:extLst>
              </a:tr>
              <a:tr h="0">
                <a:tc>
                  <a:txBody>
                    <a:bodyPr/>
                    <a:lstStyle/>
                    <a:p>
                      <a:pPr algn="ctr"/>
                      <a:r>
                        <a:rPr lang="en-IN" sz="1600" dirty="0" err="1"/>
                        <a:t>MsiServiceConfig</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t>Advanced service configuration (e.g., delayed start, failure actions)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3775924"/>
                  </a:ext>
                </a:extLst>
              </a:tr>
              <a:tr h="0">
                <a:tc>
                  <a:txBody>
                    <a:bodyPr/>
                    <a:lstStyle/>
                    <a:p>
                      <a:pPr algn="ctr"/>
                      <a:r>
                        <a:rPr lang="en-IN" sz="1600" dirty="0" err="1"/>
                        <a:t>MsiServiceConfigFailureActions</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600" dirty="0"/>
                        <a:t>Specifies actions on service failure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3609660"/>
                  </a:ext>
                </a:extLst>
              </a:tr>
            </a:tbl>
          </a:graphicData>
        </a:graphic>
      </p:graphicFrame>
    </p:spTree>
    <p:extLst>
      <p:ext uri="{BB962C8B-B14F-4D97-AF65-F5344CB8AC3E}">
        <p14:creationId xmlns:p14="http://schemas.microsoft.com/office/powerpoint/2010/main" val="983359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7AD59-F13C-6FE8-204D-1F93946EA5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CB8B13-F7E3-0004-DC76-D14F07318B96}"/>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latin typeface="+mn-lt"/>
                <a:cs typeface="Arial" pitchFamily="34" charset="0"/>
              </a:rPr>
              <a:t>Handling Services</a:t>
            </a:r>
            <a:endParaRPr lang="en-IN" sz="3200" b="1" dirty="0">
              <a:solidFill>
                <a:schemeClr val="bg1"/>
              </a:solidFill>
              <a:latin typeface="+mn-lt"/>
              <a:cs typeface="Arial" pitchFamily="34" charset="0"/>
            </a:endParaRPr>
          </a:p>
        </p:txBody>
      </p:sp>
      <p:sp>
        <p:nvSpPr>
          <p:cNvPr id="3" name="Content Placeholder 2">
            <a:extLst>
              <a:ext uri="{FF2B5EF4-FFF2-40B4-BE49-F238E27FC236}">
                <a16:creationId xmlns:a16="http://schemas.microsoft.com/office/drawing/2014/main" id="{B2B4F7DF-279C-6DA6-F6DA-A8B2CD9F9E34}"/>
              </a:ext>
            </a:extLst>
          </p:cNvPr>
          <p:cNvSpPr>
            <a:spLocks noGrp="1"/>
          </p:cNvSpPr>
          <p:nvPr>
            <p:ph idx="1"/>
          </p:nvPr>
        </p:nvSpPr>
        <p:spPr>
          <a:xfrm>
            <a:off x="323528" y="980728"/>
            <a:ext cx="8291264" cy="5328592"/>
          </a:xfrm>
        </p:spPr>
        <p:txBody>
          <a:bodyPr>
            <a:noAutofit/>
          </a:bodyPr>
          <a:lstStyle/>
          <a:p>
            <a:pPr marL="0" indent="0">
              <a:buNone/>
            </a:pPr>
            <a:r>
              <a:rPr lang="en-US" sz="1800" b="1" dirty="0">
                <a:cs typeface="Arial" pitchFamily="34" charset="0"/>
              </a:rPr>
              <a:t>Handling Printers in MSI: </a:t>
            </a:r>
            <a:r>
              <a:rPr lang="en-US" sz="1800" dirty="0">
                <a:cs typeface="Arial" pitchFamily="34" charset="0"/>
              </a:rPr>
              <a:t>MSI can also manage printer installation, driver deployment, and port configuration.</a:t>
            </a:r>
          </a:p>
          <a:p>
            <a:pPr marL="0" indent="0">
              <a:buNone/>
            </a:pPr>
            <a:endParaRPr lang="en-US" sz="1800" dirty="0">
              <a:cs typeface="Arial" pitchFamily="34" charset="0"/>
            </a:endParaRPr>
          </a:p>
          <a:p>
            <a:pPr marL="0" indent="0">
              <a:buNone/>
            </a:pPr>
            <a:r>
              <a:rPr lang="en-US" sz="1800" b="1" dirty="0"/>
              <a:t>Printer Deployment Actions:</a:t>
            </a:r>
            <a:endParaRPr lang="en-US" sz="1800" dirty="0">
              <a:cs typeface="Arial" pitchFamily="34" charset="0"/>
            </a:endParaRPr>
          </a:p>
          <a:p>
            <a:pPr marL="0" indent="0">
              <a:buNone/>
            </a:pPr>
            <a:endParaRPr lang="en-US" sz="1800" dirty="0">
              <a:cs typeface="Arial" pitchFamily="34" charset="0"/>
            </a:endParaRPr>
          </a:p>
        </p:txBody>
      </p:sp>
      <p:graphicFrame>
        <p:nvGraphicFramePr>
          <p:cNvPr id="4" name="Table 3">
            <a:extLst>
              <a:ext uri="{FF2B5EF4-FFF2-40B4-BE49-F238E27FC236}">
                <a16:creationId xmlns:a16="http://schemas.microsoft.com/office/drawing/2014/main" id="{4A48D880-4A76-843E-5DBD-8D4E6F341E47}"/>
              </a:ext>
            </a:extLst>
          </p:cNvPr>
          <p:cNvGraphicFramePr>
            <a:graphicFrameLocks noGrp="1"/>
          </p:cNvGraphicFramePr>
          <p:nvPr>
            <p:extLst>
              <p:ext uri="{D42A27DB-BD31-4B8C-83A1-F6EECF244321}">
                <p14:modId xmlns:p14="http://schemas.microsoft.com/office/powerpoint/2010/main" val="1946548987"/>
              </p:ext>
            </p:extLst>
          </p:nvPr>
        </p:nvGraphicFramePr>
        <p:xfrm>
          <a:off x="385192" y="2623944"/>
          <a:ext cx="8229600" cy="2042160"/>
        </p:xfrm>
        <a:graphic>
          <a:graphicData uri="http://schemas.openxmlformats.org/drawingml/2006/table">
            <a:tbl>
              <a:tblPr/>
              <a:tblGrid>
                <a:gridCol w="4114800">
                  <a:extLst>
                    <a:ext uri="{9D8B030D-6E8A-4147-A177-3AD203B41FA5}">
                      <a16:colId xmlns:a16="http://schemas.microsoft.com/office/drawing/2014/main" val="3141070052"/>
                    </a:ext>
                  </a:extLst>
                </a:gridCol>
                <a:gridCol w="4114800">
                  <a:extLst>
                    <a:ext uri="{9D8B030D-6E8A-4147-A177-3AD203B41FA5}">
                      <a16:colId xmlns:a16="http://schemas.microsoft.com/office/drawing/2014/main" val="3301379439"/>
                    </a:ext>
                  </a:extLst>
                </a:gridCol>
              </a:tblGrid>
              <a:tr h="0">
                <a:tc>
                  <a:txBody>
                    <a:bodyPr/>
                    <a:lstStyle/>
                    <a:p>
                      <a:pPr algn="ctr"/>
                      <a:r>
                        <a:rPr lang="en-IN" b="1">
                          <a:solidFill>
                            <a:schemeClr val="bg1"/>
                          </a:solidFill>
                        </a:rPr>
                        <a:t>Action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IN" b="1" dirty="0">
                          <a:solidFill>
                            <a:schemeClr val="bg1"/>
                          </a:solidFill>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114236716"/>
                  </a:ext>
                </a:extLst>
              </a:tr>
              <a:tr h="0">
                <a:tc>
                  <a:txBody>
                    <a:bodyPr/>
                    <a:lstStyle/>
                    <a:p>
                      <a:pPr algn="ctr"/>
                      <a:r>
                        <a:rPr lang="en-IN" sz="1600" dirty="0"/>
                        <a:t>Printer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a:t>Create, modify, or delete printers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3771988"/>
                  </a:ext>
                </a:extLst>
              </a:tr>
              <a:tr h="0">
                <a:tc>
                  <a:txBody>
                    <a:bodyPr/>
                    <a:lstStyle/>
                    <a:p>
                      <a:pPr algn="ctr"/>
                      <a:r>
                        <a:rPr lang="en-IN" sz="1600" dirty="0"/>
                        <a:t>Printer Driver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600"/>
                        <a:t>Install or remove printer drivers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6352639"/>
                  </a:ext>
                </a:extLst>
              </a:tr>
              <a:tr h="0">
                <a:tc>
                  <a:txBody>
                    <a:bodyPr/>
                    <a:lstStyle/>
                    <a:p>
                      <a:pPr algn="ctr"/>
                      <a:r>
                        <a:rPr lang="en-IN" sz="1600" dirty="0"/>
                        <a:t>Printer 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t>Create/delete local or TCP/IP ports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1368894"/>
                  </a:ext>
                </a:extLst>
              </a:tr>
              <a:tr h="0">
                <a:tc>
                  <a:txBody>
                    <a:bodyPr/>
                    <a:lstStyle/>
                    <a:p>
                      <a:pPr algn="ctr"/>
                      <a:r>
                        <a:rPr lang="en-IN" sz="1600" dirty="0"/>
                        <a:t>Print Processor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600" dirty="0"/>
                        <a:t>Add/remove print processors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332182"/>
                  </a:ext>
                </a:extLst>
              </a:tr>
              <a:tr h="0">
                <a:tc>
                  <a:txBody>
                    <a:bodyPr/>
                    <a:lstStyle/>
                    <a:p>
                      <a:pPr algn="ctr"/>
                      <a:r>
                        <a:rPr lang="en-IN" sz="1600"/>
                        <a:t>Print Monitor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t>Add/remove language or port monitors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845407"/>
                  </a:ext>
                </a:extLst>
              </a:tr>
            </a:tbl>
          </a:graphicData>
        </a:graphic>
      </p:graphicFrame>
    </p:spTree>
    <p:extLst>
      <p:ext uri="{BB962C8B-B14F-4D97-AF65-F5344CB8AC3E}">
        <p14:creationId xmlns:p14="http://schemas.microsoft.com/office/powerpoint/2010/main" val="4093851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88F60-61AA-4641-FE94-33FAA5940A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AAE38F-D359-7622-10DC-BF3A01A4FD3D}"/>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GUID String and Log locations</a:t>
            </a:r>
            <a:endParaRPr lang="en-IN" sz="3200" b="1" dirty="0">
              <a:solidFill>
                <a:schemeClr val="bg1"/>
              </a:solidFill>
              <a:latin typeface="+mn-lt"/>
              <a:cs typeface="Arial" pitchFamily="34" charset="0"/>
            </a:endParaRPr>
          </a:p>
        </p:txBody>
      </p:sp>
      <p:sp>
        <p:nvSpPr>
          <p:cNvPr id="3" name="Content Placeholder 2">
            <a:extLst>
              <a:ext uri="{FF2B5EF4-FFF2-40B4-BE49-F238E27FC236}">
                <a16:creationId xmlns:a16="http://schemas.microsoft.com/office/drawing/2014/main" id="{4571BB1C-8E05-A60A-B0BE-5C94D6C96855}"/>
              </a:ext>
            </a:extLst>
          </p:cNvPr>
          <p:cNvSpPr>
            <a:spLocks noGrp="1"/>
          </p:cNvSpPr>
          <p:nvPr>
            <p:ph idx="1"/>
          </p:nvPr>
        </p:nvSpPr>
        <p:spPr>
          <a:xfrm>
            <a:off x="323528" y="980728"/>
            <a:ext cx="8291264" cy="5616624"/>
          </a:xfrm>
        </p:spPr>
        <p:txBody>
          <a:bodyPr>
            <a:noAutofit/>
          </a:bodyPr>
          <a:lstStyle/>
          <a:p>
            <a:pPr marL="0" indent="0">
              <a:buNone/>
            </a:pPr>
            <a:endParaRPr lang="en-US" sz="1800" dirty="0"/>
          </a:p>
          <a:p>
            <a:pPr marL="0" indent="0">
              <a:buNone/>
            </a:pPr>
            <a:r>
              <a:rPr lang="en-US" sz="1800" b="1" dirty="0"/>
              <a:t>64-bit: </a:t>
            </a:r>
            <a:r>
              <a:rPr lang="en-US" sz="1800" dirty="0"/>
              <a:t>HKLM\Software\Microsoft\Windows\CurrentVersion\Uninstall\{GUID}</a:t>
            </a:r>
            <a:r>
              <a:rPr lang="en-US" sz="1800" b="1" dirty="0"/>
              <a:t>	</a:t>
            </a:r>
          </a:p>
          <a:p>
            <a:pPr marL="0" indent="0">
              <a:buNone/>
            </a:pPr>
            <a:endParaRPr lang="en-US" sz="1800" b="1" dirty="0"/>
          </a:p>
          <a:p>
            <a:pPr marL="0" indent="0">
              <a:buNone/>
            </a:pPr>
            <a:r>
              <a:rPr lang="en-US" sz="1800" b="1" dirty="0"/>
              <a:t>32-bit apps on 64-bit OS:  </a:t>
            </a:r>
            <a:r>
              <a:rPr lang="en-US" sz="1800" dirty="0"/>
              <a:t>HKLM\Software\WOW6432Node\Microsoft\Windows\CurrentVersion\Uninstall\{GUID}</a:t>
            </a:r>
          </a:p>
          <a:p>
            <a:pPr marL="0" indent="0">
              <a:buNone/>
            </a:pPr>
            <a:endParaRPr lang="en-US" sz="1800" b="1" dirty="0"/>
          </a:p>
          <a:p>
            <a:pPr marL="0" indent="0">
              <a:buNone/>
            </a:pPr>
            <a:r>
              <a:rPr lang="en-US" sz="1800" b="1" dirty="0"/>
              <a:t>System App:</a:t>
            </a:r>
          </a:p>
          <a:p>
            <a:pPr marL="0" indent="0">
              <a:buNone/>
            </a:pPr>
            <a:r>
              <a:rPr lang="en-US" sz="1800" dirty="0"/>
              <a:t>64-bit: C:\Program Files\&lt;</a:t>
            </a:r>
            <a:r>
              <a:rPr lang="en-US" sz="1800" dirty="0" err="1"/>
              <a:t>AppName</a:t>
            </a:r>
            <a:r>
              <a:rPr lang="en-US" sz="1800" dirty="0"/>
              <a:t>&gt;\Logs\...</a:t>
            </a:r>
          </a:p>
          <a:p>
            <a:pPr marL="0" indent="0">
              <a:buNone/>
            </a:pPr>
            <a:r>
              <a:rPr lang="en-US" sz="1800" dirty="0"/>
              <a:t>32-bit: C:\Program Files (x86)\&lt;</a:t>
            </a:r>
            <a:r>
              <a:rPr lang="en-US" sz="1800" dirty="0" err="1"/>
              <a:t>AppName</a:t>
            </a:r>
            <a:r>
              <a:rPr lang="en-US" sz="1800" dirty="0"/>
              <a:t>&gt;\Logs\...</a:t>
            </a:r>
          </a:p>
          <a:p>
            <a:pPr marL="0" indent="0">
              <a:buNone/>
            </a:pPr>
            <a:endParaRPr lang="en-US" sz="1800" b="1" dirty="0"/>
          </a:p>
          <a:p>
            <a:pPr marL="0" indent="0">
              <a:buNone/>
            </a:pPr>
            <a:endParaRPr lang="en-US" sz="1800" b="1" dirty="0"/>
          </a:p>
          <a:p>
            <a:pPr marL="0" indent="0">
              <a:buNone/>
            </a:pPr>
            <a:r>
              <a:rPr lang="en-US" sz="1800" b="1" dirty="0"/>
              <a:t>Per-user apps logs:</a:t>
            </a:r>
          </a:p>
          <a:p>
            <a:pPr marL="0" indent="0">
              <a:buNone/>
            </a:pPr>
            <a:r>
              <a:rPr lang="en-US" sz="1800" dirty="0"/>
              <a:t>C:\Users\&lt;UserName&gt;\AppData\Local\&lt;AppName&gt;\Logs\</a:t>
            </a:r>
          </a:p>
          <a:p>
            <a:pPr marL="0" indent="0">
              <a:buNone/>
            </a:pPr>
            <a:r>
              <a:rPr lang="en-US" sz="1800" dirty="0"/>
              <a:t>C:\Users\&lt;UserName&gt;\AppData\Roaming\&lt;AppName&gt;\Logs\	</a:t>
            </a:r>
            <a:endParaRPr lang="en-US" sz="1800" dirty="0">
              <a:cs typeface="Arial" pitchFamily="34" charset="0"/>
            </a:endParaRPr>
          </a:p>
          <a:p>
            <a:pPr marL="0" indent="0">
              <a:buNone/>
            </a:pPr>
            <a:endParaRPr lang="en-US" sz="1800" dirty="0">
              <a:cs typeface="Arial" pitchFamily="34" charset="0"/>
            </a:endParaRPr>
          </a:p>
        </p:txBody>
      </p:sp>
    </p:spTree>
    <p:extLst>
      <p:ext uri="{BB962C8B-B14F-4D97-AF65-F5344CB8AC3E}">
        <p14:creationId xmlns:p14="http://schemas.microsoft.com/office/powerpoint/2010/main" val="26821492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4A149-AE97-EB69-CC2D-127EC44371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3B6E00-443B-A801-3C0D-32F554349A49}"/>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Windows Batch Script</a:t>
            </a:r>
            <a:endParaRPr lang="en-IN" sz="3200" b="1" dirty="0">
              <a:solidFill>
                <a:schemeClr val="bg1"/>
              </a:solidFill>
              <a:latin typeface="+mn-lt"/>
              <a:cs typeface="Arial" pitchFamily="34" charset="0"/>
            </a:endParaRPr>
          </a:p>
        </p:txBody>
      </p:sp>
      <p:sp>
        <p:nvSpPr>
          <p:cNvPr id="3" name="Content Placeholder 2">
            <a:extLst>
              <a:ext uri="{FF2B5EF4-FFF2-40B4-BE49-F238E27FC236}">
                <a16:creationId xmlns:a16="http://schemas.microsoft.com/office/drawing/2014/main" id="{A12A481A-74A6-8E6A-F4B5-C6A5FEE4C585}"/>
              </a:ext>
            </a:extLst>
          </p:cNvPr>
          <p:cNvSpPr>
            <a:spLocks noGrp="1"/>
          </p:cNvSpPr>
          <p:nvPr>
            <p:ph idx="1"/>
          </p:nvPr>
        </p:nvSpPr>
        <p:spPr>
          <a:xfrm>
            <a:off x="323528" y="980728"/>
            <a:ext cx="8291264" cy="5616624"/>
          </a:xfrm>
        </p:spPr>
        <p:txBody>
          <a:bodyPr>
            <a:noAutofit/>
          </a:bodyPr>
          <a:lstStyle/>
          <a:p>
            <a:pPr marL="0" indent="0">
              <a:buNone/>
            </a:pPr>
            <a:endParaRPr lang="en-US" sz="1800" b="1" dirty="0">
              <a:cs typeface="Arial" pitchFamily="34" charset="0"/>
            </a:endParaRPr>
          </a:p>
          <a:p>
            <a:pPr marL="0" indent="0">
              <a:buNone/>
            </a:pPr>
            <a:r>
              <a:rPr lang="en-US" sz="1800" b="1" dirty="0">
                <a:cs typeface="Arial" pitchFamily="34" charset="0"/>
              </a:rPr>
              <a:t>Batch Script (for Chrome or Edge)</a:t>
            </a:r>
          </a:p>
          <a:p>
            <a:pPr marL="0" indent="0">
              <a:buNone/>
            </a:pPr>
            <a:r>
              <a:rPr lang="en-US" sz="1800" dirty="0">
                <a:cs typeface="Arial" pitchFamily="34" charset="0"/>
              </a:rPr>
              <a:t>@echo off</a:t>
            </a:r>
          </a:p>
          <a:p>
            <a:pPr marL="0" indent="0">
              <a:buNone/>
            </a:pPr>
            <a:r>
              <a:rPr lang="en-US" sz="1800" dirty="0">
                <a:cs typeface="Arial" pitchFamily="34" charset="0"/>
              </a:rPr>
              <a:t>start chrome "https://www.example.com"</a:t>
            </a:r>
          </a:p>
          <a:p>
            <a:pPr marL="0" indent="0">
              <a:buNone/>
            </a:pPr>
            <a:r>
              <a:rPr lang="en-US" sz="1800" dirty="0">
                <a:cs typeface="Arial" pitchFamily="34" charset="0"/>
              </a:rPr>
              <a:t>:: or use Edge</a:t>
            </a:r>
          </a:p>
          <a:p>
            <a:pPr marL="0" indent="0">
              <a:buNone/>
            </a:pPr>
            <a:r>
              <a:rPr lang="en-US" sz="1800" dirty="0">
                <a:cs typeface="Arial" pitchFamily="34" charset="0"/>
              </a:rPr>
              <a:t>:: start </a:t>
            </a:r>
            <a:r>
              <a:rPr lang="en-US" sz="1800" dirty="0" err="1">
                <a:cs typeface="Arial" pitchFamily="34" charset="0"/>
              </a:rPr>
              <a:t>msedge</a:t>
            </a:r>
            <a:r>
              <a:rPr lang="en-US" sz="1800" dirty="0">
                <a:cs typeface="Arial" pitchFamily="34" charset="0"/>
              </a:rPr>
              <a:t> "https://www.example.com"</a:t>
            </a:r>
          </a:p>
          <a:p>
            <a:pPr marL="0" indent="0">
              <a:buNone/>
            </a:pPr>
            <a:endParaRPr lang="en-US" sz="1800" dirty="0">
              <a:cs typeface="Arial" pitchFamily="34" charset="0"/>
            </a:endParaRPr>
          </a:p>
          <a:p>
            <a:pPr marL="0" indent="0">
              <a:buNone/>
            </a:pPr>
            <a:r>
              <a:rPr lang="en-US" sz="1800" dirty="0">
                <a:cs typeface="Arial" pitchFamily="34" charset="0"/>
              </a:rPr>
              <a:t>Save this as open_browser.bat </a:t>
            </a:r>
          </a:p>
          <a:p>
            <a:pPr marL="0" indent="0">
              <a:buNone/>
            </a:pPr>
            <a:r>
              <a:rPr lang="en-US" sz="1800" dirty="0">
                <a:cs typeface="Arial" pitchFamily="34" charset="0"/>
              </a:rPr>
              <a:t>Place it in: C:\Scripts\open_browser.bat</a:t>
            </a:r>
          </a:p>
        </p:txBody>
      </p:sp>
    </p:spTree>
    <p:extLst>
      <p:ext uri="{BB962C8B-B14F-4D97-AF65-F5344CB8AC3E}">
        <p14:creationId xmlns:p14="http://schemas.microsoft.com/office/powerpoint/2010/main" val="33099092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E198B-F00F-C8E5-D619-B0E9E8713C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FE1A12-6074-6392-88E5-FD4006483EBA}"/>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latin typeface="+mn-lt"/>
                <a:cs typeface="Arial" pitchFamily="34" charset="0"/>
              </a:rPr>
              <a:t>MS 365 Packaging</a:t>
            </a:r>
            <a:endParaRPr lang="en-IN" sz="3200" b="1" dirty="0">
              <a:solidFill>
                <a:schemeClr val="bg1"/>
              </a:solidFill>
              <a:latin typeface="+mn-lt"/>
              <a:cs typeface="Arial" pitchFamily="34" charset="0"/>
            </a:endParaRPr>
          </a:p>
        </p:txBody>
      </p:sp>
      <p:sp>
        <p:nvSpPr>
          <p:cNvPr id="3" name="Content Placeholder 2">
            <a:extLst>
              <a:ext uri="{FF2B5EF4-FFF2-40B4-BE49-F238E27FC236}">
                <a16:creationId xmlns:a16="http://schemas.microsoft.com/office/drawing/2014/main" id="{5EB69B11-5B95-BB4F-CCA2-F64228F9C148}"/>
              </a:ext>
            </a:extLst>
          </p:cNvPr>
          <p:cNvSpPr>
            <a:spLocks noGrp="1"/>
          </p:cNvSpPr>
          <p:nvPr>
            <p:ph idx="1"/>
          </p:nvPr>
        </p:nvSpPr>
        <p:spPr>
          <a:xfrm>
            <a:off x="323528" y="980728"/>
            <a:ext cx="8291264" cy="5328592"/>
          </a:xfrm>
        </p:spPr>
        <p:txBody>
          <a:bodyPr>
            <a:noAutofit/>
          </a:bodyPr>
          <a:lstStyle/>
          <a:p>
            <a:pPr marL="0" indent="0">
              <a:buNone/>
            </a:pPr>
            <a:endParaRPr lang="en-US" sz="1800" b="1" dirty="0">
              <a:cs typeface="Arial" pitchFamily="34" charset="0"/>
            </a:endParaRPr>
          </a:p>
          <a:p>
            <a:pPr marL="0" indent="0">
              <a:buNone/>
            </a:pPr>
            <a:r>
              <a:rPr lang="en-US" sz="1800" b="1" dirty="0">
                <a:cs typeface="Arial" pitchFamily="34" charset="0"/>
              </a:rPr>
              <a:t>Microsoft Office Architecture – </a:t>
            </a:r>
            <a:r>
              <a:rPr lang="en-US" sz="1800" dirty="0">
                <a:cs typeface="Arial" pitchFamily="34" charset="0"/>
              </a:rPr>
              <a:t>Microsoft Office (now part of Microsoft 365 Apps) is designed with a modular, service-connected architecture that supports flexible packaging and deployment across enterprise environments.</a:t>
            </a:r>
          </a:p>
          <a:p>
            <a:pPr marL="0" indent="0">
              <a:buNone/>
            </a:pPr>
            <a:endParaRPr lang="en-US" sz="1800" dirty="0">
              <a:cs typeface="Arial" pitchFamily="34" charset="0"/>
            </a:endParaRPr>
          </a:p>
          <a:p>
            <a:pPr marL="0" indent="0">
              <a:buNone/>
            </a:pPr>
            <a:endParaRPr lang="en-US" sz="1800" dirty="0">
              <a:cs typeface="Arial" pitchFamily="34" charset="0"/>
            </a:endParaRPr>
          </a:p>
        </p:txBody>
      </p:sp>
      <p:graphicFrame>
        <p:nvGraphicFramePr>
          <p:cNvPr id="4" name="Table 3">
            <a:extLst>
              <a:ext uri="{FF2B5EF4-FFF2-40B4-BE49-F238E27FC236}">
                <a16:creationId xmlns:a16="http://schemas.microsoft.com/office/drawing/2014/main" id="{851B4EE0-B46F-17CE-7075-C0125C84C771}"/>
              </a:ext>
            </a:extLst>
          </p:cNvPr>
          <p:cNvGraphicFramePr>
            <a:graphicFrameLocks noGrp="1"/>
          </p:cNvGraphicFramePr>
          <p:nvPr>
            <p:extLst>
              <p:ext uri="{D42A27DB-BD31-4B8C-83A1-F6EECF244321}">
                <p14:modId xmlns:p14="http://schemas.microsoft.com/office/powerpoint/2010/main" val="3784722784"/>
              </p:ext>
            </p:extLst>
          </p:nvPr>
        </p:nvGraphicFramePr>
        <p:xfrm>
          <a:off x="381369" y="2492896"/>
          <a:ext cx="8229600" cy="2834640"/>
        </p:xfrm>
        <a:graphic>
          <a:graphicData uri="http://schemas.openxmlformats.org/drawingml/2006/table">
            <a:tbl>
              <a:tblPr/>
              <a:tblGrid>
                <a:gridCol w="2743200">
                  <a:extLst>
                    <a:ext uri="{9D8B030D-6E8A-4147-A177-3AD203B41FA5}">
                      <a16:colId xmlns:a16="http://schemas.microsoft.com/office/drawing/2014/main" val="3945197368"/>
                    </a:ext>
                  </a:extLst>
                </a:gridCol>
                <a:gridCol w="2743200">
                  <a:extLst>
                    <a:ext uri="{9D8B030D-6E8A-4147-A177-3AD203B41FA5}">
                      <a16:colId xmlns:a16="http://schemas.microsoft.com/office/drawing/2014/main" val="4020147194"/>
                    </a:ext>
                  </a:extLst>
                </a:gridCol>
                <a:gridCol w="2743200">
                  <a:extLst>
                    <a:ext uri="{9D8B030D-6E8A-4147-A177-3AD203B41FA5}">
                      <a16:colId xmlns:a16="http://schemas.microsoft.com/office/drawing/2014/main" val="2195951258"/>
                    </a:ext>
                  </a:extLst>
                </a:gridCol>
              </a:tblGrid>
              <a:tr h="0">
                <a:tc>
                  <a:txBody>
                    <a:bodyPr/>
                    <a:lstStyle/>
                    <a:p>
                      <a:pPr algn="ctr"/>
                      <a:r>
                        <a:rPr lang="en-IN" b="1" dirty="0">
                          <a:solidFill>
                            <a:schemeClr val="bg1"/>
                          </a:solidFill>
                        </a:rPr>
                        <a:t>Packaging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IN" b="1">
                          <a:solidFill>
                            <a:schemeClr val="bg1"/>
                          </a:solidFill>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IN" b="1" dirty="0">
                          <a:solidFill>
                            <a:schemeClr val="bg1"/>
                          </a:solidFill>
                        </a:rPr>
                        <a:t>Status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3928113883"/>
                  </a:ext>
                </a:extLst>
              </a:tr>
              <a:tr h="0">
                <a:tc>
                  <a:txBody>
                    <a:bodyPr/>
                    <a:lstStyle/>
                    <a:p>
                      <a:pPr algn="ctr"/>
                      <a:r>
                        <a:rPr lang="en-IN" b="1" dirty="0"/>
                        <a:t>Click-to-Run (C2R)</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Streaming-based installer using Office Deployment Tool (ODT)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a:t>✅ Primary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6293112"/>
                  </a:ext>
                </a:extLst>
              </a:tr>
              <a:tr h="0">
                <a:tc>
                  <a:txBody>
                    <a:bodyPr/>
                    <a:lstStyle/>
                    <a:p>
                      <a:pPr algn="ctr"/>
                      <a:r>
                        <a:rPr lang="en-IN" b="1" dirty="0"/>
                        <a:t>MSI (Windows Installer)</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Traditional installer used in older Office versions (Office 2016 and earlier)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dirty="0"/>
                        <a:t>❌ Deprecated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0024307"/>
                  </a:ext>
                </a:extLst>
              </a:tr>
              <a:tr h="0">
                <a:tc>
                  <a:txBody>
                    <a:bodyPr/>
                    <a:lstStyle/>
                    <a:p>
                      <a:pPr algn="ctr"/>
                      <a:r>
                        <a:rPr lang="en-IN" b="1" dirty="0"/>
                        <a:t>MSIX</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Modern packaging format for Windows apps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 In development for Office apps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0604694"/>
                  </a:ext>
                </a:extLst>
              </a:tr>
            </a:tbl>
          </a:graphicData>
        </a:graphic>
      </p:graphicFrame>
    </p:spTree>
    <p:extLst>
      <p:ext uri="{BB962C8B-B14F-4D97-AF65-F5344CB8AC3E}">
        <p14:creationId xmlns:p14="http://schemas.microsoft.com/office/powerpoint/2010/main" val="20471729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A5A91-B67E-8FFA-EDDA-4D55B036C1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B7875-0F45-F8B3-086C-064549CECA47}"/>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MS 365 Packaging</a:t>
            </a:r>
            <a:endParaRPr lang="en-IN" sz="3200" b="1" dirty="0">
              <a:solidFill>
                <a:schemeClr val="bg1"/>
              </a:solidFill>
              <a:latin typeface="+mn-lt"/>
              <a:cs typeface="Arial" pitchFamily="34" charset="0"/>
            </a:endParaRPr>
          </a:p>
        </p:txBody>
      </p:sp>
      <p:sp>
        <p:nvSpPr>
          <p:cNvPr id="3" name="Content Placeholder 2">
            <a:extLst>
              <a:ext uri="{FF2B5EF4-FFF2-40B4-BE49-F238E27FC236}">
                <a16:creationId xmlns:a16="http://schemas.microsoft.com/office/drawing/2014/main" id="{F4B3875C-E3E5-A612-19C2-7869CC28B77A}"/>
              </a:ext>
            </a:extLst>
          </p:cNvPr>
          <p:cNvSpPr>
            <a:spLocks noGrp="1"/>
          </p:cNvSpPr>
          <p:nvPr>
            <p:ph idx="1"/>
          </p:nvPr>
        </p:nvSpPr>
        <p:spPr>
          <a:xfrm>
            <a:off x="323528" y="980728"/>
            <a:ext cx="8291264" cy="5616624"/>
          </a:xfrm>
        </p:spPr>
        <p:txBody>
          <a:bodyPr>
            <a:noAutofit/>
          </a:bodyPr>
          <a:lstStyle/>
          <a:p>
            <a:pPr marL="0" indent="0">
              <a:buNone/>
            </a:pPr>
            <a:r>
              <a:rPr lang="en-US" sz="1600" dirty="0">
                <a:cs typeface="Arial" pitchFamily="34" charset="0"/>
              </a:rPr>
              <a:t>When </a:t>
            </a:r>
            <a:r>
              <a:rPr lang="en-US" sz="1600" b="1" dirty="0">
                <a:cs typeface="Arial" pitchFamily="34" charset="0"/>
              </a:rPr>
              <a:t>Microsoft 365 Apps are installed via Click-to-Run</a:t>
            </a:r>
            <a:r>
              <a:rPr lang="en-US" sz="1600" dirty="0">
                <a:cs typeface="Arial" pitchFamily="34" charset="0"/>
              </a:rPr>
              <a:t>, the system registers a single unified entry in the Add/Remove Programs list:</a:t>
            </a:r>
          </a:p>
          <a:p>
            <a:pPr marL="0" indent="0">
              <a:buNone/>
            </a:pPr>
            <a:endParaRPr lang="en-US" sz="1600" dirty="0">
              <a:cs typeface="Arial" pitchFamily="34" charset="0"/>
            </a:endParaRPr>
          </a:p>
          <a:p>
            <a:r>
              <a:rPr lang="en-US" sz="1600" dirty="0">
                <a:cs typeface="Arial" pitchFamily="34" charset="0"/>
              </a:rPr>
              <a:t>Display Name: Microsoft 365 Apps for enterprise or Microsoft Office 365 </a:t>
            </a:r>
            <a:r>
              <a:rPr lang="en-US" sz="1600" dirty="0" err="1">
                <a:cs typeface="Arial" pitchFamily="34" charset="0"/>
              </a:rPr>
              <a:t>ProPlus</a:t>
            </a:r>
            <a:endParaRPr lang="en-US" sz="1600" dirty="0">
              <a:cs typeface="Arial" pitchFamily="34" charset="0"/>
            </a:endParaRPr>
          </a:p>
          <a:p>
            <a:r>
              <a:rPr lang="en-US" sz="1600" dirty="0">
                <a:cs typeface="Arial" pitchFamily="34" charset="0"/>
              </a:rPr>
              <a:t>Publisher: Microsoft Corporation</a:t>
            </a:r>
          </a:p>
          <a:p>
            <a:r>
              <a:rPr lang="en-US" sz="1600" dirty="0">
                <a:cs typeface="Arial" pitchFamily="34" charset="0"/>
              </a:rPr>
              <a:t>Version: Reflects the build number (e.g., 16.0.XXXX.XXXX)</a:t>
            </a:r>
          </a:p>
          <a:p>
            <a:r>
              <a:rPr lang="en-US" sz="1600" dirty="0">
                <a:cs typeface="Arial" pitchFamily="34" charset="0"/>
              </a:rPr>
              <a:t>Size: Varies depending on installed components</a:t>
            </a:r>
          </a:p>
          <a:p>
            <a:r>
              <a:rPr lang="en-US" sz="1600" dirty="0">
                <a:cs typeface="Arial" pitchFamily="34" charset="0"/>
              </a:rPr>
              <a:t>Install Location: Usually under C:\Program Files\Microsoft Office</a:t>
            </a:r>
          </a:p>
          <a:p>
            <a:r>
              <a:rPr lang="en-US" sz="1600" dirty="0">
                <a:cs typeface="Arial" pitchFamily="34" charset="0"/>
              </a:rPr>
              <a:t>It’s a container for all Office apps (Word, Excel, PowerPoint, Outlook, etc.)</a:t>
            </a:r>
          </a:p>
          <a:p>
            <a:r>
              <a:rPr lang="en-US" sz="1600" dirty="0">
                <a:cs typeface="Arial" pitchFamily="34" charset="0"/>
              </a:rPr>
              <a:t>You cannot uninstall individual apps from this entry unless installed separately</a:t>
            </a:r>
          </a:p>
          <a:p>
            <a:r>
              <a:rPr lang="en-US" sz="1600" dirty="0">
                <a:cs typeface="Arial" pitchFamily="34" charset="0"/>
              </a:rPr>
              <a:t>The entry is tied to the Click-to-Run virtualization layer, not traditional MSI</a:t>
            </a:r>
          </a:p>
          <a:p>
            <a:r>
              <a:rPr lang="en-US" sz="1600" dirty="0">
                <a:cs typeface="Arial" pitchFamily="34" charset="0"/>
              </a:rPr>
              <a:t>If you’ve excluded apps during deployment (e.g., Access or Publisher), they won’t appear in the Start Menu or be usable—but the Add/Remove entry still shows the full suite name</a:t>
            </a:r>
          </a:p>
          <a:p>
            <a:r>
              <a:rPr lang="en-US" sz="1600" dirty="0">
                <a:cs typeface="Arial" pitchFamily="34" charset="0"/>
              </a:rPr>
              <a:t>Registry Location for Program Entry: HKEY_LOCAL_MACHINE\SOFTWARE\Microsoft\Windows\CurrentVersion\Uninstall</a:t>
            </a:r>
          </a:p>
          <a:p>
            <a:pPr marL="0" indent="0">
              <a:buNone/>
            </a:pPr>
            <a:r>
              <a:rPr lang="en-US" sz="1600" dirty="0">
                <a:cs typeface="Arial" pitchFamily="34" charset="0"/>
              </a:rPr>
              <a:t>       Look for keys with DisplayName like Microsoft 365 Apps</a:t>
            </a:r>
          </a:p>
          <a:p>
            <a:endParaRPr lang="en-US" sz="1800" dirty="0">
              <a:cs typeface="Arial" pitchFamily="34" charset="0"/>
            </a:endParaRPr>
          </a:p>
          <a:p>
            <a:endParaRPr lang="en-US" sz="1800" dirty="0">
              <a:cs typeface="Arial" pitchFamily="34" charset="0"/>
            </a:endParaRPr>
          </a:p>
          <a:p>
            <a:endParaRPr lang="en-US" sz="1800" dirty="0">
              <a:cs typeface="Arial" pitchFamily="34" charset="0"/>
            </a:endParaRPr>
          </a:p>
        </p:txBody>
      </p:sp>
    </p:spTree>
    <p:extLst>
      <p:ext uri="{BB962C8B-B14F-4D97-AF65-F5344CB8AC3E}">
        <p14:creationId xmlns:p14="http://schemas.microsoft.com/office/powerpoint/2010/main" val="7980126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37A62-A376-AF3B-6038-36A28CA748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F90E7A-F508-32E1-91A5-DA5076DB9E1D}"/>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Application Installation Type</a:t>
            </a:r>
            <a:endParaRPr lang="en-IN" sz="3200" b="1" dirty="0">
              <a:solidFill>
                <a:schemeClr val="bg1"/>
              </a:solidFill>
              <a:latin typeface="+mn-lt"/>
              <a:cs typeface="Arial" pitchFamily="34" charset="0"/>
            </a:endParaRPr>
          </a:p>
        </p:txBody>
      </p:sp>
      <p:graphicFrame>
        <p:nvGraphicFramePr>
          <p:cNvPr id="4" name="Content Placeholder 3">
            <a:extLst>
              <a:ext uri="{FF2B5EF4-FFF2-40B4-BE49-F238E27FC236}">
                <a16:creationId xmlns:a16="http://schemas.microsoft.com/office/drawing/2014/main" id="{CDC0E8AB-8BDC-B4D6-CC05-227E46F83F1B}"/>
              </a:ext>
            </a:extLst>
          </p:cNvPr>
          <p:cNvGraphicFramePr>
            <a:graphicFrameLocks noGrp="1"/>
          </p:cNvGraphicFramePr>
          <p:nvPr>
            <p:ph idx="1"/>
            <p:extLst>
              <p:ext uri="{D42A27DB-BD31-4B8C-83A1-F6EECF244321}">
                <p14:modId xmlns:p14="http://schemas.microsoft.com/office/powerpoint/2010/main" val="1369450562"/>
              </p:ext>
            </p:extLst>
          </p:nvPr>
        </p:nvGraphicFramePr>
        <p:xfrm>
          <a:off x="179512" y="1484784"/>
          <a:ext cx="8229600" cy="3108960"/>
        </p:xfrm>
        <a:graphic>
          <a:graphicData uri="http://schemas.openxmlformats.org/drawingml/2006/table">
            <a:tbl>
              <a:tblPr/>
              <a:tblGrid>
                <a:gridCol w="1080120">
                  <a:extLst>
                    <a:ext uri="{9D8B030D-6E8A-4147-A177-3AD203B41FA5}">
                      <a16:colId xmlns:a16="http://schemas.microsoft.com/office/drawing/2014/main" val="2695273919"/>
                    </a:ext>
                  </a:extLst>
                </a:gridCol>
                <a:gridCol w="2160240">
                  <a:extLst>
                    <a:ext uri="{9D8B030D-6E8A-4147-A177-3AD203B41FA5}">
                      <a16:colId xmlns:a16="http://schemas.microsoft.com/office/drawing/2014/main" val="2554478836"/>
                    </a:ext>
                  </a:extLst>
                </a:gridCol>
                <a:gridCol w="1697400">
                  <a:extLst>
                    <a:ext uri="{9D8B030D-6E8A-4147-A177-3AD203B41FA5}">
                      <a16:colId xmlns:a16="http://schemas.microsoft.com/office/drawing/2014/main" val="4278264382"/>
                    </a:ext>
                  </a:extLst>
                </a:gridCol>
                <a:gridCol w="1830992">
                  <a:extLst>
                    <a:ext uri="{9D8B030D-6E8A-4147-A177-3AD203B41FA5}">
                      <a16:colId xmlns:a16="http://schemas.microsoft.com/office/drawing/2014/main" val="3063221490"/>
                    </a:ext>
                  </a:extLst>
                </a:gridCol>
                <a:gridCol w="1460848">
                  <a:extLst>
                    <a:ext uri="{9D8B030D-6E8A-4147-A177-3AD203B41FA5}">
                      <a16:colId xmlns:a16="http://schemas.microsoft.com/office/drawing/2014/main" val="1636193247"/>
                    </a:ext>
                  </a:extLst>
                </a:gridCol>
              </a:tblGrid>
              <a:tr h="0">
                <a:tc>
                  <a:txBody>
                    <a:bodyPr/>
                    <a:lstStyle/>
                    <a:p>
                      <a:pPr algn="ctr"/>
                      <a:r>
                        <a:rPr lang="en-IN" b="1">
                          <a:solidFill>
                            <a:schemeClr val="bg1"/>
                          </a:solidFill>
                        </a:rPr>
                        <a:t>Context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IN" b="1" dirty="0">
                          <a:solidFill>
                            <a:schemeClr val="bg1"/>
                          </a:solidFill>
                        </a:rPr>
                        <a:t>Runs 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IN" b="1">
                          <a:solidFill>
                            <a:schemeClr val="bg1"/>
                          </a:solidFill>
                        </a:rPr>
                        <a:t>Access Level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IN" b="1">
                          <a:solidFill>
                            <a:schemeClr val="bg1"/>
                          </a:solidFill>
                        </a:rPr>
                        <a:t>Best For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IN" b="1" dirty="0">
                          <a:solidFill>
                            <a:schemeClr val="bg1"/>
                          </a:solidFill>
                        </a:rPr>
                        <a:t>Limitations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2883381853"/>
                  </a:ext>
                </a:extLst>
              </a:tr>
              <a:tr h="0">
                <a:tc>
                  <a:txBody>
                    <a:bodyPr/>
                    <a:lstStyle/>
                    <a:p>
                      <a:pPr algn="ctr"/>
                      <a:r>
                        <a:rPr lang="en-IN" b="1" dirty="0"/>
                        <a:t>User</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a:t>Logged-in user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a:t>Limited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a:t>Profile-based apps, Store apps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a:t>No system access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1888893"/>
                  </a:ext>
                </a:extLst>
              </a:tr>
              <a:tr h="0">
                <a:tc>
                  <a:txBody>
                    <a:bodyPr/>
                    <a:lstStyle/>
                    <a:p>
                      <a:pPr algn="ctr"/>
                      <a:r>
                        <a:rPr lang="en-IN" b="1" dirty="0"/>
                        <a:t>Admin</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a:t>Elevated user</a:t>
                      </a:r>
                    </a:p>
                    <a:p>
                      <a:pPr algn="ctr"/>
                      <a:r>
                        <a:rPr lang="en-IN" dirty="0"/>
                        <a:t>(</a:t>
                      </a:r>
                      <a:r>
                        <a:rPr lang="en-IN" dirty="0" err="1"/>
                        <a:t>FedEX</a:t>
                      </a:r>
                      <a:r>
                        <a:rPr lang="en-IN" dirty="0"/>
                        <a:t> App Manager)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a:t>Full (via UAC)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a:t>Manual installs, troubleshooting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a:t>Requires user consent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9296318"/>
                  </a:ext>
                </a:extLst>
              </a:tr>
              <a:tr h="0">
                <a:tc>
                  <a:txBody>
                    <a:bodyPr/>
                    <a:lstStyle/>
                    <a:p>
                      <a:pPr algn="ctr"/>
                      <a:r>
                        <a:rPr lang="en-IN" b="1" dirty="0"/>
                        <a:t>System</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a:t>SYSTEM account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a:t>Full (silent)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dirty="0"/>
                        <a:t>Enterprise deployments, Intune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dirty="0"/>
                        <a:t>No user interaction, no profile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2156008"/>
                  </a:ext>
                </a:extLst>
              </a:tr>
            </a:tbl>
          </a:graphicData>
        </a:graphic>
      </p:graphicFrame>
    </p:spTree>
    <p:extLst>
      <p:ext uri="{BB962C8B-B14F-4D97-AF65-F5344CB8AC3E}">
        <p14:creationId xmlns:p14="http://schemas.microsoft.com/office/powerpoint/2010/main" val="32710764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77BCF-F8BE-7334-1D53-DE75A32122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5745B6-D2E6-9CFE-C167-C64556410818}"/>
              </a:ext>
            </a:extLst>
          </p:cNvPr>
          <p:cNvSpPr>
            <a:spLocks noGrp="1"/>
          </p:cNvSpPr>
          <p:nvPr>
            <p:ph type="title"/>
          </p:nvPr>
        </p:nvSpPr>
        <p:spPr>
          <a:xfrm>
            <a:off x="0" y="-109071"/>
            <a:ext cx="9144000" cy="843041"/>
          </a:xfrm>
          <a:solidFill>
            <a:schemeClr val="accent1"/>
          </a:solidFill>
        </p:spPr>
        <p:txBody>
          <a:bodyPr>
            <a:normAutofit/>
          </a:bodyPr>
          <a:lstStyle/>
          <a:p>
            <a:pPr algn="ctr"/>
            <a:r>
              <a:rPr lang="en-IN" sz="2800" b="1" dirty="0">
                <a:solidFill>
                  <a:schemeClr val="bg1"/>
                </a:solidFill>
                <a:latin typeface="+mn-lt"/>
                <a:cs typeface="Arial" pitchFamily="34" charset="0"/>
              </a:rPr>
              <a:t>User Context Installation</a:t>
            </a:r>
          </a:p>
        </p:txBody>
      </p:sp>
      <p:sp>
        <p:nvSpPr>
          <p:cNvPr id="3" name="Content Placeholder 2">
            <a:extLst>
              <a:ext uri="{FF2B5EF4-FFF2-40B4-BE49-F238E27FC236}">
                <a16:creationId xmlns:a16="http://schemas.microsoft.com/office/drawing/2014/main" id="{F243271B-C38D-B5B5-8044-9E9B3BAC4BBD}"/>
              </a:ext>
            </a:extLst>
          </p:cNvPr>
          <p:cNvSpPr>
            <a:spLocks noGrp="1"/>
          </p:cNvSpPr>
          <p:nvPr>
            <p:ph idx="1"/>
          </p:nvPr>
        </p:nvSpPr>
        <p:spPr>
          <a:xfrm>
            <a:off x="395536" y="1196752"/>
            <a:ext cx="8291264" cy="4929411"/>
          </a:xfrm>
        </p:spPr>
        <p:txBody>
          <a:bodyPr>
            <a:normAutofit/>
          </a:bodyPr>
          <a:lstStyle/>
          <a:p>
            <a:pPr>
              <a:buNone/>
            </a:pPr>
            <a:r>
              <a:rPr lang="en-US" sz="1800" dirty="0"/>
              <a:t>MSI is Compatible for User Context -&gt; Open the .</a:t>
            </a:r>
            <a:r>
              <a:rPr lang="en-US" sz="1800" dirty="0" err="1"/>
              <a:t>msi</a:t>
            </a:r>
            <a:r>
              <a:rPr lang="en-US" sz="1800" dirty="0"/>
              <a:t> and check the Property table:</a:t>
            </a:r>
          </a:p>
          <a:p>
            <a:pPr>
              <a:buNone/>
            </a:pPr>
            <a:endParaRPr lang="en-US" sz="1800" dirty="0"/>
          </a:p>
          <a:p>
            <a:pPr>
              <a:buNone/>
            </a:pPr>
            <a:r>
              <a:rPr lang="en-US" sz="1800" dirty="0"/>
              <a:t>If ALLUSERS=1, it's a machine-wide install</a:t>
            </a:r>
          </a:p>
          <a:p>
            <a:pPr marL="0" indent="0">
              <a:buNone/>
            </a:pPr>
            <a:r>
              <a:rPr lang="en-US" sz="1800" dirty="0"/>
              <a:t>If ALLUSERS=2 or missing → can be user-level</a:t>
            </a:r>
          </a:p>
          <a:p>
            <a:pPr marL="0" indent="0" algn="just">
              <a:buNone/>
            </a:pPr>
            <a:endParaRPr lang="en-IN" sz="1800" dirty="0">
              <a:cs typeface="Arial" panose="020B0604020202020204" pitchFamily="34" charset="0"/>
            </a:endParaRPr>
          </a:p>
          <a:p>
            <a:pPr marL="0" indent="0">
              <a:buNone/>
            </a:pPr>
            <a:r>
              <a:rPr lang="en-US" sz="1800" b="1" dirty="0"/>
              <a:t>Verify Installation Location:</a:t>
            </a:r>
          </a:p>
          <a:p>
            <a:pPr marL="0" indent="0">
              <a:buNone/>
            </a:pPr>
            <a:endParaRPr lang="en-US" sz="1800" b="1" dirty="0"/>
          </a:p>
          <a:p>
            <a:pPr marL="0" indent="0">
              <a:buNone/>
            </a:pPr>
            <a:r>
              <a:rPr lang="en-US" sz="1800" dirty="0"/>
              <a:t>Context App Installs To</a:t>
            </a:r>
          </a:p>
          <a:p>
            <a:pPr marL="0" indent="0">
              <a:buNone/>
            </a:pPr>
            <a:endParaRPr lang="en-US" sz="1800" dirty="0"/>
          </a:p>
          <a:p>
            <a:r>
              <a:rPr lang="en-US" sz="1800" dirty="0"/>
              <a:t>Per-user - C:\Users\USERNAME\AppData\Local\Programs\</a:t>
            </a:r>
          </a:p>
          <a:p>
            <a:r>
              <a:rPr lang="en-US" sz="1800" dirty="0"/>
              <a:t>Per-machine -&gt; C:\Program Files\ or “C:\Program Files (x86)”</a:t>
            </a:r>
          </a:p>
          <a:p>
            <a:pPr marL="0" indent="0" algn="just">
              <a:buNone/>
            </a:pPr>
            <a:endParaRPr lang="en-IN" sz="1800" dirty="0">
              <a:cs typeface="Arial" panose="020B0604020202020204" pitchFamily="34" charset="0"/>
            </a:endParaRPr>
          </a:p>
          <a:p>
            <a:pPr marL="0" indent="0" algn="just">
              <a:buNone/>
            </a:pPr>
            <a:endParaRPr lang="en-IN" sz="1800" dirty="0">
              <a:cs typeface="Arial" panose="020B0604020202020204" pitchFamily="34" charset="0"/>
            </a:endParaRPr>
          </a:p>
        </p:txBody>
      </p:sp>
    </p:spTree>
    <p:extLst>
      <p:ext uri="{BB962C8B-B14F-4D97-AF65-F5344CB8AC3E}">
        <p14:creationId xmlns:p14="http://schemas.microsoft.com/office/powerpoint/2010/main" val="21672786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E59B7-D0D0-278F-D450-9EB982DE08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5E0F20-2AF5-CBAC-CB56-94C663752A2B}"/>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Active Setup Versioning</a:t>
            </a:r>
            <a:endParaRPr lang="en-IN" sz="3200" b="1" dirty="0">
              <a:solidFill>
                <a:schemeClr val="bg1"/>
              </a:solidFill>
              <a:latin typeface="+mn-lt"/>
              <a:cs typeface="Arial" pitchFamily="34" charset="0"/>
            </a:endParaRPr>
          </a:p>
        </p:txBody>
      </p:sp>
      <p:sp>
        <p:nvSpPr>
          <p:cNvPr id="3" name="Content Placeholder 2">
            <a:extLst>
              <a:ext uri="{FF2B5EF4-FFF2-40B4-BE49-F238E27FC236}">
                <a16:creationId xmlns:a16="http://schemas.microsoft.com/office/drawing/2014/main" id="{A50DF6B9-BA92-D32A-2423-F36167DD764B}"/>
              </a:ext>
            </a:extLst>
          </p:cNvPr>
          <p:cNvSpPr>
            <a:spLocks noGrp="1"/>
          </p:cNvSpPr>
          <p:nvPr>
            <p:ph idx="1"/>
          </p:nvPr>
        </p:nvSpPr>
        <p:spPr>
          <a:xfrm>
            <a:off x="323528" y="980728"/>
            <a:ext cx="8291264" cy="5616624"/>
          </a:xfrm>
        </p:spPr>
        <p:txBody>
          <a:bodyPr>
            <a:noAutofit/>
          </a:bodyPr>
          <a:lstStyle/>
          <a:p>
            <a:pPr marL="0" indent="0">
              <a:buNone/>
            </a:pPr>
            <a:r>
              <a:rPr lang="en-US" sz="1800" dirty="0"/>
              <a:t>Active Setup is a Windows mechanism that allows you to run a command once per user at logon. It’s commonly used to initialize user-specific settings after an application is installed.</a:t>
            </a:r>
          </a:p>
          <a:p>
            <a:pPr marL="0" indent="0">
              <a:buNone/>
            </a:pPr>
            <a:r>
              <a:rPr lang="en-US" sz="1800" dirty="0"/>
              <a:t>It compares registry entries in HKLM and HKCU. If the user’s profile doesn’t have the matching entry, the command is executed.</a:t>
            </a:r>
          </a:p>
          <a:p>
            <a:pPr marL="0" indent="0">
              <a:buNone/>
            </a:pPr>
            <a:endParaRPr lang="en-US" sz="1800" dirty="0"/>
          </a:p>
          <a:p>
            <a:pPr marL="0" indent="0">
              <a:buNone/>
            </a:pPr>
            <a:r>
              <a:rPr lang="en-US" sz="1800" b="1" dirty="0"/>
              <a:t>Registry Structure</a:t>
            </a:r>
          </a:p>
          <a:p>
            <a:pPr marL="0" indent="0">
              <a:buNone/>
            </a:pPr>
            <a:endParaRPr lang="en-US" sz="1800" dirty="0"/>
          </a:p>
          <a:p>
            <a:pPr marL="0" indent="0">
              <a:buNone/>
            </a:pPr>
            <a:r>
              <a:rPr lang="en-US" sz="1800" b="1" dirty="0"/>
              <a:t>Machine Key (HKLM)</a:t>
            </a:r>
          </a:p>
          <a:p>
            <a:pPr marL="0" indent="0">
              <a:buNone/>
            </a:pPr>
            <a:r>
              <a:rPr lang="en-US" sz="1800" dirty="0"/>
              <a:t>reg: HKLM\SOFTWARE\Microsoft\Active Setup\Installed Components\{</a:t>
            </a:r>
            <a:r>
              <a:rPr lang="en-US" sz="1800" dirty="0" err="1"/>
              <a:t>YourAppGUID</a:t>
            </a:r>
            <a:r>
              <a:rPr lang="en-US" sz="1800" dirty="0"/>
              <a:t>}</a:t>
            </a:r>
          </a:p>
          <a:p>
            <a:pPr marL="0" indent="0">
              <a:buNone/>
            </a:pPr>
            <a:endParaRPr lang="en-US" sz="1800" dirty="0"/>
          </a:p>
          <a:p>
            <a:pPr marL="0" indent="0">
              <a:buNone/>
            </a:pPr>
            <a:r>
              <a:rPr lang="en-US" sz="1800" b="1" dirty="0"/>
              <a:t>User Key (HKCU)</a:t>
            </a:r>
          </a:p>
          <a:p>
            <a:pPr marL="0" indent="0">
              <a:buNone/>
            </a:pPr>
            <a:r>
              <a:rPr lang="en-US" sz="1800" dirty="0"/>
              <a:t>reg: HKCU\SOFTWARE\Microsoft\Active Setup\Installed Components\{</a:t>
            </a:r>
            <a:r>
              <a:rPr lang="en-US" sz="1800" dirty="0" err="1"/>
              <a:t>YourAppGUID</a:t>
            </a:r>
            <a:r>
              <a:rPr lang="en-US" sz="1800" dirty="0"/>
              <a:t>}</a:t>
            </a:r>
          </a:p>
          <a:p>
            <a:pPr marL="0" indent="0">
              <a:buNone/>
            </a:pPr>
            <a:endParaRPr lang="en-US" sz="1800" dirty="0"/>
          </a:p>
          <a:p>
            <a:pPr marL="0" indent="0">
              <a:buNone/>
            </a:pPr>
            <a:r>
              <a:rPr lang="en-US" sz="1800" dirty="0"/>
              <a:t>When a user logs in, Windows checks if the Version in HKCU matches HKLM. If not, it runs the command in </a:t>
            </a:r>
            <a:r>
              <a:rPr lang="en-US" sz="1800" dirty="0" err="1"/>
              <a:t>StubPath</a:t>
            </a:r>
            <a:r>
              <a:rPr lang="en-US" sz="1800" dirty="0"/>
              <a:t>.</a:t>
            </a:r>
            <a:endParaRPr lang="en-US" sz="1800" dirty="0">
              <a:cs typeface="Arial" pitchFamily="34" charset="0"/>
            </a:endParaRPr>
          </a:p>
        </p:txBody>
      </p:sp>
    </p:spTree>
    <p:extLst>
      <p:ext uri="{BB962C8B-B14F-4D97-AF65-F5344CB8AC3E}">
        <p14:creationId xmlns:p14="http://schemas.microsoft.com/office/powerpoint/2010/main" val="29344941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B6E45-23F1-DF00-6F50-93BA263512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D5BD8A-FB91-0E50-E5AF-F0CDCF4DA142}"/>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Win 10 vs Win 11 – App Packaging</a:t>
            </a:r>
            <a:endParaRPr lang="en-IN" sz="3200" b="1" dirty="0">
              <a:solidFill>
                <a:schemeClr val="bg1"/>
              </a:solidFill>
              <a:cs typeface="Arial" pitchFamily="34" charset="0"/>
            </a:endParaRPr>
          </a:p>
        </p:txBody>
      </p:sp>
      <p:graphicFrame>
        <p:nvGraphicFramePr>
          <p:cNvPr id="4" name="Content Placeholder 3">
            <a:extLst>
              <a:ext uri="{FF2B5EF4-FFF2-40B4-BE49-F238E27FC236}">
                <a16:creationId xmlns:a16="http://schemas.microsoft.com/office/drawing/2014/main" id="{5446D1B8-E964-FA4A-6BCE-88DE414DBE60}"/>
              </a:ext>
            </a:extLst>
          </p:cNvPr>
          <p:cNvGraphicFramePr>
            <a:graphicFrameLocks noGrp="1"/>
          </p:cNvGraphicFramePr>
          <p:nvPr>
            <p:ph idx="1"/>
            <p:extLst>
              <p:ext uri="{D42A27DB-BD31-4B8C-83A1-F6EECF244321}">
                <p14:modId xmlns:p14="http://schemas.microsoft.com/office/powerpoint/2010/main" val="256101115"/>
              </p:ext>
            </p:extLst>
          </p:nvPr>
        </p:nvGraphicFramePr>
        <p:xfrm>
          <a:off x="323528" y="1051560"/>
          <a:ext cx="8229600" cy="4754880"/>
        </p:xfrm>
        <a:graphic>
          <a:graphicData uri="http://schemas.openxmlformats.org/drawingml/2006/table">
            <a:tbl>
              <a:tblPr/>
              <a:tblGrid>
                <a:gridCol w="2743200">
                  <a:extLst>
                    <a:ext uri="{9D8B030D-6E8A-4147-A177-3AD203B41FA5}">
                      <a16:colId xmlns:a16="http://schemas.microsoft.com/office/drawing/2014/main" val="2007317397"/>
                    </a:ext>
                  </a:extLst>
                </a:gridCol>
                <a:gridCol w="2743200">
                  <a:extLst>
                    <a:ext uri="{9D8B030D-6E8A-4147-A177-3AD203B41FA5}">
                      <a16:colId xmlns:a16="http://schemas.microsoft.com/office/drawing/2014/main" val="3490775423"/>
                    </a:ext>
                  </a:extLst>
                </a:gridCol>
                <a:gridCol w="2743200">
                  <a:extLst>
                    <a:ext uri="{9D8B030D-6E8A-4147-A177-3AD203B41FA5}">
                      <a16:colId xmlns:a16="http://schemas.microsoft.com/office/drawing/2014/main" val="2978283107"/>
                    </a:ext>
                  </a:extLst>
                </a:gridCol>
              </a:tblGrid>
              <a:tr h="0">
                <a:tc>
                  <a:txBody>
                    <a:bodyPr/>
                    <a:lstStyle/>
                    <a:p>
                      <a:pPr algn="ctr"/>
                      <a:r>
                        <a:rPr lang="en-IN" b="1" dirty="0">
                          <a:solidFill>
                            <a:schemeClr val="bg1"/>
                          </a:solidFill>
                        </a:rPr>
                        <a:t>Feature 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IN" b="1" dirty="0">
                          <a:solidFill>
                            <a:schemeClr val="bg1"/>
                          </a:solidFill>
                        </a:rPr>
                        <a:t>Windows 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IN" b="1" dirty="0">
                          <a:solidFill>
                            <a:schemeClr val="bg1"/>
                          </a:solidFill>
                        </a:rPr>
                        <a:t>Windows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841977512"/>
                  </a:ext>
                </a:extLst>
              </a:tr>
              <a:tr h="0">
                <a:tc>
                  <a:txBody>
                    <a:bodyPr/>
                    <a:lstStyle/>
                    <a:p>
                      <a:r>
                        <a:rPr lang="en-IN" sz="1600" b="1" dirty="0"/>
                        <a:t>User Interface</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t>Fluent Design, centered Start Menu &amp; Taskbar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a:t>Classic Start Menu &amp; Taskbar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6797182"/>
                  </a:ext>
                </a:extLst>
              </a:tr>
              <a:tr h="0">
                <a:tc>
                  <a:txBody>
                    <a:bodyPr/>
                    <a:lstStyle/>
                    <a:p>
                      <a:r>
                        <a:rPr lang="en-IN" sz="1600" b="1"/>
                        <a:t>System Requirements</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t>TPM 2.0, Secure Boot, UEFI, 64-bit only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a:t>More lenient; supports older hardware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0643260"/>
                  </a:ext>
                </a:extLst>
              </a:tr>
              <a:tr h="0">
                <a:tc>
                  <a:txBody>
                    <a:bodyPr/>
                    <a:lstStyle/>
                    <a:p>
                      <a:r>
                        <a:rPr lang="en-IN" sz="1600" b="1"/>
                        <a:t>Microsoft Store</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a:t>Redesigned, supports Android apps via WSA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a:t>Traditional Store, no Android support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6918182"/>
                  </a:ext>
                </a:extLst>
              </a:tr>
              <a:tr h="0">
                <a:tc>
                  <a:txBody>
                    <a:bodyPr/>
                    <a:lstStyle/>
                    <a:p>
                      <a:r>
                        <a:rPr lang="en-IN" sz="1600" b="1" dirty="0"/>
                        <a:t>Packaging Format</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a:t>Strong push for </a:t>
                      </a:r>
                      <a:r>
                        <a:rPr lang="en-US" sz="1600" b="1"/>
                        <a:t>MSIX</a:t>
                      </a:r>
                      <a:r>
                        <a:rPr lang="en-US" sz="1600"/>
                        <a:t> adoption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a:t>Supports MSI, EXE, and MSIX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0475478"/>
                  </a:ext>
                </a:extLst>
              </a:tr>
              <a:tr h="0">
                <a:tc>
                  <a:txBody>
                    <a:bodyPr/>
                    <a:lstStyle/>
                    <a:p>
                      <a:r>
                        <a:rPr lang="en-IN" sz="1600" b="1" dirty="0"/>
                        <a:t>Security Model</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t>Enforced hardware-based security (TPM, VBS)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a:t>Software-based security still common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2956075"/>
                  </a:ext>
                </a:extLst>
              </a:tr>
              <a:tr h="0">
                <a:tc>
                  <a:txBody>
                    <a:bodyPr/>
                    <a:lstStyle/>
                    <a:p>
                      <a:r>
                        <a:rPr lang="en-IN" sz="1600" b="1"/>
                        <a:t>AppContainer Support</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a:t>Enhanced isolation for packaged apps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a:t>Supported but less emphasized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5569383"/>
                  </a:ext>
                </a:extLst>
              </a:tr>
              <a:tr h="0">
                <a:tc>
                  <a:txBody>
                    <a:bodyPr/>
                    <a:lstStyle/>
                    <a:p>
                      <a:r>
                        <a:rPr lang="en-IN" sz="1600" b="1"/>
                        <a:t>Virtual Desktops</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a:t>Snap Layouts, improved multitasking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t>Basic virtual desktop support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0724240"/>
                  </a:ext>
                </a:extLst>
              </a:tr>
              <a:tr h="0">
                <a:tc>
                  <a:txBody>
                    <a:bodyPr/>
                    <a:lstStyle/>
                    <a:p>
                      <a:r>
                        <a:rPr lang="en-IN" sz="1600" b="1"/>
                        <a:t>Copilot Integration</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a:t>Built-in AI assistant for productivity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t>No native AI assistant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6135043"/>
                  </a:ext>
                </a:extLst>
              </a:tr>
            </a:tbl>
          </a:graphicData>
        </a:graphic>
      </p:graphicFrame>
    </p:spTree>
    <p:extLst>
      <p:ext uri="{BB962C8B-B14F-4D97-AF65-F5344CB8AC3E}">
        <p14:creationId xmlns:p14="http://schemas.microsoft.com/office/powerpoint/2010/main" val="6979424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FD51B-5413-8457-B63F-AEA1BDEC96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7FF21A-F2DA-1855-8DC0-D1F587960C40}"/>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Win 10 vs Win 11 – App Packaging</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76A8B7A4-F5C2-5106-C7D7-65205570C2B0}"/>
              </a:ext>
            </a:extLst>
          </p:cNvPr>
          <p:cNvSpPr>
            <a:spLocks noGrp="1"/>
          </p:cNvSpPr>
          <p:nvPr>
            <p:ph idx="1"/>
          </p:nvPr>
        </p:nvSpPr>
        <p:spPr>
          <a:xfrm>
            <a:off x="323528" y="980728"/>
            <a:ext cx="8291264" cy="5616624"/>
          </a:xfrm>
        </p:spPr>
        <p:txBody>
          <a:bodyPr>
            <a:noAutofit/>
          </a:bodyPr>
          <a:lstStyle/>
          <a:p>
            <a:pPr marL="0" indent="0">
              <a:buNone/>
            </a:pPr>
            <a:r>
              <a:rPr lang="en-US" sz="1800" b="1" dirty="0">
                <a:cs typeface="Arial" pitchFamily="34" charset="0"/>
              </a:rPr>
              <a:t>MSIX Adoption</a:t>
            </a:r>
          </a:p>
          <a:p>
            <a:pPr marL="0" indent="0">
              <a:buNone/>
            </a:pPr>
            <a:endParaRPr lang="en-US" sz="1800" b="1" dirty="0">
              <a:cs typeface="Arial" pitchFamily="34" charset="0"/>
            </a:endParaRPr>
          </a:p>
          <a:p>
            <a:r>
              <a:rPr lang="en-US" sz="1800" dirty="0">
                <a:cs typeface="Arial" pitchFamily="34" charset="0"/>
              </a:rPr>
              <a:t>Windows 11 encourages MSIX for modern deployment, offering:</a:t>
            </a:r>
          </a:p>
          <a:p>
            <a:pPr marL="0" indent="0">
              <a:buNone/>
            </a:pPr>
            <a:r>
              <a:rPr lang="en-US" sz="1800" dirty="0">
                <a:cs typeface="Arial" pitchFamily="34" charset="0"/>
              </a:rPr>
              <a:t>       Clean install/uninstall</a:t>
            </a:r>
          </a:p>
          <a:p>
            <a:pPr marL="0" indent="0">
              <a:buNone/>
            </a:pPr>
            <a:r>
              <a:rPr lang="en-US" sz="1800" dirty="0">
                <a:cs typeface="Arial" pitchFamily="34" charset="0"/>
              </a:rPr>
              <a:t>       Auto-updates</a:t>
            </a:r>
          </a:p>
          <a:p>
            <a:pPr marL="0" indent="0">
              <a:buNone/>
            </a:pPr>
            <a:r>
              <a:rPr lang="en-US" sz="1800" dirty="0">
                <a:cs typeface="Arial" pitchFamily="34" charset="0"/>
              </a:rPr>
              <a:t>       App identity for accessing OS features (e.g., notifications, background tasks)</a:t>
            </a:r>
          </a:p>
          <a:p>
            <a:pPr marL="0" indent="0">
              <a:buNone/>
            </a:pPr>
            <a:endParaRPr lang="en-US" sz="1800" dirty="0">
              <a:cs typeface="Arial" pitchFamily="34" charset="0"/>
            </a:endParaRPr>
          </a:p>
          <a:p>
            <a:r>
              <a:rPr lang="en-US" sz="1800" dirty="0">
                <a:cs typeface="Arial" pitchFamily="34" charset="0"/>
              </a:rPr>
              <a:t>Windows 10 supports MSIX but is more tolerant of legacy formats like MSI and EXE.</a:t>
            </a:r>
          </a:p>
          <a:p>
            <a:pPr marL="0" indent="0">
              <a:buNone/>
            </a:pPr>
            <a:endParaRPr lang="en-US" sz="1800" dirty="0">
              <a:cs typeface="Arial" pitchFamily="34" charset="0"/>
            </a:endParaRPr>
          </a:p>
          <a:p>
            <a:pPr marL="0" indent="0">
              <a:buNone/>
            </a:pPr>
            <a:r>
              <a:rPr lang="en-US" sz="1800" b="1" dirty="0">
                <a:cs typeface="Arial" pitchFamily="34" charset="0"/>
              </a:rPr>
              <a:t>Compatibility</a:t>
            </a:r>
          </a:p>
          <a:p>
            <a:pPr marL="0" indent="0">
              <a:buNone/>
            </a:pPr>
            <a:endParaRPr lang="en-US" sz="1800" dirty="0">
              <a:cs typeface="Arial" pitchFamily="34" charset="0"/>
            </a:endParaRPr>
          </a:p>
          <a:p>
            <a:r>
              <a:rPr lang="en-US" sz="1800" dirty="0">
                <a:cs typeface="Arial" pitchFamily="34" charset="0"/>
              </a:rPr>
              <a:t>Windows 11 has stricter hardware requirements (TPM 2.0, Secure Boot), which may affect legacy app deployment.</a:t>
            </a:r>
          </a:p>
          <a:p>
            <a:r>
              <a:rPr lang="en-US" sz="1800" dirty="0">
                <a:cs typeface="Arial" pitchFamily="34" charset="0"/>
              </a:rPr>
              <a:t>Windows 10 is more forgiving, making it a better target for older enterprise environments.</a:t>
            </a:r>
          </a:p>
        </p:txBody>
      </p:sp>
    </p:spTree>
    <p:extLst>
      <p:ext uri="{BB962C8B-B14F-4D97-AF65-F5344CB8AC3E}">
        <p14:creationId xmlns:p14="http://schemas.microsoft.com/office/powerpoint/2010/main" val="11991451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22E00-570C-1B25-582D-43FB7CC10C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176EA-F6BD-949B-A717-55F5A644305D}"/>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Windows Troubleshooting and Debugging</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9544822F-F552-DFEC-B8EF-85D7F28029D6}"/>
              </a:ext>
            </a:extLst>
          </p:cNvPr>
          <p:cNvSpPr>
            <a:spLocks noGrp="1"/>
          </p:cNvSpPr>
          <p:nvPr>
            <p:ph idx="1"/>
          </p:nvPr>
        </p:nvSpPr>
        <p:spPr>
          <a:xfrm>
            <a:off x="323528" y="836712"/>
            <a:ext cx="8291264" cy="5616624"/>
          </a:xfrm>
        </p:spPr>
        <p:txBody>
          <a:bodyPr>
            <a:noAutofit/>
          </a:bodyPr>
          <a:lstStyle/>
          <a:p>
            <a:pPr marL="0" indent="0">
              <a:buNone/>
            </a:pPr>
            <a:r>
              <a:rPr lang="en-US" sz="1800" dirty="0">
                <a:cs typeface="Arial" pitchFamily="34" charset="0"/>
              </a:rPr>
              <a:t>These are commonly used for system diagnostics, troubleshooting: </a:t>
            </a:r>
          </a:p>
          <a:p>
            <a:pPr marL="0" indent="0">
              <a:buNone/>
            </a:pPr>
            <a:endParaRPr lang="en-US" sz="1800" dirty="0">
              <a:cs typeface="Arial" pitchFamily="34" charset="0"/>
            </a:endParaRPr>
          </a:p>
          <a:p>
            <a:r>
              <a:rPr lang="en-US" sz="1800" b="1" dirty="0" err="1">
                <a:cs typeface="Arial" pitchFamily="34" charset="0"/>
              </a:rPr>
              <a:t>LogonSessions</a:t>
            </a:r>
            <a:endParaRPr lang="en-US" sz="1800" b="1" dirty="0">
              <a:cs typeface="Arial" pitchFamily="34" charset="0"/>
            </a:endParaRPr>
          </a:p>
          <a:p>
            <a:endParaRPr lang="en-US" sz="1800" dirty="0">
              <a:cs typeface="Arial" pitchFamily="34" charset="0"/>
            </a:endParaRPr>
          </a:p>
          <a:p>
            <a:pPr marL="0" indent="0">
              <a:buNone/>
            </a:pPr>
            <a:r>
              <a:rPr lang="en-US" sz="1800" b="1" dirty="0">
                <a:cs typeface="Arial" pitchFamily="34" charset="0"/>
              </a:rPr>
              <a:t>Purpose: </a:t>
            </a:r>
            <a:r>
              <a:rPr lang="en-US" sz="1800" dirty="0">
                <a:cs typeface="Arial" pitchFamily="34" charset="0"/>
              </a:rPr>
              <a:t>Displays information about logged-on users.</a:t>
            </a:r>
          </a:p>
          <a:p>
            <a:pPr marL="0" indent="0">
              <a:buNone/>
            </a:pPr>
            <a:r>
              <a:rPr lang="en-US" sz="1800" b="1" dirty="0">
                <a:cs typeface="Arial" pitchFamily="34" charset="0"/>
              </a:rPr>
              <a:t>Usage: </a:t>
            </a:r>
            <a:r>
              <a:rPr lang="en-US" sz="1800" dirty="0">
                <a:cs typeface="Arial" pitchFamily="34" charset="0"/>
              </a:rPr>
              <a:t>Shows detailed information about each logon session including user name, logon time, and authentication package.</a:t>
            </a:r>
          </a:p>
          <a:p>
            <a:pPr marL="0" indent="0">
              <a:buNone/>
            </a:pPr>
            <a:r>
              <a:rPr lang="en-US" sz="1800" b="1" dirty="0">
                <a:cs typeface="Arial" pitchFamily="34" charset="0"/>
              </a:rPr>
              <a:t>Common Command: </a:t>
            </a:r>
            <a:r>
              <a:rPr lang="en-US" sz="1800" dirty="0">
                <a:cs typeface="Arial" pitchFamily="34" charset="0"/>
              </a:rPr>
              <a:t>LogonSessions.exe</a:t>
            </a:r>
          </a:p>
          <a:p>
            <a:pPr marL="0" indent="0">
              <a:buNone/>
            </a:pPr>
            <a:endParaRPr lang="en-US" sz="1800" dirty="0">
              <a:cs typeface="Arial" pitchFamily="34" charset="0"/>
            </a:endParaRPr>
          </a:p>
          <a:p>
            <a:r>
              <a:rPr lang="en-US" sz="1800" b="1" dirty="0" err="1">
                <a:cs typeface="Arial" pitchFamily="34" charset="0"/>
              </a:rPr>
              <a:t>Autologon</a:t>
            </a:r>
            <a:endParaRPr lang="en-US" sz="1800" b="1" dirty="0">
              <a:cs typeface="Arial" pitchFamily="34" charset="0"/>
            </a:endParaRPr>
          </a:p>
          <a:p>
            <a:pPr marL="0" indent="0">
              <a:buNone/>
            </a:pPr>
            <a:r>
              <a:rPr lang="en-US" sz="1800" dirty="0">
                <a:cs typeface="Arial" pitchFamily="34" charset="0"/>
              </a:rPr>
              <a:t> </a:t>
            </a:r>
          </a:p>
          <a:p>
            <a:pPr marL="0" indent="0">
              <a:buNone/>
            </a:pPr>
            <a:r>
              <a:rPr lang="en-US" sz="1800" b="1" dirty="0">
                <a:cs typeface="Arial" pitchFamily="34" charset="0"/>
              </a:rPr>
              <a:t>Purpose: </a:t>
            </a:r>
            <a:r>
              <a:rPr lang="en-US" sz="1800" dirty="0">
                <a:cs typeface="Arial" pitchFamily="34" charset="0"/>
              </a:rPr>
              <a:t>Configures Windows to log on automatically to a specific account.</a:t>
            </a:r>
          </a:p>
          <a:p>
            <a:pPr marL="0" indent="0">
              <a:buNone/>
            </a:pPr>
            <a:r>
              <a:rPr lang="en-US" sz="1800" b="1" dirty="0">
                <a:cs typeface="Arial" pitchFamily="34" charset="0"/>
              </a:rPr>
              <a:t>Usage: </a:t>
            </a:r>
            <a:r>
              <a:rPr lang="en-US" sz="1800" dirty="0">
                <a:cs typeface="Arial" pitchFamily="34" charset="0"/>
              </a:rPr>
              <a:t>Stores encrypted credentials in the registry to bypass manual login.</a:t>
            </a:r>
          </a:p>
          <a:p>
            <a:pPr marL="0" indent="0">
              <a:buNone/>
            </a:pPr>
            <a:r>
              <a:rPr lang="en-US" sz="1800" b="1" dirty="0">
                <a:cs typeface="Arial" pitchFamily="34" charset="0"/>
              </a:rPr>
              <a:t>GUI Tool: </a:t>
            </a:r>
            <a:r>
              <a:rPr lang="en-US" sz="1800" dirty="0">
                <a:cs typeface="Arial" pitchFamily="34" charset="0"/>
              </a:rPr>
              <a:t>Simple interface to input username, password, and domain.</a:t>
            </a:r>
          </a:p>
        </p:txBody>
      </p:sp>
    </p:spTree>
    <p:extLst>
      <p:ext uri="{BB962C8B-B14F-4D97-AF65-F5344CB8AC3E}">
        <p14:creationId xmlns:p14="http://schemas.microsoft.com/office/powerpoint/2010/main" val="30062422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6FB50-1A1B-410E-7982-DC4F8BAA2D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8B3DB-2FF1-E3A0-0DFA-C0939A91DF78}"/>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Windows Troubleshooting and Debugging</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C111A6BB-8CD5-96A4-C6A7-083F94E69AC2}"/>
              </a:ext>
            </a:extLst>
          </p:cNvPr>
          <p:cNvSpPr>
            <a:spLocks noGrp="1"/>
          </p:cNvSpPr>
          <p:nvPr>
            <p:ph idx="1"/>
          </p:nvPr>
        </p:nvSpPr>
        <p:spPr>
          <a:xfrm>
            <a:off x="323528" y="908720"/>
            <a:ext cx="8291264" cy="5616624"/>
          </a:xfrm>
        </p:spPr>
        <p:txBody>
          <a:bodyPr>
            <a:noAutofit/>
          </a:bodyPr>
          <a:lstStyle/>
          <a:p>
            <a:r>
              <a:rPr lang="en-US" sz="1800" b="1" dirty="0">
                <a:cs typeface="Arial" pitchFamily="34" charset="0"/>
              </a:rPr>
              <a:t>Process Explorer</a:t>
            </a:r>
          </a:p>
          <a:p>
            <a:pPr marL="0" indent="0">
              <a:buNone/>
            </a:pPr>
            <a:endParaRPr lang="en-US" sz="1800" dirty="0">
              <a:cs typeface="Arial" pitchFamily="34" charset="0"/>
            </a:endParaRPr>
          </a:p>
          <a:p>
            <a:pPr marL="0" indent="0">
              <a:buNone/>
            </a:pPr>
            <a:r>
              <a:rPr lang="en-US" sz="1800" b="1" dirty="0">
                <a:cs typeface="Arial" pitchFamily="34" charset="0"/>
              </a:rPr>
              <a:t>Purpose: </a:t>
            </a:r>
            <a:r>
              <a:rPr lang="en-US" sz="1800" dirty="0">
                <a:cs typeface="Arial" pitchFamily="34" charset="0"/>
              </a:rPr>
              <a:t>Advanced version of Task Manager; shows real-time information on  running processes.</a:t>
            </a:r>
          </a:p>
          <a:p>
            <a:pPr marL="0" indent="0">
              <a:buNone/>
            </a:pPr>
            <a:endParaRPr lang="en-US" sz="1800" dirty="0">
              <a:cs typeface="Arial" pitchFamily="34" charset="0"/>
            </a:endParaRPr>
          </a:p>
          <a:p>
            <a:pPr marL="0" indent="0">
              <a:buNone/>
            </a:pPr>
            <a:r>
              <a:rPr lang="en-US" sz="1800" b="1" dirty="0">
                <a:cs typeface="Arial" pitchFamily="34" charset="0"/>
              </a:rPr>
              <a:t>Features: </a:t>
            </a:r>
          </a:p>
          <a:p>
            <a:pPr marL="0" indent="0">
              <a:buNone/>
            </a:pPr>
            <a:r>
              <a:rPr lang="en-US" sz="1800" dirty="0">
                <a:cs typeface="Arial" pitchFamily="34" charset="0"/>
              </a:rPr>
              <a:t>DLL and handle view</a:t>
            </a:r>
          </a:p>
          <a:p>
            <a:pPr marL="0" indent="0">
              <a:buNone/>
            </a:pPr>
            <a:r>
              <a:rPr lang="en-US" sz="1800" dirty="0">
                <a:cs typeface="Arial" pitchFamily="34" charset="0"/>
              </a:rPr>
              <a:t>Process tree visualization</a:t>
            </a:r>
          </a:p>
          <a:p>
            <a:pPr marL="0" indent="0">
              <a:buNone/>
            </a:pPr>
            <a:endParaRPr lang="en-US" sz="1800" dirty="0">
              <a:cs typeface="Arial" pitchFamily="34" charset="0"/>
            </a:endParaRPr>
          </a:p>
          <a:p>
            <a:r>
              <a:rPr lang="en-US" sz="1800" b="1" dirty="0" err="1">
                <a:cs typeface="Arial" pitchFamily="34" charset="0"/>
              </a:rPr>
              <a:t>PsExec</a:t>
            </a:r>
            <a:endParaRPr lang="en-US" sz="1800" b="1" dirty="0">
              <a:cs typeface="Arial" pitchFamily="34" charset="0"/>
            </a:endParaRPr>
          </a:p>
          <a:p>
            <a:pPr marL="0" indent="0">
              <a:buNone/>
            </a:pPr>
            <a:endParaRPr lang="en-US" sz="1800" b="1" dirty="0">
              <a:cs typeface="Arial" pitchFamily="34" charset="0"/>
            </a:endParaRPr>
          </a:p>
          <a:p>
            <a:pPr marL="0" indent="0">
              <a:buNone/>
            </a:pPr>
            <a:r>
              <a:rPr lang="en-US" sz="1800" b="1" dirty="0">
                <a:cs typeface="Arial" pitchFamily="34" charset="0"/>
              </a:rPr>
              <a:t>Purpose: </a:t>
            </a:r>
            <a:r>
              <a:rPr lang="en-US" sz="1800" dirty="0">
                <a:cs typeface="Arial" pitchFamily="34" charset="0"/>
              </a:rPr>
              <a:t>Execute processes on remote systems.</a:t>
            </a:r>
          </a:p>
          <a:p>
            <a:pPr marL="0" indent="0">
              <a:buNone/>
            </a:pPr>
            <a:r>
              <a:rPr lang="en-US" sz="1800" b="1" dirty="0">
                <a:cs typeface="Arial" pitchFamily="34" charset="0"/>
              </a:rPr>
              <a:t>Usage: </a:t>
            </a:r>
            <a:r>
              <a:rPr lang="en-US" sz="1800" dirty="0">
                <a:cs typeface="Arial" pitchFamily="34" charset="0"/>
              </a:rPr>
              <a:t>Great for remote administration and executing commands interactively or in background.</a:t>
            </a:r>
          </a:p>
          <a:p>
            <a:pPr marL="0" indent="0">
              <a:buNone/>
            </a:pPr>
            <a:r>
              <a:rPr lang="en-US" sz="1800" b="1" dirty="0">
                <a:cs typeface="Arial" pitchFamily="34" charset="0"/>
              </a:rPr>
              <a:t>Example:</a:t>
            </a:r>
            <a:r>
              <a:rPr lang="en-US" sz="1800" dirty="0">
                <a:cs typeface="Arial" pitchFamily="34" charset="0"/>
              </a:rPr>
              <a:t> Command: </a:t>
            </a:r>
            <a:r>
              <a:rPr lang="en-US" sz="1800" dirty="0" err="1">
                <a:cs typeface="Arial" pitchFamily="34" charset="0"/>
              </a:rPr>
              <a:t>PsExec</a:t>
            </a:r>
            <a:r>
              <a:rPr lang="en-US" sz="1800" dirty="0">
                <a:cs typeface="Arial" pitchFamily="34" charset="0"/>
              </a:rPr>
              <a:t> </a:t>
            </a:r>
            <a:r>
              <a:rPr lang="en-US" sz="1800" dirty="0">
                <a:cs typeface="Arial" pitchFamily="34" charset="0"/>
                <a:hlinkClick r:id="rId2" action="ppaction://hlinkfile"/>
              </a:rPr>
              <a:t>\\RemotePC</a:t>
            </a:r>
            <a:r>
              <a:rPr lang="en-US" sz="1800" dirty="0">
                <a:cs typeface="Arial" pitchFamily="34" charset="0"/>
              </a:rPr>
              <a:t> </a:t>
            </a:r>
            <a:r>
              <a:rPr lang="en-US" sz="1800" dirty="0" err="1">
                <a:cs typeface="Arial" pitchFamily="34" charset="0"/>
              </a:rPr>
              <a:t>cmd</a:t>
            </a:r>
            <a:endParaRPr lang="en-US" sz="1800" dirty="0">
              <a:cs typeface="Arial" pitchFamily="34" charset="0"/>
            </a:endParaRPr>
          </a:p>
          <a:p>
            <a:pPr marL="0" indent="0">
              <a:buNone/>
            </a:pPr>
            <a:endParaRPr lang="en-US" sz="1800" dirty="0">
              <a:cs typeface="Arial" pitchFamily="34" charset="0"/>
            </a:endParaRPr>
          </a:p>
          <a:p>
            <a:pPr marL="0" indent="0">
              <a:buNone/>
            </a:pPr>
            <a:endParaRPr lang="en-US" sz="1800" dirty="0">
              <a:cs typeface="Arial" pitchFamily="34" charset="0"/>
            </a:endParaRPr>
          </a:p>
        </p:txBody>
      </p:sp>
    </p:spTree>
    <p:extLst>
      <p:ext uri="{BB962C8B-B14F-4D97-AF65-F5344CB8AC3E}">
        <p14:creationId xmlns:p14="http://schemas.microsoft.com/office/powerpoint/2010/main" val="30488790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09467-2907-C04C-3733-C9A8AD051E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F96BE2-8DE6-F25F-1245-819D85649BDF}"/>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Windows Troubleshooting and Debugging</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F8856EDD-277E-C12B-573C-CA1B9C08A3C0}"/>
              </a:ext>
            </a:extLst>
          </p:cNvPr>
          <p:cNvSpPr>
            <a:spLocks noGrp="1"/>
          </p:cNvSpPr>
          <p:nvPr>
            <p:ph idx="1"/>
          </p:nvPr>
        </p:nvSpPr>
        <p:spPr>
          <a:xfrm>
            <a:off x="323528" y="908720"/>
            <a:ext cx="8291264" cy="5616624"/>
          </a:xfrm>
        </p:spPr>
        <p:txBody>
          <a:bodyPr>
            <a:noAutofit/>
          </a:bodyPr>
          <a:lstStyle/>
          <a:p>
            <a:pPr marL="0" indent="0">
              <a:buNone/>
            </a:pPr>
            <a:r>
              <a:rPr lang="en-US" sz="1800" dirty="0">
                <a:cs typeface="Arial" pitchFamily="34" charset="0"/>
              </a:rPr>
              <a:t> </a:t>
            </a:r>
          </a:p>
          <a:p>
            <a:r>
              <a:rPr lang="en-US" sz="1800" b="1" dirty="0" err="1">
                <a:cs typeface="Arial" pitchFamily="34" charset="0"/>
              </a:rPr>
              <a:t>PsTools</a:t>
            </a:r>
            <a:r>
              <a:rPr lang="en-US" sz="1800" b="1" dirty="0">
                <a:cs typeface="Arial" pitchFamily="34" charset="0"/>
              </a:rPr>
              <a:t> </a:t>
            </a:r>
          </a:p>
          <a:p>
            <a:endParaRPr lang="en-US" sz="1800" b="1" dirty="0">
              <a:cs typeface="Arial" pitchFamily="34" charset="0"/>
            </a:endParaRPr>
          </a:p>
          <a:p>
            <a:pPr marL="0" indent="0">
              <a:buNone/>
            </a:pPr>
            <a:r>
              <a:rPr lang="en-US" sz="1800" b="1" dirty="0">
                <a:cs typeface="Arial" pitchFamily="34" charset="0"/>
              </a:rPr>
              <a:t>Contains:</a:t>
            </a:r>
          </a:p>
          <a:p>
            <a:pPr marL="0" indent="0">
              <a:buNone/>
            </a:pPr>
            <a:endParaRPr lang="en-US" sz="1800" b="1" dirty="0">
              <a:cs typeface="Arial" pitchFamily="34" charset="0"/>
            </a:endParaRPr>
          </a:p>
          <a:p>
            <a:pPr marL="0" indent="0">
              <a:buNone/>
            </a:pPr>
            <a:r>
              <a:rPr lang="en-US" sz="1800" dirty="0" err="1">
                <a:cs typeface="Arial" pitchFamily="34" charset="0"/>
              </a:rPr>
              <a:t>PsExec</a:t>
            </a:r>
            <a:r>
              <a:rPr lang="en-US" sz="1800" dirty="0">
                <a:cs typeface="Arial" pitchFamily="34" charset="0"/>
              </a:rPr>
              <a:t> – execute processes remotely</a:t>
            </a:r>
          </a:p>
          <a:p>
            <a:pPr marL="0" indent="0">
              <a:buNone/>
            </a:pPr>
            <a:r>
              <a:rPr lang="en-US" sz="1800" dirty="0" err="1">
                <a:cs typeface="Arial" pitchFamily="34" charset="0"/>
              </a:rPr>
              <a:t>PsList</a:t>
            </a:r>
            <a:r>
              <a:rPr lang="en-US" sz="1800" dirty="0">
                <a:cs typeface="Arial" pitchFamily="34" charset="0"/>
              </a:rPr>
              <a:t> – list detailed process stats</a:t>
            </a:r>
          </a:p>
          <a:p>
            <a:pPr marL="0" indent="0">
              <a:buNone/>
            </a:pPr>
            <a:r>
              <a:rPr lang="en-US" sz="1800" dirty="0" err="1">
                <a:cs typeface="Arial" pitchFamily="34" charset="0"/>
              </a:rPr>
              <a:t>PsKill</a:t>
            </a:r>
            <a:r>
              <a:rPr lang="en-US" sz="1800" dirty="0">
                <a:cs typeface="Arial" pitchFamily="34" charset="0"/>
              </a:rPr>
              <a:t> – kill processes by name or ID</a:t>
            </a:r>
          </a:p>
          <a:p>
            <a:pPr marL="0" indent="0">
              <a:buNone/>
            </a:pPr>
            <a:r>
              <a:rPr lang="en-US" sz="1800" dirty="0" err="1">
                <a:cs typeface="Arial" pitchFamily="34" charset="0"/>
              </a:rPr>
              <a:t>PsService</a:t>
            </a:r>
            <a:r>
              <a:rPr lang="en-US" sz="1800" dirty="0">
                <a:cs typeface="Arial" pitchFamily="34" charset="0"/>
              </a:rPr>
              <a:t> – view and control services</a:t>
            </a:r>
          </a:p>
          <a:p>
            <a:pPr marL="0" indent="0">
              <a:buNone/>
            </a:pPr>
            <a:r>
              <a:rPr lang="en-US" sz="1800" dirty="0" err="1">
                <a:cs typeface="Arial" pitchFamily="34" charset="0"/>
              </a:rPr>
              <a:t>PsShutdown</a:t>
            </a:r>
            <a:r>
              <a:rPr lang="en-US" sz="1800" dirty="0">
                <a:cs typeface="Arial" pitchFamily="34" charset="0"/>
              </a:rPr>
              <a:t> – shutdown/reboot system</a:t>
            </a:r>
          </a:p>
          <a:p>
            <a:pPr marL="0" indent="0">
              <a:buNone/>
            </a:pPr>
            <a:endParaRPr lang="en-US" sz="1800" dirty="0">
              <a:cs typeface="Arial" pitchFamily="34" charset="0"/>
            </a:endParaRPr>
          </a:p>
          <a:p>
            <a:pPr marL="0" indent="0">
              <a:buNone/>
            </a:pPr>
            <a:r>
              <a:rPr lang="en-US" sz="1800" b="1" dirty="0">
                <a:cs typeface="Arial" pitchFamily="34" charset="0"/>
              </a:rPr>
              <a:t>Use Case: </a:t>
            </a:r>
            <a:r>
              <a:rPr lang="en-US" sz="1800" dirty="0">
                <a:cs typeface="Arial" pitchFamily="34" charset="0"/>
              </a:rPr>
              <a:t>Remote administration without RDP</a:t>
            </a:r>
          </a:p>
          <a:p>
            <a:pPr marL="0" indent="0">
              <a:buNone/>
            </a:pPr>
            <a:endParaRPr lang="en-US" sz="1800" dirty="0">
              <a:cs typeface="Arial" pitchFamily="34" charset="0"/>
            </a:endParaRPr>
          </a:p>
          <a:p>
            <a:pPr marL="0" indent="0">
              <a:buNone/>
            </a:pPr>
            <a:endParaRPr lang="en-US" sz="1800" dirty="0">
              <a:cs typeface="Arial" pitchFamily="34" charset="0"/>
            </a:endParaRPr>
          </a:p>
        </p:txBody>
      </p:sp>
    </p:spTree>
    <p:extLst>
      <p:ext uri="{BB962C8B-B14F-4D97-AF65-F5344CB8AC3E}">
        <p14:creationId xmlns:p14="http://schemas.microsoft.com/office/powerpoint/2010/main" val="41056016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D0CCB-6A0B-C604-CC07-34F410DA88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B7C56F-CBB4-5E75-3F5A-81A4F008ECB8}"/>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Windows Troubleshooting and Debugging</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E562CC44-7E79-F9D4-39A2-32051229DE80}"/>
              </a:ext>
            </a:extLst>
          </p:cNvPr>
          <p:cNvSpPr>
            <a:spLocks noGrp="1"/>
          </p:cNvSpPr>
          <p:nvPr>
            <p:ph idx="1"/>
          </p:nvPr>
        </p:nvSpPr>
        <p:spPr>
          <a:xfrm>
            <a:off x="323528" y="908720"/>
            <a:ext cx="8291264" cy="5616624"/>
          </a:xfrm>
        </p:spPr>
        <p:txBody>
          <a:bodyPr>
            <a:noAutofit/>
          </a:bodyPr>
          <a:lstStyle/>
          <a:p>
            <a:r>
              <a:rPr lang="en-US" sz="1800" b="1" dirty="0" err="1">
                <a:cs typeface="Arial" pitchFamily="34" charset="0"/>
              </a:rPr>
              <a:t>RegMon</a:t>
            </a:r>
            <a:r>
              <a:rPr lang="en-US" sz="1800" dirty="0">
                <a:cs typeface="Arial" pitchFamily="34" charset="0"/>
              </a:rPr>
              <a:t> (Deprecated - replaced by Process Monitor)</a:t>
            </a:r>
          </a:p>
          <a:p>
            <a:pPr marL="0" indent="0">
              <a:buNone/>
            </a:pPr>
            <a:endParaRPr lang="en-US" sz="1800" dirty="0">
              <a:cs typeface="Arial" pitchFamily="34" charset="0"/>
            </a:endParaRPr>
          </a:p>
          <a:p>
            <a:pPr marL="0" indent="0">
              <a:buNone/>
            </a:pPr>
            <a:r>
              <a:rPr lang="en-US" sz="1800" b="1" dirty="0">
                <a:cs typeface="Arial" pitchFamily="34" charset="0"/>
              </a:rPr>
              <a:t>Replacement: </a:t>
            </a:r>
            <a:r>
              <a:rPr lang="en-US" sz="1800" dirty="0">
                <a:cs typeface="Arial" pitchFamily="34" charset="0"/>
              </a:rPr>
              <a:t>Now integrated into Process Monitor, which combines </a:t>
            </a:r>
            <a:r>
              <a:rPr lang="en-US" sz="1800" dirty="0" err="1">
                <a:cs typeface="Arial" pitchFamily="34" charset="0"/>
              </a:rPr>
              <a:t>RegMon</a:t>
            </a:r>
            <a:r>
              <a:rPr lang="en-US" sz="1800" dirty="0">
                <a:cs typeface="Arial" pitchFamily="34" charset="0"/>
              </a:rPr>
              <a:t> and </a:t>
            </a:r>
            <a:r>
              <a:rPr lang="en-US" sz="1800" dirty="0" err="1">
                <a:cs typeface="Arial" pitchFamily="34" charset="0"/>
              </a:rPr>
              <a:t>FileMon</a:t>
            </a:r>
            <a:r>
              <a:rPr lang="en-US" sz="1800" dirty="0">
                <a:cs typeface="Arial" pitchFamily="34" charset="0"/>
              </a:rPr>
              <a:t> features.</a:t>
            </a:r>
          </a:p>
          <a:p>
            <a:pPr marL="0" indent="0">
              <a:buNone/>
            </a:pPr>
            <a:r>
              <a:rPr lang="en-US" sz="1800" b="1" dirty="0">
                <a:cs typeface="Arial" pitchFamily="34" charset="0"/>
              </a:rPr>
              <a:t>Use Case: </a:t>
            </a:r>
            <a:r>
              <a:rPr lang="en-US" sz="1800" dirty="0">
                <a:cs typeface="Arial" pitchFamily="34" charset="0"/>
              </a:rPr>
              <a:t>Troubleshooting apps that access or modify the Windows registry.</a:t>
            </a:r>
          </a:p>
          <a:p>
            <a:pPr marL="0" indent="0">
              <a:buNone/>
            </a:pPr>
            <a:endParaRPr lang="en-US" sz="1800" dirty="0">
              <a:cs typeface="Arial" pitchFamily="34" charset="0"/>
            </a:endParaRPr>
          </a:p>
          <a:p>
            <a:r>
              <a:rPr lang="en-US" sz="1800" b="1" dirty="0" err="1">
                <a:cs typeface="Arial" pitchFamily="34" charset="0"/>
              </a:rPr>
              <a:t>Whois</a:t>
            </a:r>
            <a:endParaRPr lang="en-US" sz="1800" b="1" dirty="0">
              <a:cs typeface="Arial" pitchFamily="34" charset="0"/>
            </a:endParaRPr>
          </a:p>
          <a:p>
            <a:pPr marL="0" indent="0">
              <a:buNone/>
            </a:pPr>
            <a:endParaRPr lang="en-US" sz="1800" dirty="0">
              <a:cs typeface="Arial" pitchFamily="34" charset="0"/>
            </a:endParaRPr>
          </a:p>
          <a:p>
            <a:pPr marL="0" indent="0">
              <a:buNone/>
            </a:pPr>
            <a:r>
              <a:rPr lang="en-US" sz="1800" b="1" dirty="0">
                <a:cs typeface="Arial" pitchFamily="34" charset="0"/>
              </a:rPr>
              <a:t>Tool Type: </a:t>
            </a:r>
            <a:r>
              <a:rPr lang="en-US" sz="1800" dirty="0">
                <a:cs typeface="Arial" pitchFamily="34" charset="0"/>
              </a:rPr>
              <a:t>Domain information lookup</a:t>
            </a:r>
          </a:p>
          <a:p>
            <a:pPr marL="0" indent="0">
              <a:buNone/>
            </a:pPr>
            <a:r>
              <a:rPr lang="en-US" sz="1800" b="1" dirty="0">
                <a:cs typeface="Arial" pitchFamily="34" charset="0"/>
              </a:rPr>
              <a:t>Purpose: </a:t>
            </a:r>
            <a:r>
              <a:rPr lang="en-US" sz="1800" dirty="0">
                <a:cs typeface="Arial" pitchFamily="34" charset="0"/>
              </a:rPr>
              <a:t>Queries the WHOIS database for domain ownership, registration, and contact information.</a:t>
            </a:r>
          </a:p>
          <a:p>
            <a:pPr marL="0" indent="0">
              <a:buNone/>
            </a:pPr>
            <a:endParaRPr lang="en-US" sz="1800" dirty="0">
              <a:cs typeface="Arial" pitchFamily="34" charset="0"/>
            </a:endParaRPr>
          </a:p>
        </p:txBody>
      </p:sp>
    </p:spTree>
    <p:extLst>
      <p:ext uri="{BB962C8B-B14F-4D97-AF65-F5344CB8AC3E}">
        <p14:creationId xmlns:p14="http://schemas.microsoft.com/office/powerpoint/2010/main" val="19324516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7450B-9FDB-EFA3-9CC1-9FC069F5AF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9C0AD6-22A6-94D7-56AD-787A1A1DC8D1}"/>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Vulnerability Management</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A21EB68A-A078-DBAE-2AA5-E27419D6E09C}"/>
              </a:ext>
            </a:extLst>
          </p:cNvPr>
          <p:cNvSpPr>
            <a:spLocks noGrp="1"/>
          </p:cNvSpPr>
          <p:nvPr>
            <p:ph idx="1"/>
          </p:nvPr>
        </p:nvSpPr>
        <p:spPr>
          <a:xfrm>
            <a:off x="323528" y="908720"/>
            <a:ext cx="8291264" cy="5616624"/>
          </a:xfrm>
        </p:spPr>
        <p:txBody>
          <a:bodyPr>
            <a:noAutofit/>
          </a:bodyPr>
          <a:lstStyle/>
          <a:p>
            <a:pPr marL="0" indent="0">
              <a:buNone/>
            </a:pPr>
            <a:r>
              <a:rPr lang="en-US" sz="1800" b="1" dirty="0">
                <a:cs typeface="Arial" pitchFamily="34" charset="0"/>
              </a:rPr>
              <a:t>Vulnerability Management: </a:t>
            </a:r>
            <a:r>
              <a:rPr lang="en-US" sz="1800" dirty="0">
                <a:cs typeface="Arial" pitchFamily="34" charset="0"/>
              </a:rPr>
              <a:t>It's a continuous cycle that ensures applications remain secure throughout their lifecycle. It involves:</a:t>
            </a:r>
          </a:p>
          <a:p>
            <a:pPr marL="0" indent="0">
              <a:buNone/>
            </a:pPr>
            <a:endParaRPr lang="en-US" sz="1800" dirty="0">
              <a:cs typeface="Arial" pitchFamily="34" charset="0"/>
            </a:endParaRPr>
          </a:p>
          <a:p>
            <a:r>
              <a:rPr lang="en-US" sz="1800" b="1" dirty="0">
                <a:cs typeface="Arial" pitchFamily="34" charset="0"/>
              </a:rPr>
              <a:t>Discovery</a:t>
            </a:r>
          </a:p>
          <a:p>
            <a:pPr marL="0" indent="0">
              <a:buNone/>
            </a:pPr>
            <a:r>
              <a:rPr lang="en-US" sz="1800" dirty="0">
                <a:cs typeface="Arial" pitchFamily="34" charset="0"/>
              </a:rPr>
              <a:t>        Scanning applications for known vulnerabilities.</a:t>
            </a:r>
          </a:p>
          <a:p>
            <a:pPr marL="0" indent="0">
              <a:buNone/>
            </a:pPr>
            <a:r>
              <a:rPr lang="en-US" sz="1800" dirty="0">
                <a:cs typeface="Arial" pitchFamily="34" charset="0"/>
              </a:rPr>
              <a:t>        Identifying outdated libraries, insecure configurations, or exposed endpoints.</a:t>
            </a:r>
          </a:p>
          <a:p>
            <a:pPr marL="0" indent="0">
              <a:buNone/>
            </a:pPr>
            <a:endParaRPr lang="en-US" sz="1800" dirty="0">
              <a:cs typeface="Arial" pitchFamily="34" charset="0"/>
            </a:endParaRPr>
          </a:p>
          <a:p>
            <a:r>
              <a:rPr lang="en-US" sz="1800" b="1" dirty="0">
                <a:cs typeface="Arial" pitchFamily="34" charset="0"/>
              </a:rPr>
              <a:t>Assessment</a:t>
            </a:r>
          </a:p>
          <a:p>
            <a:pPr marL="0" indent="0">
              <a:buNone/>
            </a:pPr>
            <a:r>
              <a:rPr lang="en-US" sz="1800" b="1" dirty="0">
                <a:cs typeface="Arial" pitchFamily="34" charset="0"/>
              </a:rPr>
              <a:t>         </a:t>
            </a:r>
            <a:r>
              <a:rPr lang="en-US" sz="1800" dirty="0">
                <a:cs typeface="Arial" pitchFamily="34" charset="0"/>
              </a:rPr>
              <a:t>Evaluating the severity of each vulnerability (e.g., using CVSS scores).</a:t>
            </a:r>
          </a:p>
          <a:p>
            <a:pPr marL="0" indent="0">
              <a:buNone/>
            </a:pPr>
            <a:r>
              <a:rPr lang="en-US" sz="1800" dirty="0">
                <a:cs typeface="Arial" pitchFamily="34" charset="0"/>
              </a:rPr>
              <a:t>         Determining the risk based on exploitability and impact.</a:t>
            </a:r>
          </a:p>
          <a:p>
            <a:pPr marL="0" indent="0">
              <a:buNone/>
            </a:pPr>
            <a:endParaRPr lang="en-US" sz="1800" dirty="0">
              <a:cs typeface="Arial" pitchFamily="34" charset="0"/>
            </a:endParaRPr>
          </a:p>
          <a:p>
            <a:r>
              <a:rPr lang="en-US" sz="1800" b="1" dirty="0">
                <a:cs typeface="Arial" pitchFamily="34" charset="0"/>
              </a:rPr>
              <a:t>Prioritization</a:t>
            </a:r>
          </a:p>
          <a:p>
            <a:pPr marL="0" indent="0">
              <a:buNone/>
            </a:pPr>
            <a:r>
              <a:rPr lang="en-US" sz="1800" dirty="0">
                <a:cs typeface="Arial" pitchFamily="34" charset="0"/>
              </a:rPr>
              <a:t>       Ranking vulnerabilities by urgency.</a:t>
            </a:r>
          </a:p>
          <a:p>
            <a:pPr marL="0" indent="0">
              <a:buNone/>
            </a:pPr>
            <a:r>
              <a:rPr lang="en-US" sz="1800" dirty="0">
                <a:cs typeface="Arial" pitchFamily="34" charset="0"/>
              </a:rPr>
              <a:t>       Focusing on those with high risk or active exploits.</a:t>
            </a:r>
          </a:p>
          <a:p>
            <a:endParaRPr lang="en-US" sz="1800" dirty="0">
              <a:cs typeface="Arial" pitchFamily="34" charset="0"/>
            </a:endParaRPr>
          </a:p>
        </p:txBody>
      </p:sp>
    </p:spTree>
    <p:extLst>
      <p:ext uri="{BB962C8B-B14F-4D97-AF65-F5344CB8AC3E}">
        <p14:creationId xmlns:p14="http://schemas.microsoft.com/office/powerpoint/2010/main" val="35602687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60484-903D-77E8-B4EC-6DEBA62C56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E59291-F00A-5E48-FC1C-6ED9FC38ABB5}"/>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Vulnerability Management</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0554DE7F-D044-B98F-23DF-3E683BF11C68}"/>
              </a:ext>
            </a:extLst>
          </p:cNvPr>
          <p:cNvSpPr>
            <a:spLocks noGrp="1"/>
          </p:cNvSpPr>
          <p:nvPr>
            <p:ph idx="1"/>
          </p:nvPr>
        </p:nvSpPr>
        <p:spPr>
          <a:xfrm>
            <a:off x="323528" y="908720"/>
            <a:ext cx="8291264" cy="5616624"/>
          </a:xfrm>
        </p:spPr>
        <p:txBody>
          <a:bodyPr>
            <a:noAutofit/>
          </a:bodyPr>
          <a:lstStyle/>
          <a:p>
            <a:r>
              <a:rPr lang="en-US" sz="1800" b="1" dirty="0">
                <a:cs typeface="Arial" pitchFamily="34" charset="0"/>
              </a:rPr>
              <a:t>Remediation</a:t>
            </a:r>
          </a:p>
          <a:p>
            <a:pPr marL="0" indent="0">
              <a:buNone/>
            </a:pPr>
            <a:r>
              <a:rPr lang="en-US" sz="1800" dirty="0">
                <a:cs typeface="Arial" pitchFamily="34" charset="0"/>
              </a:rPr>
              <a:t>        Applying patches or updates.</a:t>
            </a:r>
          </a:p>
          <a:p>
            <a:pPr marL="0" indent="0">
              <a:buNone/>
            </a:pPr>
            <a:r>
              <a:rPr lang="en-US" sz="1800" dirty="0">
                <a:cs typeface="Arial" pitchFamily="34" charset="0"/>
              </a:rPr>
              <a:t>        Rewriting insecure code or changing configurations.</a:t>
            </a:r>
          </a:p>
          <a:p>
            <a:pPr marL="0" indent="0">
              <a:buNone/>
            </a:pPr>
            <a:endParaRPr lang="en-US" sz="1800" dirty="0">
              <a:cs typeface="Arial" pitchFamily="34" charset="0"/>
            </a:endParaRPr>
          </a:p>
          <a:p>
            <a:r>
              <a:rPr lang="en-US" sz="1800" b="1" dirty="0">
                <a:cs typeface="Arial" pitchFamily="34" charset="0"/>
              </a:rPr>
              <a:t>Verification</a:t>
            </a:r>
          </a:p>
          <a:p>
            <a:pPr marL="0" indent="0">
              <a:buNone/>
            </a:pPr>
            <a:r>
              <a:rPr lang="en-US" sz="1800" dirty="0">
                <a:cs typeface="Arial" pitchFamily="34" charset="0"/>
              </a:rPr>
              <a:t>        Re-testing to confirm the fix worked.</a:t>
            </a:r>
          </a:p>
          <a:p>
            <a:pPr marL="0" indent="0">
              <a:buNone/>
            </a:pPr>
            <a:r>
              <a:rPr lang="en-US" sz="1800" dirty="0">
                <a:cs typeface="Arial" pitchFamily="34" charset="0"/>
              </a:rPr>
              <a:t>        Ensuring no new issues were introduced.</a:t>
            </a:r>
          </a:p>
          <a:p>
            <a:pPr marL="0" indent="0">
              <a:buNone/>
            </a:pPr>
            <a:endParaRPr lang="en-US" sz="1800" dirty="0">
              <a:cs typeface="Arial" pitchFamily="34" charset="0"/>
            </a:endParaRPr>
          </a:p>
          <a:p>
            <a:r>
              <a:rPr lang="en-US" sz="1800" b="1" dirty="0">
                <a:cs typeface="Arial" pitchFamily="34" charset="0"/>
              </a:rPr>
              <a:t>Reporting &amp; Monitoring</a:t>
            </a:r>
          </a:p>
          <a:p>
            <a:pPr marL="0" indent="0">
              <a:buNone/>
            </a:pPr>
            <a:r>
              <a:rPr lang="en-US" sz="1800" dirty="0">
                <a:cs typeface="Arial" pitchFamily="34" charset="0"/>
              </a:rPr>
              <a:t>       Keeping logs and dashboards for audit and compliance.</a:t>
            </a:r>
          </a:p>
          <a:p>
            <a:pPr marL="0" indent="0">
              <a:buNone/>
            </a:pPr>
            <a:r>
              <a:rPr lang="en-US" sz="1800" dirty="0">
                <a:cs typeface="Arial" pitchFamily="34" charset="0"/>
              </a:rPr>
              <a:t>       Continuously monitoring for new threats.</a:t>
            </a:r>
          </a:p>
          <a:p>
            <a:pPr marL="0" indent="0">
              <a:buNone/>
            </a:pPr>
            <a:endParaRPr lang="en-US" sz="1800" dirty="0">
              <a:cs typeface="Arial" pitchFamily="34" charset="0"/>
            </a:endParaRPr>
          </a:p>
          <a:p>
            <a:pPr marL="0" indent="0">
              <a:buNone/>
            </a:pPr>
            <a:r>
              <a:rPr lang="en-US" sz="1800" b="1" dirty="0">
                <a:cs typeface="Arial" pitchFamily="34" charset="0"/>
              </a:rPr>
              <a:t>Tools like </a:t>
            </a:r>
            <a:r>
              <a:rPr lang="en-US" sz="1800" dirty="0">
                <a:cs typeface="Arial" pitchFamily="34" charset="0"/>
              </a:rPr>
              <a:t>- Qualys , Rapid7, ManageEngine</a:t>
            </a:r>
          </a:p>
        </p:txBody>
      </p:sp>
    </p:spTree>
    <p:extLst>
      <p:ext uri="{BB962C8B-B14F-4D97-AF65-F5344CB8AC3E}">
        <p14:creationId xmlns:p14="http://schemas.microsoft.com/office/powerpoint/2010/main" val="997259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DF47F-C20B-CBCF-A2A9-68F1F32B18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EC297C-B91B-B3B8-DCEC-1EC3E2824140}"/>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Lab Tasks</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E36508E2-82A7-AC87-F88A-E29A697C04B4}"/>
              </a:ext>
            </a:extLst>
          </p:cNvPr>
          <p:cNvSpPr>
            <a:spLocks noGrp="1"/>
          </p:cNvSpPr>
          <p:nvPr>
            <p:ph idx="1"/>
          </p:nvPr>
        </p:nvSpPr>
        <p:spPr>
          <a:xfrm>
            <a:off x="323528" y="908720"/>
            <a:ext cx="8291264" cy="5616624"/>
          </a:xfrm>
        </p:spPr>
        <p:txBody>
          <a:bodyPr>
            <a:noAutofit/>
          </a:bodyPr>
          <a:lstStyle/>
          <a:p>
            <a:pPr marL="0" indent="0">
              <a:buNone/>
            </a:pPr>
            <a:endParaRPr lang="en-US" sz="1800" b="1" dirty="0"/>
          </a:p>
          <a:p>
            <a:pPr marL="0" indent="0">
              <a:buNone/>
            </a:pPr>
            <a:r>
              <a:rPr lang="en-US" sz="1800" b="1" dirty="0"/>
              <a:t>Tasks: Vulnerability Remediation</a:t>
            </a:r>
          </a:p>
          <a:p>
            <a:pPr marL="0" indent="0">
              <a:buNone/>
            </a:pPr>
            <a:endParaRPr lang="en-US" sz="1800" b="1" dirty="0"/>
          </a:p>
          <a:p>
            <a:r>
              <a:rPr lang="en-US" sz="1800" dirty="0"/>
              <a:t>Identify unused local admin user and disable.</a:t>
            </a:r>
          </a:p>
          <a:p>
            <a:r>
              <a:rPr lang="en-US" sz="1800" dirty="0"/>
              <a:t>Remove Bulk versions of apps via PS and Batch file scripts.</a:t>
            </a:r>
          </a:p>
          <a:p>
            <a:r>
              <a:rPr lang="en-US" sz="1800" dirty="0"/>
              <a:t>Remove files, folder, registry via script </a:t>
            </a:r>
          </a:p>
          <a:p>
            <a:pPr marL="0" indent="0">
              <a:buNone/>
            </a:pPr>
            <a:endParaRPr lang="en-US" sz="1800" dirty="0">
              <a:cs typeface="Arial" pitchFamily="34" charset="0"/>
            </a:endParaRPr>
          </a:p>
          <a:p>
            <a:pPr marL="0" indent="0">
              <a:buNone/>
            </a:pPr>
            <a:endParaRPr lang="en-US" sz="1800" dirty="0">
              <a:cs typeface="Arial" pitchFamily="34" charset="0"/>
            </a:endParaRPr>
          </a:p>
        </p:txBody>
      </p:sp>
    </p:spTree>
    <p:extLst>
      <p:ext uri="{BB962C8B-B14F-4D97-AF65-F5344CB8AC3E}">
        <p14:creationId xmlns:p14="http://schemas.microsoft.com/office/powerpoint/2010/main" val="19301026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BE211-006A-8810-0A0E-F41354C9B9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836EC3-A204-546D-CF24-6016E14EA66B}"/>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Build Complex Package and TS App</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A8A5330B-4CCF-3763-9680-B03BAEAE5822}"/>
              </a:ext>
            </a:extLst>
          </p:cNvPr>
          <p:cNvSpPr>
            <a:spLocks noGrp="1"/>
          </p:cNvSpPr>
          <p:nvPr>
            <p:ph idx="1"/>
          </p:nvPr>
        </p:nvSpPr>
        <p:spPr>
          <a:xfrm>
            <a:off x="323528" y="908720"/>
            <a:ext cx="8291264" cy="5616624"/>
          </a:xfrm>
        </p:spPr>
        <p:txBody>
          <a:bodyPr>
            <a:noAutofit/>
          </a:bodyPr>
          <a:lstStyle/>
          <a:p>
            <a:pPr marL="0" indent="0">
              <a:buNone/>
            </a:pPr>
            <a:endParaRPr lang="en-US" sz="1800" dirty="0"/>
          </a:p>
          <a:p>
            <a:pPr marL="0" indent="0">
              <a:buNone/>
            </a:pPr>
            <a:endParaRPr lang="en-US" sz="1800" dirty="0"/>
          </a:p>
          <a:p>
            <a:r>
              <a:rPr lang="en-US" sz="1800" dirty="0">
                <a:cs typeface="Arial" pitchFamily="34" charset="0"/>
              </a:rPr>
              <a:t>Task Sequence to install multiple Application in a sequence during build. </a:t>
            </a:r>
          </a:p>
          <a:p>
            <a:pPr marL="0" indent="0">
              <a:buNone/>
            </a:pPr>
            <a:endParaRPr lang="en-US" sz="1800" dirty="0"/>
          </a:p>
          <a:p>
            <a:r>
              <a:rPr lang="en-US" sz="1800" dirty="0"/>
              <a:t>Package Complex app using Tool like Advance Installer</a:t>
            </a:r>
          </a:p>
          <a:p>
            <a:pPr marL="0" indent="0">
              <a:buNone/>
            </a:pPr>
            <a:endParaRPr lang="en-US" sz="1800" dirty="0">
              <a:cs typeface="Arial" pitchFamily="34" charset="0"/>
            </a:endParaRPr>
          </a:p>
          <a:p>
            <a:pPr marL="0" indent="0">
              <a:buNone/>
            </a:pPr>
            <a:endParaRPr lang="en-US" sz="1800" dirty="0">
              <a:cs typeface="Arial" pitchFamily="34" charset="0"/>
            </a:endParaRPr>
          </a:p>
          <a:p>
            <a:pPr marL="0" indent="0">
              <a:buNone/>
            </a:pPr>
            <a:endParaRPr lang="en-US" sz="1800" dirty="0">
              <a:cs typeface="Arial" pitchFamily="34" charset="0"/>
            </a:endParaRPr>
          </a:p>
          <a:p>
            <a:pPr marL="0" indent="0">
              <a:buNone/>
            </a:pPr>
            <a:endParaRPr lang="en-US" sz="1800" dirty="0">
              <a:cs typeface="Arial" pitchFamily="34" charset="0"/>
            </a:endParaRPr>
          </a:p>
        </p:txBody>
      </p:sp>
    </p:spTree>
    <p:extLst>
      <p:ext uri="{BB962C8B-B14F-4D97-AF65-F5344CB8AC3E}">
        <p14:creationId xmlns:p14="http://schemas.microsoft.com/office/powerpoint/2010/main" val="39955553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05197-F100-2C2F-EC54-BDD15862BF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58D12-6CFD-69C1-3243-F662AD8B87E2}"/>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Introduction To Packaging Tools</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6C7E7998-FBBA-3D93-828B-6DE449E1A859}"/>
              </a:ext>
            </a:extLst>
          </p:cNvPr>
          <p:cNvSpPr>
            <a:spLocks noGrp="1"/>
          </p:cNvSpPr>
          <p:nvPr>
            <p:ph idx="1"/>
          </p:nvPr>
        </p:nvSpPr>
        <p:spPr>
          <a:xfrm>
            <a:off x="323528" y="908720"/>
            <a:ext cx="8291264" cy="5616624"/>
          </a:xfrm>
        </p:spPr>
        <p:txBody>
          <a:bodyPr>
            <a:noAutofit/>
          </a:bodyPr>
          <a:lstStyle/>
          <a:p>
            <a:endParaRPr lang="en-US" sz="1800" dirty="0"/>
          </a:p>
          <a:p>
            <a:endParaRPr lang="en-US" sz="1800" dirty="0"/>
          </a:p>
          <a:p>
            <a:endParaRPr lang="en-US" sz="1800" dirty="0"/>
          </a:p>
          <a:p>
            <a:pPr marL="0" indent="0">
              <a:buNone/>
            </a:pPr>
            <a:endParaRPr lang="en-US" sz="1800" dirty="0"/>
          </a:p>
          <a:p>
            <a:pPr>
              <a:buAutoNum type="arabicParenR"/>
            </a:pPr>
            <a:r>
              <a:rPr lang="en-US" sz="1800" b="1" dirty="0"/>
              <a:t>ORCA - </a:t>
            </a:r>
            <a:r>
              <a:rPr lang="en-US" sz="1800" dirty="0">
                <a:hlinkClick r:id="rId2"/>
              </a:rPr>
              <a:t>https://developer.microsoft.com/en-us/windows/downloads/windows-sdk/</a:t>
            </a:r>
            <a:endParaRPr lang="en-US" sz="1800" dirty="0"/>
          </a:p>
          <a:p>
            <a:pPr marL="0" indent="0">
              <a:buNone/>
            </a:pPr>
            <a:r>
              <a:rPr lang="en-US" sz="1800" dirty="0"/>
              <a:t> </a:t>
            </a:r>
            <a:endParaRPr lang="en-US" sz="1800" b="1" dirty="0"/>
          </a:p>
          <a:p>
            <a:pPr marL="0" indent="0">
              <a:buNone/>
            </a:pPr>
            <a:r>
              <a:rPr lang="en-US" sz="1800" b="1" dirty="0"/>
              <a:t>2)  Advance Installer - </a:t>
            </a:r>
            <a:r>
              <a:rPr lang="en-US" sz="1800" dirty="0">
                <a:hlinkClick r:id="rId3"/>
              </a:rPr>
              <a:t>https://www.advancedinstaller.com/</a:t>
            </a:r>
            <a:r>
              <a:rPr lang="en-US" sz="1800" dirty="0"/>
              <a:t> </a:t>
            </a:r>
          </a:p>
          <a:p>
            <a:pPr marL="0" indent="0">
              <a:buNone/>
            </a:pPr>
            <a:endParaRPr lang="en-US" sz="1800" dirty="0"/>
          </a:p>
          <a:p>
            <a:pPr marL="0" indent="0">
              <a:buNone/>
            </a:pPr>
            <a:endParaRPr lang="en-US" sz="1800" dirty="0"/>
          </a:p>
          <a:p>
            <a:pPr marL="0" indent="0">
              <a:buNone/>
            </a:pPr>
            <a:endParaRPr lang="en-US" sz="1800" dirty="0">
              <a:cs typeface="Arial" pitchFamily="34" charset="0"/>
            </a:endParaRPr>
          </a:p>
          <a:p>
            <a:endParaRPr lang="en-US" sz="1800" dirty="0">
              <a:cs typeface="Arial" pitchFamily="34" charset="0"/>
            </a:endParaRPr>
          </a:p>
        </p:txBody>
      </p:sp>
    </p:spTree>
    <p:extLst>
      <p:ext uri="{BB962C8B-B14F-4D97-AF65-F5344CB8AC3E}">
        <p14:creationId xmlns:p14="http://schemas.microsoft.com/office/powerpoint/2010/main" val="15086119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1C245-50FC-F51E-D4D2-845CF04E0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43EB6-728B-F81A-C628-E088516B4D0C}"/>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ORCA</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256F7463-2F4A-6FB5-117B-D953C576BD9D}"/>
              </a:ext>
            </a:extLst>
          </p:cNvPr>
          <p:cNvSpPr>
            <a:spLocks noGrp="1"/>
          </p:cNvSpPr>
          <p:nvPr>
            <p:ph idx="1"/>
          </p:nvPr>
        </p:nvSpPr>
        <p:spPr>
          <a:xfrm>
            <a:off x="323528" y="908720"/>
            <a:ext cx="8291264" cy="5616624"/>
          </a:xfrm>
        </p:spPr>
        <p:txBody>
          <a:bodyPr>
            <a:noAutofit/>
          </a:bodyPr>
          <a:lstStyle/>
          <a:p>
            <a:pPr marL="0" indent="0">
              <a:buNone/>
            </a:pPr>
            <a:endParaRPr lang="en-US" sz="1800" b="1" dirty="0">
              <a:cs typeface="Arial" pitchFamily="34" charset="0"/>
            </a:endParaRPr>
          </a:p>
          <a:p>
            <a:pPr marL="0" indent="0">
              <a:buNone/>
            </a:pPr>
            <a:r>
              <a:rPr lang="en-US" sz="1800" b="1" dirty="0">
                <a:cs typeface="Arial" pitchFamily="34" charset="0"/>
              </a:rPr>
              <a:t>Orca</a:t>
            </a:r>
            <a:r>
              <a:rPr lang="en-US" sz="1800" dirty="0">
                <a:cs typeface="Arial" pitchFamily="34" charset="0"/>
              </a:rPr>
              <a:t> is a database editor for Windows Installer (MSI) files, and it’s part of the Windows Installer SDK.</a:t>
            </a:r>
          </a:p>
          <a:p>
            <a:pPr marL="0" indent="0">
              <a:buNone/>
            </a:pPr>
            <a:r>
              <a:rPr lang="en-US" sz="1800" dirty="0">
                <a:cs typeface="Arial" pitchFamily="34" charset="0"/>
              </a:rPr>
              <a:t>It provides a GUI for editing MSI files directly and allows users to make low-level changes to the database structure that underlies the MSI installation process.</a:t>
            </a:r>
          </a:p>
          <a:p>
            <a:pPr marL="0" indent="0">
              <a:buNone/>
            </a:pPr>
            <a:endParaRPr lang="en-US" sz="1800" dirty="0">
              <a:cs typeface="Arial" pitchFamily="34" charset="0"/>
            </a:endParaRPr>
          </a:p>
          <a:p>
            <a:r>
              <a:rPr lang="en-US" sz="1800" b="1" dirty="0">
                <a:cs typeface="Arial" pitchFamily="34" charset="0"/>
              </a:rPr>
              <a:t>Creating and editing MSI files: </a:t>
            </a:r>
            <a:r>
              <a:rPr lang="en-US" sz="1800" dirty="0">
                <a:cs typeface="Arial" pitchFamily="34" charset="0"/>
              </a:rPr>
              <a:t>Orca is often used to modify and customize MSI installation packages. </a:t>
            </a:r>
          </a:p>
          <a:p>
            <a:r>
              <a:rPr lang="en-US" sz="1800" b="1" dirty="0">
                <a:cs typeface="Arial" pitchFamily="34" charset="0"/>
              </a:rPr>
              <a:t>Debugging installations: </a:t>
            </a:r>
            <a:r>
              <a:rPr lang="en-US" sz="1800" dirty="0">
                <a:cs typeface="Arial" pitchFamily="34" charset="0"/>
              </a:rPr>
              <a:t>Orca can be used to diagnose issues in an MSI file. For example, if an installer fails to properly register a file or create a directory, Orca allows you to check the installation database for errors.</a:t>
            </a:r>
          </a:p>
          <a:p>
            <a:pPr marL="0" indent="0">
              <a:buNone/>
            </a:pPr>
            <a:endParaRPr lang="en-US" sz="1800" dirty="0">
              <a:cs typeface="Arial" pitchFamily="34" charset="0"/>
            </a:endParaRPr>
          </a:p>
          <a:p>
            <a:pPr marL="0" indent="0">
              <a:buNone/>
            </a:pPr>
            <a:r>
              <a:rPr lang="en-US" sz="1800" b="1" dirty="0">
                <a:cs typeface="Arial" pitchFamily="34" charset="0"/>
              </a:rPr>
              <a:t>Example:</a:t>
            </a:r>
          </a:p>
          <a:p>
            <a:pPr marL="0" indent="0">
              <a:buNone/>
            </a:pPr>
            <a:r>
              <a:rPr lang="en-US" sz="1800" dirty="0">
                <a:cs typeface="Arial" pitchFamily="34" charset="0"/>
              </a:rPr>
              <a:t>Let’s say you have an MSI package, but you need to modify the registry entries that the installation creates. You can open the MSI file in Orca, go to the Registry table, and change or add the required registry keys.</a:t>
            </a:r>
          </a:p>
          <a:p>
            <a:pPr marL="0" indent="0">
              <a:buNone/>
            </a:pPr>
            <a:endParaRPr lang="en-US" sz="1800" dirty="0">
              <a:cs typeface="Arial" pitchFamily="34" charset="0"/>
            </a:endParaRPr>
          </a:p>
          <a:p>
            <a:pPr marL="0" indent="0">
              <a:buNone/>
            </a:pPr>
            <a:endParaRPr lang="en-US" sz="1800" dirty="0">
              <a:cs typeface="Arial" pitchFamily="34" charset="0"/>
            </a:endParaRPr>
          </a:p>
        </p:txBody>
      </p:sp>
    </p:spTree>
    <p:extLst>
      <p:ext uri="{BB962C8B-B14F-4D97-AF65-F5344CB8AC3E}">
        <p14:creationId xmlns:p14="http://schemas.microsoft.com/office/powerpoint/2010/main" val="27166957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BCF7C-C001-05A8-F430-7364AF900D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917694-F554-DB36-B48F-45B9A0FC02A6}"/>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Advance Installer</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81679CC9-65A9-FF36-F2E1-292103CB927B}"/>
              </a:ext>
            </a:extLst>
          </p:cNvPr>
          <p:cNvSpPr>
            <a:spLocks noGrp="1"/>
          </p:cNvSpPr>
          <p:nvPr>
            <p:ph idx="1"/>
          </p:nvPr>
        </p:nvSpPr>
        <p:spPr>
          <a:xfrm>
            <a:off x="323528" y="908720"/>
            <a:ext cx="8291264" cy="5616624"/>
          </a:xfrm>
        </p:spPr>
        <p:txBody>
          <a:bodyPr>
            <a:noAutofit/>
          </a:bodyPr>
          <a:lstStyle/>
          <a:p>
            <a:pPr marL="0" indent="0">
              <a:buNone/>
            </a:pPr>
            <a:r>
              <a:rPr lang="en-US" sz="1800" b="1" dirty="0">
                <a:cs typeface="Arial" pitchFamily="34" charset="0"/>
              </a:rPr>
              <a:t>Advanced Installer </a:t>
            </a:r>
            <a:r>
              <a:rPr lang="en-US" sz="1800" dirty="0">
                <a:cs typeface="Arial" pitchFamily="34" charset="0"/>
              </a:rPr>
              <a:t>is a powerful and user-friendly tool for creating, editing, and managing Windows installation packages (MSI and EXE). It offers a more accessible approach compared to Orca for those who may not be as comfortable working with low-level database editing. It provides a variety of templates and wizards that guide users through the process.</a:t>
            </a:r>
          </a:p>
          <a:p>
            <a:pPr marL="0" indent="0">
              <a:buNone/>
            </a:pPr>
            <a:endParaRPr lang="en-US" sz="1800" dirty="0">
              <a:cs typeface="Arial" pitchFamily="34" charset="0"/>
            </a:endParaRPr>
          </a:p>
          <a:p>
            <a:r>
              <a:rPr lang="en-US" sz="1800" b="1" dirty="0">
                <a:cs typeface="Arial" pitchFamily="34" charset="0"/>
              </a:rPr>
              <a:t>Creating MSI/EXE installers: </a:t>
            </a:r>
            <a:r>
              <a:rPr lang="en-US" sz="1800" dirty="0">
                <a:cs typeface="Arial" pitchFamily="34" charset="0"/>
              </a:rPr>
              <a:t>Advanced Installer is commonly used to create installation packages from scratch, including the installation of software, dependencies, custom actions, and registry entries.</a:t>
            </a:r>
          </a:p>
          <a:p>
            <a:endParaRPr lang="en-US" sz="1800" dirty="0">
              <a:cs typeface="Arial" pitchFamily="34" charset="0"/>
            </a:endParaRPr>
          </a:p>
          <a:p>
            <a:r>
              <a:rPr lang="en-US" sz="1800" b="1" dirty="0">
                <a:cs typeface="Arial" pitchFamily="34" charset="0"/>
              </a:rPr>
              <a:t>Custom actions and dialogs: </a:t>
            </a:r>
            <a:r>
              <a:rPr lang="en-US" sz="1800" dirty="0">
                <a:cs typeface="Arial" pitchFamily="34" charset="0"/>
              </a:rPr>
              <a:t>You can add custom dialogs, user inputs, or advanced installation logic (e.g., checking if a specific version of .NET Framework is installed).</a:t>
            </a:r>
          </a:p>
          <a:p>
            <a:pPr marL="0" indent="0">
              <a:buNone/>
            </a:pPr>
            <a:endParaRPr lang="en-US" sz="1800" dirty="0">
              <a:cs typeface="Arial" pitchFamily="34" charset="0"/>
            </a:endParaRPr>
          </a:p>
          <a:p>
            <a:pPr marL="0" indent="0">
              <a:buNone/>
            </a:pPr>
            <a:r>
              <a:rPr lang="en-US" sz="1800" b="1" dirty="0">
                <a:cs typeface="Arial" pitchFamily="34" charset="0"/>
              </a:rPr>
              <a:t>Example: </a:t>
            </a:r>
            <a:r>
              <a:rPr lang="en-US" sz="1800" dirty="0">
                <a:cs typeface="Arial" pitchFamily="34" charset="0"/>
              </a:rPr>
              <a:t>Suppose you want to distribute a .NET application along with its dependencies, such as specific versions of the .NET Framework. In Advanced Installer, you can create a setup package that checks if the required version is installed and prompts the user to install it if it's missing. You can also package the application into a single EXE installer for simplicity.</a:t>
            </a:r>
          </a:p>
        </p:txBody>
      </p:sp>
    </p:spTree>
    <p:extLst>
      <p:ext uri="{BB962C8B-B14F-4D97-AF65-F5344CB8AC3E}">
        <p14:creationId xmlns:p14="http://schemas.microsoft.com/office/powerpoint/2010/main" val="14610994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7DFC0-EFB4-05AA-C77E-2C9001C779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434017-14B0-81B4-1152-91AD6048FECA}"/>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Microsoft Intune</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89F150F9-5A4E-145D-2345-90EBAD6A7FD0}"/>
              </a:ext>
            </a:extLst>
          </p:cNvPr>
          <p:cNvSpPr>
            <a:spLocks noGrp="1"/>
          </p:cNvSpPr>
          <p:nvPr>
            <p:ph idx="1"/>
          </p:nvPr>
        </p:nvSpPr>
        <p:spPr>
          <a:xfrm>
            <a:off x="323528" y="908720"/>
            <a:ext cx="8291264" cy="5616624"/>
          </a:xfrm>
        </p:spPr>
        <p:txBody>
          <a:bodyPr>
            <a:noAutofit/>
          </a:bodyPr>
          <a:lstStyle/>
          <a:p>
            <a:pPr marL="0" indent="0">
              <a:buNone/>
            </a:pPr>
            <a:endParaRPr lang="en-US" sz="1800" b="1" dirty="0">
              <a:cs typeface="Arial" pitchFamily="34" charset="0"/>
            </a:endParaRPr>
          </a:p>
          <a:p>
            <a:pPr marL="0" indent="0">
              <a:buNone/>
            </a:pPr>
            <a:r>
              <a:rPr lang="en-US" sz="1800" b="1" dirty="0">
                <a:cs typeface="Arial" pitchFamily="34" charset="0"/>
              </a:rPr>
              <a:t>Microsoft Intune </a:t>
            </a:r>
            <a:r>
              <a:rPr lang="en-US" sz="1800" dirty="0">
                <a:cs typeface="Arial" pitchFamily="34" charset="0"/>
              </a:rPr>
              <a:t>is a cloud-based endpoint management solution that helps organizations manage and secure user access to corporate resources, apps, and devices across platforms. It is a core component of Microsoft's Enterprise Mobility + Security (EMS) suite.</a:t>
            </a:r>
          </a:p>
          <a:p>
            <a:pPr marL="0" indent="0">
              <a:buNone/>
            </a:pPr>
            <a:endParaRPr lang="en-US" sz="1800" dirty="0">
              <a:cs typeface="Arial" pitchFamily="34" charset="0"/>
            </a:endParaRPr>
          </a:p>
          <a:p>
            <a:pPr marL="0" indent="0">
              <a:buNone/>
            </a:pPr>
            <a:r>
              <a:rPr lang="en-US" sz="1800" b="1" dirty="0">
                <a:cs typeface="Arial" pitchFamily="34" charset="0"/>
              </a:rPr>
              <a:t>Key Features</a:t>
            </a:r>
          </a:p>
          <a:p>
            <a:pPr marL="0" indent="0">
              <a:buNone/>
            </a:pPr>
            <a:endParaRPr lang="en-US" sz="1800" dirty="0">
              <a:cs typeface="Arial" pitchFamily="34" charset="0"/>
            </a:endParaRPr>
          </a:p>
          <a:p>
            <a:pPr marL="0" indent="0">
              <a:buNone/>
            </a:pPr>
            <a:r>
              <a:rPr lang="en-US" sz="1800" b="1" dirty="0">
                <a:cs typeface="Arial" pitchFamily="34" charset="0"/>
              </a:rPr>
              <a:t>1. Mobile Device Management (MDM)</a:t>
            </a:r>
          </a:p>
          <a:p>
            <a:pPr>
              <a:buFont typeface="+mj-lt"/>
              <a:buAutoNum type="arabicPeriod"/>
            </a:pPr>
            <a:endParaRPr lang="en-US" sz="1800" b="1" dirty="0">
              <a:cs typeface="Arial" pitchFamily="34" charset="0"/>
            </a:endParaRPr>
          </a:p>
          <a:p>
            <a:r>
              <a:rPr lang="en-US" sz="1800" dirty="0">
                <a:cs typeface="Arial" pitchFamily="34" charset="0"/>
              </a:rPr>
              <a:t>Enroll and manage iOS, Android, macOS, and Windows devices.</a:t>
            </a:r>
          </a:p>
          <a:p>
            <a:r>
              <a:rPr lang="en-US" sz="1800" dirty="0">
                <a:cs typeface="Arial" pitchFamily="34" charset="0"/>
              </a:rPr>
              <a:t>Apply device configuration policies (e.g., Wi-Fi, VPN, email).</a:t>
            </a:r>
          </a:p>
          <a:p>
            <a:r>
              <a:rPr lang="en-US" sz="1800" dirty="0">
                <a:cs typeface="Arial" pitchFamily="34" charset="0"/>
              </a:rPr>
              <a:t>Remotely wipe or reset devices if lost, stolen, or compromised.</a:t>
            </a:r>
          </a:p>
        </p:txBody>
      </p:sp>
    </p:spTree>
    <p:extLst>
      <p:ext uri="{BB962C8B-B14F-4D97-AF65-F5344CB8AC3E}">
        <p14:creationId xmlns:p14="http://schemas.microsoft.com/office/powerpoint/2010/main" val="11978885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5B0EA-12B1-E51C-6A6C-2BD4C1D7C5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597562-2F71-2253-5D98-B85E6239CDDD}"/>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Microsoft Intune</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0ADACC50-6F54-DFDD-8102-297894842103}"/>
              </a:ext>
            </a:extLst>
          </p:cNvPr>
          <p:cNvSpPr>
            <a:spLocks noGrp="1"/>
          </p:cNvSpPr>
          <p:nvPr>
            <p:ph idx="1"/>
          </p:nvPr>
        </p:nvSpPr>
        <p:spPr>
          <a:xfrm>
            <a:off x="323528" y="908720"/>
            <a:ext cx="8291264" cy="5616624"/>
          </a:xfrm>
        </p:spPr>
        <p:txBody>
          <a:bodyPr>
            <a:noAutofit/>
          </a:bodyPr>
          <a:lstStyle/>
          <a:p>
            <a:pPr marL="0" indent="0">
              <a:buNone/>
            </a:pPr>
            <a:r>
              <a:rPr lang="en-US" sz="1800" b="1" dirty="0">
                <a:cs typeface="Arial" pitchFamily="34" charset="0"/>
              </a:rPr>
              <a:t>2. Mobile Application Management (MAM)</a:t>
            </a:r>
          </a:p>
          <a:p>
            <a:pPr marL="0" indent="0">
              <a:buNone/>
            </a:pPr>
            <a:endParaRPr lang="en-US" sz="1800" dirty="0">
              <a:cs typeface="Arial" pitchFamily="34" charset="0"/>
            </a:endParaRPr>
          </a:p>
          <a:p>
            <a:r>
              <a:rPr lang="en-US" sz="1800" dirty="0">
                <a:cs typeface="Arial" pitchFamily="34" charset="0"/>
              </a:rPr>
              <a:t>Manage apps without needing full device control.</a:t>
            </a:r>
          </a:p>
          <a:p>
            <a:r>
              <a:rPr lang="en-US" sz="1800" dirty="0">
                <a:cs typeface="Arial" pitchFamily="34" charset="0"/>
              </a:rPr>
              <a:t>Apply data protection policies (e.g., prevent copy-paste between personal and corporate apps).</a:t>
            </a:r>
          </a:p>
          <a:p>
            <a:r>
              <a:rPr lang="en-US" sz="1800" dirty="0">
                <a:cs typeface="Arial" pitchFamily="34" charset="0"/>
              </a:rPr>
              <a:t>Works with both managed and unmanaged devices.</a:t>
            </a:r>
          </a:p>
          <a:p>
            <a:pPr marL="0" indent="0">
              <a:buNone/>
            </a:pPr>
            <a:endParaRPr lang="en-US" sz="1800" dirty="0">
              <a:cs typeface="Arial" pitchFamily="34" charset="0"/>
            </a:endParaRPr>
          </a:p>
          <a:p>
            <a:pPr marL="0" indent="0">
              <a:buNone/>
            </a:pPr>
            <a:r>
              <a:rPr lang="en-US" sz="1800" b="1" dirty="0">
                <a:cs typeface="Arial" pitchFamily="34" charset="0"/>
              </a:rPr>
              <a:t>3. App Deployment and Management</a:t>
            </a:r>
          </a:p>
          <a:p>
            <a:pPr marL="0" indent="0">
              <a:buNone/>
            </a:pPr>
            <a:endParaRPr lang="en-US" sz="1800" dirty="0">
              <a:cs typeface="Arial" pitchFamily="34" charset="0"/>
            </a:endParaRPr>
          </a:p>
          <a:p>
            <a:r>
              <a:rPr lang="en-US" sz="1800" dirty="0">
                <a:cs typeface="Arial" pitchFamily="34" charset="0"/>
              </a:rPr>
              <a:t>Deploy and manage Win32, Line-of-Business (LOB), Store, and third-party apps.</a:t>
            </a:r>
          </a:p>
          <a:p>
            <a:r>
              <a:rPr lang="en-US" sz="1800" dirty="0">
                <a:cs typeface="Arial" pitchFamily="34" charset="0"/>
              </a:rPr>
              <a:t>Integrates with Microsoft Store for Business and Apple VPP.</a:t>
            </a:r>
          </a:p>
          <a:p>
            <a:endParaRPr lang="en-US" sz="1800" dirty="0">
              <a:cs typeface="Arial" pitchFamily="34" charset="0"/>
            </a:endParaRPr>
          </a:p>
          <a:p>
            <a:pPr marL="0" indent="0">
              <a:buNone/>
            </a:pPr>
            <a:r>
              <a:rPr lang="en-US" sz="1800" b="1" dirty="0">
                <a:cs typeface="Arial" pitchFamily="34" charset="0"/>
              </a:rPr>
              <a:t>4. Compliance Policies and Reporting</a:t>
            </a:r>
          </a:p>
          <a:p>
            <a:pPr marL="0" indent="0">
              <a:buNone/>
            </a:pPr>
            <a:endParaRPr lang="en-US" sz="1800" dirty="0">
              <a:cs typeface="Arial" pitchFamily="34" charset="0"/>
            </a:endParaRPr>
          </a:p>
          <a:p>
            <a:r>
              <a:rPr lang="en-US" sz="1800" dirty="0">
                <a:cs typeface="Arial" pitchFamily="34" charset="0"/>
              </a:rPr>
              <a:t>Define and enforce compliance rules (e.g., encryption, passcode).</a:t>
            </a:r>
          </a:p>
          <a:p>
            <a:r>
              <a:rPr lang="en-US" sz="1800" dirty="0">
                <a:cs typeface="Arial" pitchFamily="34" charset="0"/>
              </a:rPr>
              <a:t>Generate reports and dashboards for device and app compliance.</a:t>
            </a:r>
          </a:p>
        </p:txBody>
      </p:sp>
    </p:spTree>
    <p:extLst>
      <p:ext uri="{BB962C8B-B14F-4D97-AF65-F5344CB8AC3E}">
        <p14:creationId xmlns:p14="http://schemas.microsoft.com/office/powerpoint/2010/main" val="28764884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32D46-96F2-81F7-924D-342D615980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76F2FC-9C70-F3D4-AEAE-76F7BA22C89F}"/>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Microsoft Intune</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55350D23-CDBD-A5A3-73CF-0674CB22E8B4}"/>
              </a:ext>
            </a:extLst>
          </p:cNvPr>
          <p:cNvSpPr>
            <a:spLocks noGrp="1"/>
          </p:cNvSpPr>
          <p:nvPr>
            <p:ph idx="1"/>
          </p:nvPr>
        </p:nvSpPr>
        <p:spPr>
          <a:xfrm>
            <a:off x="323528" y="908720"/>
            <a:ext cx="8291264" cy="5616624"/>
          </a:xfrm>
        </p:spPr>
        <p:txBody>
          <a:bodyPr>
            <a:noAutofit/>
          </a:bodyPr>
          <a:lstStyle/>
          <a:p>
            <a:pPr marL="0" indent="0">
              <a:buNone/>
            </a:pPr>
            <a:r>
              <a:rPr lang="en-US" sz="1800" b="1" dirty="0">
                <a:cs typeface="Arial" pitchFamily="34" charset="0"/>
              </a:rPr>
              <a:t>6. Endpoint Analytics</a:t>
            </a:r>
          </a:p>
          <a:p>
            <a:pPr marL="0" indent="0">
              <a:buNone/>
            </a:pPr>
            <a:endParaRPr lang="en-US" sz="1800" dirty="0">
              <a:cs typeface="Arial" pitchFamily="34" charset="0"/>
            </a:endParaRPr>
          </a:p>
          <a:p>
            <a:r>
              <a:rPr lang="en-US" sz="1800" dirty="0">
                <a:cs typeface="Arial" pitchFamily="34" charset="0"/>
              </a:rPr>
              <a:t>Analyze device performance and user experience metrics.</a:t>
            </a:r>
          </a:p>
          <a:p>
            <a:r>
              <a:rPr lang="en-US" sz="1800" dirty="0">
                <a:cs typeface="Arial" pitchFamily="34" charset="0"/>
              </a:rPr>
              <a:t>Identify and resolve performance issues proactively.</a:t>
            </a:r>
          </a:p>
          <a:p>
            <a:pPr marL="0" indent="0">
              <a:buNone/>
            </a:pPr>
            <a:endParaRPr lang="en-US" sz="1800" dirty="0">
              <a:cs typeface="Arial" pitchFamily="34" charset="0"/>
            </a:endParaRPr>
          </a:p>
          <a:p>
            <a:pPr marL="0" indent="0" algn="ctr">
              <a:buNone/>
            </a:pPr>
            <a:r>
              <a:rPr lang="en-US" sz="1800" b="1" dirty="0">
                <a:cs typeface="Arial" pitchFamily="34" charset="0"/>
              </a:rPr>
              <a:t>Integration Capabilities</a:t>
            </a:r>
          </a:p>
          <a:p>
            <a:pPr marL="0" indent="0">
              <a:buNone/>
            </a:pPr>
            <a:endParaRPr lang="en-US" sz="1800" dirty="0">
              <a:cs typeface="Arial" pitchFamily="34" charset="0"/>
            </a:endParaRPr>
          </a:p>
          <a:p>
            <a:pPr marL="0" indent="0">
              <a:buNone/>
            </a:pPr>
            <a:endParaRPr lang="en-US" sz="1800" dirty="0">
              <a:cs typeface="Arial" pitchFamily="34" charset="0"/>
            </a:endParaRPr>
          </a:p>
          <a:p>
            <a:r>
              <a:rPr lang="en-US" sz="1800" b="1" dirty="0">
                <a:cs typeface="Arial" pitchFamily="34" charset="0"/>
              </a:rPr>
              <a:t>Azure AD: </a:t>
            </a:r>
            <a:r>
              <a:rPr lang="en-US" sz="1800" dirty="0">
                <a:cs typeface="Arial" pitchFamily="34" charset="0"/>
              </a:rPr>
              <a:t>For identity management and conditional access.</a:t>
            </a:r>
          </a:p>
          <a:p>
            <a:r>
              <a:rPr lang="en-US" sz="1800" b="1" dirty="0">
                <a:cs typeface="Arial" pitchFamily="34" charset="0"/>
              </a:rPr>
              <a:t>Microsoft Defender for Endpoint: </a:t>
            </a:r>
            <a:r>
              <a:rPr lang="en-US" sz="1800" dirty="0">
                <a:cs typeface="Arial" pitchFamily="34" charset="0"/>
              </a:rPr>
              <a:t>For threat protection and remediation.</a:t>
            </a:r>
          </a:p>
          <a:p>
            <a:r>
              <a:rPr lang="en-US" sz="1800" b="1" dirty="0">
                <a:cs typeface="Arial" pitchFamily="34" charset="0"/>
              </a:rPr>
              <a:t>Microsoft 365: </a:t>
            </a:r>
            <a:r>
              <a:rPr lang="en-US" sz="1800" dirty="0">
                <a:cs typeface="Arial" pitchFamily="34" charset="0"/>
              </a:rPr>
              <a:t>Seamless protection and app access control.</a:t>
            </a:r>
          </a:p>
          <a:p>
            <a:r>
              <a:rPr lang="en-US" sz="1800" b="1" dirty="0">
                <a:cs typeface="Arial" pitchFamily="34" charset="0"/>
              </a:rPr>
              <a:t>Configuration Manager (SCCM): </a:t>
            </a:r>
            <a:r>
              <a:rPr lang="en-US" sz="1800" dirty="0">
                <a:cs typeface="Arial" pitchFamily="34" charset="0"/>
              </a:rPr>
              <a:t>Co-management for on-prem and cloud workloads.</a:t>
            </a:r>
          </a:p>
          <a:p>
            <a:r>
              <a:rPr lang="en-US" sz="1800" b="1" dirty="0">
                <a:cs typeface="Arial" pitchFamily="34" charset="0"/>
              </a:rPr>
              <a:t>Graph API: </a:t>
            </a:r>
            <a:r>
              <a:rPr lang="en-US" sz="1800" dirty="0">
                <a:cs typeface="Arial" pitchFamily="34" charset="0"/>
              </a:rPr>
              <a:t>For custom automation and reporting.</a:t>
            </a:r>
          </a:p>
        </p:txBody>
      </p:sp>
    </p:spTree>
    <p:extLst>
      <p:ext uri="{BB962C8B-B14F-4D97-AF65-F5344CB8AC3E}">
        <p14:creationId xmlns:p14="http://schemas.microsoft.com/office/powerpoint/2010/main" val="32452003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2FB87-6580-CAFA-555A-E10318AEE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E14CDF-CED1-06F9-6DEE-3AE54E462244}"/>
              </a:ext>
            </a:extLst>
          </p:cNvPr>
          <p:cNvSpPr>
            <a:spLocks noGrp="1"/>
          </p:cNvSpPr>
          <p:nvPr>
            <p:ph type="title"/>
          </p:nvPr>
        </p:nvSpPr>
        <p:spPr>
          <a:xfrm>
            <a:off x="0" y="-109071"/>
            <a:ext cx="9144000" cy="843041"/>
          </a:xfrm>
          <a:solidFill>
            <a:schemeClr val="accent1"/>
          </a:solidFill>
        </p:spPr>
        <p:txBody>
          <a:bodyPr>
            <a:normAutofit/>
          </a:bodyPr>
          <a:lstStyle/>
          <a:p>
            <a:r>
              <a:rPr lang="en-US" sz="3200" b="1">
                <a:solidFill>
                  <a:schemeClr val="bg1"/>
                </a:solidFill>
                <a:cs typeface="Arial" pitchFamily="34" charset="0"/>
              </a:rPr>
              <a:t>Microsoft Intune</a:t>
            </a:r>
            <a:endParaRPr lang="en-IN" sz="3200" b="1" dirty="0">
              <a:solidFill>
                <a:schemeClr val="bg1"/>
              </a:solidFill>
              <a:cs typeface="Arial" pitchFamily="34" charset="0"/>
            </a:endParaRPr>
          </a:p>
        </p:txBody>
      </p:sp>
      <p:pic>
        <p:nvPicPr>
          <p:cNvPr id="5" name="Content Placeholder 4">
            <a:extLst>
              <a:ext uri="{FF2B5EF4-FFF2-40B4-BE49-F238E27FC236}">
                <a16:creationId xmlns:a16="http://schemas.microsoft.com/office/drawing/2014/main" id="{4C5D1712-1F2B-26F9-9685-AB0304A3F7D4}"/>
              </a:ext>
            </a:extLst>
          </p:cNvPr>
          <p:cNvPicPr>
            <a:picLocks noGrp="1" noChangeAspect="1"/>
          </p:cNvPicPr>
          <p:nvPr>
            <p:ph idx="1"/>
          </p:nvPr>
        </p:nvPicPr>
        <p:blipFill>
          <a:blip r:embed="rId2"/>
          <a:stretch>
            <a:fillRect/>
          </a:stretch>
        </p:blipFill>
        <p:spPr>
          <a:xfrm>
            <a:off x="323528" y="1196752"/>
            <a:ext cx="8291513" cy="3400525"/>
          </a:xfrm>
        </p:spPr>
      </p:pic>
    </p:spTree>
    <p:extLst>
      <p:ext uri="{BB962C8B-B14F-4D97-AF65-F5344CB8AC3E}">
        <p14:creationId xmlns:p14="http://schemas.microsoft.com/office/powerpoint/2010/main" val="38572606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6169A-EAC2-68D0-B677-5E1C1291E9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F3BDBD-EA6C-7D5D-AA51-861F526D6D1F}"/>
              </a:ext>
            </a:extLst>
          </p:cNvPr>
          <p:cNvSpPr>
            <a:spLocks noGrp="1"/>
          </p:cNvSpPr>
          <p:nvPr>
            <p:ph type="title"/>
          </p:nvPr>
        </p:nvSpPr>
        <p:spPr>
          <a:xfrm>
            <a:off x="0" y="-109071"/>
            <a:ext cx="9144000" cy="843041"/>
          </a:xfrm>
          <a:solidFill>
            <a:schemeClr val="accent1"/>
          </a:solidFill>
        </p:spPr>
        <p:txBody>
          <a:bodyPr>
            <a:normAutofit fontScale="90000"/>
          </a:bodyPr>
          <a:lstStyle/>
          <a:p>
            <a:br>
              <a:rPr lang="en-US" sz="3200" b="1" dirty="0">
                <a:solidFill>
                  <a:schemeClr val="bg1"/>
                </a:solidFill>
                <a:cs typeface="Arial" pitchFamily="34" charset="0"/>
              </a:rPr>
            </a:br>
            <a:r>
              <a:rPr lang="en-US" sz="3200" b="1" dirty="0">
                <a:solidFill>
                  <a:schemeClr val="bg1"/>
                </a:solidFill>
                <a:cs typeface="Arial" pitchFamily="34" charset="0"/>
              </a:rPr>
              <a:t>Intune - Architecture &amp; Deployment</a:t>
            </a:r>
            <a:br>
              <a:rPr lang="en-US" sz="3200" b="1" dirty="0">
                <a:solidFill>
                  <a:schemeClr val="bg1"/>
                </a:solidFill>
                <a:cs typeface="Arial" pitchFamily="34" charset="0"/>
              </a:rPr>
            </a:b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35B0A7BB-107C-F70D-9688-200482E6529C}"/>
              </a:ext>
            </a:extLst>
          </p:cNvPr>
          <p:cNvSpPr>
            <a:spLocks noGrp="1"/>
          </p:cNvSpPr>
          <p:nvPr>
            <p:ph idx="1"/>
          </p:nvPr>
        </p:nvSpPr>
        <p:spPr>
          <a:xfrm>
            <a:off x="323528" y="908720"/>
            <a:ext cx="8291264" cy="5616624"/>
          </a:xfrm>
        </p:spPr>
        <p:txBody>
          <a:bodyPr>
            <a:noAutofit/>
          </a:bodyPr>
          <a:lstStyle/>
          <a:p>
            <a:pPr marL="0" indent="0">
              <a:buNone/>
            </a:pPr>
            <a:endParaRPr lang="en-US" sz="1800" dirty="0">
              <a:cs typeface="Arial" pitchFamily="34" charset="0"/>
            </a:endParaRPr>
          </a:p>
          <a:p>
            <a:pPr marL="0" indent="0">
              <a:buNone/>
            </a:pPr>
            <a:endParaRPr lang="en-US" sz="1800" dirty="0">
              <a:cs typeface="Arial" pitchFamily="34" charset="0"/>
            </a:endParaRPr>
          </a:p>
          <a:p>
            <a:pPr marL="0" indent="0">
              <a:buNone/>
            </a:pPr>
            <a:r>
              <a:rPr lang="en-US" sz="1800" b="1" dirty="0">
                <a:cs typeface="Arial" pitchFamily="34" charset="0"/>
              </a:rPr>
              <a:t>Intune</a:t>
            </a:r>
            <a:r>
              <a:rPr lang="en-US" sz="1800" dirty="0">
                <a:cs typeface="Arial" pitchFamily="34" charset="0"/>
              </a:rPr>
              <a:t> is fully cloud-based and does not require on-premises infrastructure. Deployment steps typically include:</a:t>
            </a:r>
          </a:p>
          <a:p>
            <a:pPr marL="0" indent="0">
              <a:buNone/>
            </a:pPr>
            <a:endParaRPr lang="en-US" sz="1800" dirty="0">
              <a:cs typeface="Arial" pitchFamily="34" charset="0"/>
            </a:endParaRPr>
          </a:p>
          <a:p>
            <a:r>
              <a:rPr lang="en-US" sz="1800" dirty="0">
                <a:cs typeface="Arial" pitchFamily="34" charset="0"/>
              </a:rPr>
              <a:t>Setting up tenant and roles in Microsoft Endpoint Manager admin center.</a:t>
            </a:r>
          </a:p>
          <a:p>
            <a:r>
              <a:rPr lang="en-US" sz="1800" dirty="0">
                <a:cs typeface="Arial" pitchFamily="34" charset="0"/>
              </a:rPr>
              <a:t>Defining compliance and configuration profiles.</a:t>
            </a:r>
          </a:p>
          <a:p>
            <a:r>
              <a:rPr lang="en-US" sz="1800" dirty="0">
                <a:cs typeface="Arial" pitchFamily="34" charset="0"/>
              </a:rPr>
              <a:t>Enrolling devices through automatic or manual methods.</a:t>
            </a:r>
          </a:p>
          <a:p>
            <a:r>
              <a:rPr lang="en-US" sz="1800" dirty="0">
                <a:cs typeface="Arial" pitchFamily="34" charset="0"/>
              </a:rPr>
              <a:t>Deploying apps and applying protection policies.</a:t>
            </a:r>
          </a:p>
          <a:p>
            <a:r>
              <a:rPr lang="en-US" sz="1800" dirty="0">
                <a:cs typeface="Arial" pitchFamily="34" charset="0"/>
              </a:rPr>
              <a:t>Monitoring via built-in dashboards and reporting tools.</a:t>
            </a:r>
          </a:p>
          <a:p>
            <a:pPr marL="0" indent="0">
              <a:buNone/>
            </a:pPr>
            <a:endParaRPr lang="en-US" sz="1800" dirty="0">
              <a:cs typeface="Arial" pitchFamily="34" charset="0"/>
            </a:endParaRPr>
          </a:p>
          <a:p>
            <a:pPr marL="0" indent="0">
              <a:buNone/>
            </a:pPr>
            <a:endParaRPr lang="en-US" sz="1800" dirty="0">
              <a:cs typeface="Arial" pitchFamily="34" charset="0"/>
            </a:endParaRPr>
          </a:p>
          <a:p>
            <a:pPr marL="0" indent="0">
              <a:buNone/>
            </a:pPr>
            <a:endParaRPr lang="en-US" sz="1800" dirty="0">
              <a:cs typeface="Arial" pitchFamily="34" charset="0"/>
            </a:endParaRPr>
          </a:p>
        </p:txBody>
      </p:sp>
    </p:spTree>
    <p:extLst>
      <p:ext uri="{BB962C8B-B14F-4D97-AF65-F5344CB8AC3E}">
        <p14:creationId xmlns:p14="http://schemas.microsoft.com/office/powerpoint/2010/main" val="37708490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EC625-E2C8-3916-80BB-0722AA4B1B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5B5ADD-4876-B61F-D5E2-4D7F902CCE71}"/>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Company Portal</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B83EE786-8F86-2103-2DCE-1B4A82979C90}"/>
              </a:ext>
            </a:extLst>
          </p:cNvPr>
          <p:cNvSpPr>
            <a:spLocks noGrp="1"/>
          </p:cNvSpPr>
          <p:nvPr>
            <p:ph idx="1"/>
          </p:nvPr>
        </p:nvSpPr>
        <p:spPr>
          <a:xfrm>
            <a:off x="323528" y="908720"/>
            <a:ext cx="8291264" cy="5616624"/>
          </a:xfrm>
        </p:spPr>
        <p:txBody>
          <a:bodyPr>
            <a:noAutofit/>
          </a:bodyPr>
          <a:lstStyle/>
          <a:p>
            <a:pPr marL="0" indent="0" algn="ctr">
              <a:buNone/>
            </a:pPr>
            <a:r>
              <a:rPr lang="en-US" sz="1800" b="1" dirty="0"/>
              <a:t>Microsoft Intune Company Portal</a:t>
            </a:r>
          </a:p>
          <a:p>
            <a:pPr marL="0" indent="0">
              <a:buNone/>
            </a:pPr>
            <a:endParaRPr lang="en-US" sz="1800" dirty="0"/>
          </a:p>
          <a:p>
            <a:pPr marL="0" indent="0">
              <a:buNone/>
            </a:pPr>
            <a:r>
              <a:rPr lang="en-US" sz="1800" dirty="0"/>
              <a:t>The </a:t>
            </a:r>
            <a:r>
              <a:rPr lang="en-US" sz="1800" b="1" dirty="0"/>
              <a:t>Company Portal</a:t>
            </a:r>
            <a:r>
              <a:rPr lang="en-US" sz="1800" dirty="0"/>
              <a:t> is the </a:t>
            </a:r>
            <a:r>
              <a:rPr lang="en-US" sz="1800" b="1" dirty="0"/>
              <a:t>end-user-facing app</a:t>
            </a:r>
            <a:r>
              <a:rPr lang="en-US" sz="1800" dirty="0"/>
              <a:t> provided by Microsoft Intune. It allows users to </a:t>
            </a:r>
            <a:r>
              <a:rPr lang="en-US" sz="1800" b="1" dirty="0"/>
              <a:t>enroll their devices</a:t>
            </a:r>
            <a:r>
              <a:rPr lang="en-US" sz="1800" dirty="0"/>
              <a:t>, access </a:t>
            </a:r>
            <a:r>
              <a:rPr lang="en-US" sz="1800" b="1" dirty="0"/>
              <a:t>corporate apps and resources</a:t>
            </a:r>
            <a:r>
              <a:rPr lang="en-US" sz="1800" dirty="0"/>
              <a:t>, and view </a:t>
            </a:r>
            <a:r>
              <a:rPr lang="en-US" sz="1800" b="1" dirty="0"/>
              <a:t>device compliance status</a:t>
            </a:r>
            <a:r>
              <a:rPr lang="en-US" sz="1800" dirty="0"/>
              <a:t>. </a:t>
            </a:r>
          </a:p>
          <a:p>
            <a:pPr marL="0" indent="0">
              <a:buNone/>
            </a:pPr>
            <a:endParaRPr lang="en-US" sz="1800" dirty="0"/>
          </a:p>
          <a:p>
            <a:pPr marL="0" indent="0">
              <a:buNone/>
            </a:pPr>
            <a:r>
              <a:rPr lang="en-US" sz="1800" dirty="0"/>
              <a:t>It serves as the gateway for organizations to provide self-service capabilities while enforcing corporate policies.</a:t>
            </a:r>
          </a:p>
        </p:txBody>
      </p:sp>
    </p:spTree>
    <p:extLst>
      <p:ext uri="{BB962C8B-B14F-4D97-AF65-F5344CB8AC3E}">
        <p14:creationId xmlns:p14="http://schemas.microsoft.com/office/powerpoint/2010/main" val="17716417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75051-86E8-2252-8855-33F58D12E7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F36ED-9C0E-0FD9-4819-2C7A693FA4A5}"/>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Company Portal</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61862692-6040-A6CF-DB7A-983EAE5B3454}"/>
              </a:ext>
            </a:extLst>
          </p:cNvPr>
          <p:cNvSpPr>
            <a:spLocks noGrp="1"/>
          </p:cNvSpPr>
          <p:nvPr>
            <p:ph idx="1"/>
          </p:nvPr>
        </p:nvSpPr>
        <p:spPr>
          <a:xfrm>
            <a:off x="323528" y="908720"/>
            <a:ext cx="8291264" cy="5616624"/>
          </a:xfrm>
        </p:spPr>
        <p:txBody>
          <a:bodyPr>
            <a:noAutofit/>
          </a:bodyPr>
          <a:lstStyle/>
          <a:p>
            <a:pPr marL="0" indent="0" algn="ctr">
              <a:buNone/>
            </a:pPr>
            <a:endParaRPr lang="en-US" sz="1800" b="1" dirty="0"/>
          </a:p>
          <a:p>
            <a:pPr marL="0" indent="0" algn="ctr">
              <a:buNone/>
            </a:pPr>
            <a:r>
              <a:rPr lang="en-US" sz="1800" b="1" dirty="0"/>
              <a:t>How the Company Portal Works (Flow)</a:t>
            </a:r>
          </a:p>
          <a:p>
            <a:pPr marL="0" indent="0">
              <a:buNone/>
            </a:pPr>
            <a:endParaRPr lang="en-US" sz="1800" dirty="0"/>
          </a:p>
          <a:p>
            <a:pPr marL="0" indent="0">
              <a:buNone/>
            </a:pPr>
            <a:endParaRPr lang="en-US" sz="1800" dirty="0"/>
          </a:p>
          <a:p>
            <a:r>
              <a:rPr lang="en-US" sz="1800" dirty="0"/>
              <a:t>User installs the Company Portal from their app store.</a:t>
            </a:r>
          </a:p>
          <a:p>
            <a:r>
              <a:rPr lang="en-US" sz="1800" dirty="0"/>
              <a:t>Signs in with their work or school account.</a:t>
            </a:r>
          </a:p>
          <a:p>
            <a:r>
              <a:rPr lang="en-US" sz="1800" dirty="0"/>
              <a:t>Follows guided steps to enroll the device.</a:t>
            </a:r>
          </a:p>
          <a:p>
            <a:r>
              <a:rPr lang="en-US" sz="1800" dirty="0"/>
              <a:t>Device receives compliance policies, configuration profiles, and access to apps.</a:t>
            </a:r>
          </a:p>
          <a:p>
            <a:r>
              <a:rPr lang="en-US" sz="1800" dirty="0"/>
              <a:t>User can install apps, monitor device health, and manage settings through the portal.</a:t>
            </a:r>
          </a:p>
        </p:txBody>
      </p:sp>
    </p:spTree>
    <p:extLst>
      <p:ext uri="{BB962C8B-B14F-4D97-AF65-F5344CB8AC3E}">
        <p14:creationId xmlns:p14="http://schemas.microsoft.com/office/powerpoint/2010/main" val="38518763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6B69E-C48E-0755-255E-57BA671B24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8870E6-38CB-EB94-5FF4-40893E19F62A}"/>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Company Portal</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EC817C65-0BD8-7B01-DD19-17C4F33F8E0C}"/>
              </a:ext>
            </a:extLst>
          </p:cNvPr>
          <p:cNvSpPr>
            <a:spLocks noGrp="1"/>
          </p:cNvSpPr>
          <p:nvPr>
            <p:ph idx="1"/>
          </p:nvPr>
        </p:nvSpPr>
        <p:spPr>
          <a:xfrm>
            <a:off x="323528" y="908720"/>
            <a:ext cx="8291264" cy="5616624"/>
          </a:xfrm>
        </p:spPr>
        <p:txBody>
          <a:bodyPr>
            <a:noAutofit/>
          </a:bodyPr>
          <a:lstStyle/>
          <a:p>
            <a:pPr marL="0" indent="0" algn="ctr">
              <a:buNone/>
            </a:pPr>
            <a:endParaRPr lang="en-US" sz="1800" b="1" dirty="0"/>
          </a:p>
          <a:p>
            <a:pPr marL="0" indent="0" algn="ctr">
              <a:buNone/>
            </a:pPr>
            <a:r>
              <a:rPr lang="en-US" sz="1800" b="1" dirty="0"/>
              <a:t>Sync Company Portal</a:t>
            </a:r>
          </a:p>
          <a:p>
            <a:pPr marL="0" indent="0">
              <a:buNone/>
            </a:pPr>
            <a:endParaRPr lang="en-US" sz="1800" dirty="0"/>
          </a:p>
          <a:p>
            <a:pPr marL="0" indent="0">
              <a:buNone/>
            </a:pPr>
            <a:r>
              <a:rPr lang="en-US" sz="1800" dirty="0"/>
              <a:t>The </a:t>
            </a:r>
            <a:r>
              <a:rPr lang="en-US" sz="1800" b="1" dirty="0"/>
              <a:t>initial sync</a:t>
            </a:r>
            <a:r>
              <a:rPr lang="en-US" sz="1800" dirty="0"/>
              <a:t> refers to the process that occurs </a:t>
            </a:r>
            <a:r>
              <a:rPr lang="en-US" sz="1800" b="1" dirty="0"/>
              <a:t>after a device is enrolled</a:t>
            </a:r>
            <a:r>
              <a:rPr lang="en-US" sz="1800" dirty="0"/>
              <a:t> through the </a:t>
            </a:r>
            <a:r>
              <a:rPr lang="en-US" sz="1800" b="1" dirty="0"/>
              <a:t>Company Portal app</a:t>
            </a:r>
            <a:r>
              <a:rPr lang="en-US" sz="1800" dirty="0"/>
              <a:t>. This sync is critical—it establishes the connection between the </a:t>
            </a:r>
            <a:r>
              <a:rPr lang="en-US" sz="1800" b="1" dirty="0"/>
              <a:t>enrolled device</a:t>
            </a:r>
            <a:r>
              <a:rPr lang="en-US" sz="1800" dirty="0"/>
              <a:t> and </a:t>
            </a:r>
            <a:r>
              <a:rPr lang="en-US" sz="1800" b="1" dirty="0"/>
              <a:t>Microsoft Intune</a:t>
            </a:r>
            <a:r>
              <a:rPr lang="en-US" sz="1800" dirty="0"/>
              <a:t>, allowing the system to </a:t>
            </a:r>
            <a:r>
              <a:rPr lang="en-US" sz="1800" b="1" dirty="0"/>
              <a:t>apply policies</a:t>
            </a:r>
            <a:r>
              <a:rPr lang="en-US" sz="1800" dirty="0"/>
              <a:t>, </a:t>
            </a:r>
            <a:r>
              <a:rPr lang="en-US" sz="1800" b="1" dirty="0"/>
              <a:t>install apps</a:t>
            </a:r>
            <a:r>
              <a:rPr lang="en-US" sz="1800" dirty="0"/>
              <a:t>, and </a:t>
            </a:r>
            <a:r>
              <a:rPr lang="en-US" sz="1800" b="1" dirty="0"/>
              <a:t>evaluate compliance</a:t>
            </a:r>
            <a:r>
              <a:rPr lang="en-US" sz="1800" dirty="0"/>
              <a:t>.</a:t>
            </a:r>
          </a:p>
          <a:p>
            <a:pPr marL="0" indent="0">
              <a:buNone/>
            </a:pPr>
            <a:endParaRPr lang="en-US" sz="1800" dirty="0"/>
          </a:p>
          <a:p>
            <a:pPr marL="0" indent="0">
              <a:buNone/>
            </a:pPr>
            <a:r>
              <a:rPr lang="en-US" sz="1800" b="1" dirty="0"/>
              <a:t>Manual Sync (Post-Enrollment)</a:t>
            </a:r>
          </a:p>
          <a:p>
            <a:pPr marL="0" indent="0">
              <a:buNone/>
            </a:pPr>
            <a:endParaRPr lang="en-US" sz="1800" dirty="0"/>
          </a:p>
          <a:p>
            <a:r>
              <a:rPr lang="en-US" sz="1800" dirty="0"/>
              <a:t>If apps or policies are missing, users can </a:t>
            </a:r>
            <a:r>
              <a:rPr lang="en-US" sz="1800" b="1" dirty="0"/>
              <a:t>manually trigger a sync</a:t>
            </a:r>
            <a:r>
              <a:rPr lang="en-US" sz="1800" dirty="0"/>
              <a:t>:</a:t>
            </a:r>
          </a:p>
          <a:p>
            <a:r>
              <a:rPr lang="en-US" sz="1800" b="1" dirty="0"/>
              <a:t>Windows</a:t>
            </a:r>
            <a:r>
              <a:rPr lang="en-US" sz="1800" dirty="0"/>
              <a:t>:</a:t>
            </a:r>
          </a:p>
          <a:p>
            <a:pPr lvl="1"/>
            <a:r>
              <a:rPr lang="en-US" sz="1800" dirty="0"/>
              <a:t>Go to </a:t>
            </a:r>
            <a:r>
              <a:rPr lang="en-US" sz="1800" b="1" dirty="0"/>
              <a:t>Settings &gt; Accounts &gt; Access work or school</a:t>
            </a:r>
            <a:endParaRPr lang="en-US" sz="1800" dirty="0"/>
          </a:p>
          <a:p>
            <a:pPr lvl="1"/>
            <a:r>
              <a:rPr lang="en-US" sz="1800" dirty="0"/>
              <a:t>Click the connected work account &gt; </a:t>
            </a:r>
            <a:r>
              <a:rPr lang="en-US" sz="1800" b="1" dirty="0"/>
              <a:t>Info &gt; Sync</a:t>
            </a:r>
            <a:endParaRPr lang="en-US" sz="1800" dirty="0"/>
          </a:p>
          <a:p>
            <a:r>
              <a:rPr lang="en-US" sz="1800" b="1" dirty="0"/>
              <a:t>Company Portal App</a:t>
            </a:r>
            <a:r>
              <a:rPr lang="en-US" sz="1800" dirty="0"/>
              <a:t>:</a:t>
            </a:r>
          </a:p>
          <a:p>
            <a:pPr lvl="1"/>
            <a:r>
              <a:rPr lang="en-US" sz="1800" dirty="0"/>
              <a:t>Open the app &gt; Tap on the device &gt; Select </a:t>
            </a:r>
            <a:r>
              <a:rPr lang="en-US" sz="1800" b="1" dirty="0"/>
              <a:t>“Check Status”</a:t>
            </a:r>
            <a:r>
              <a:rPr lang="en-US" sz="1800" dirty="0"/>
              <a:t> or </a:t>
            </a:r>
            <a:r>
              <a:rPr lang="en-US" sz="1800" b="1" dirty="0"/>
              <a:t>“Sync”</a:t>
            </a:r>
            <a:endParaRPr lang="en-US" sz="1800" dirty="0"/>
          </a:p>
          <a:p>
            <a:pPr marL="0" indent="0">
              <a:buNone/>
            </a:pPr>
            <a:endParaRPr lang="en-US" sz="1800" dirty="0"/>
          </a:p>
        </p:txBody>
      </p:sp>
    </p:spTree>
    <p:extLst>
      <p:ext uri="{BB962C8B-B14F-4D97-AF65-F5344CB8AC3E}">
        <p14:creationId xmlns:p14="http://schemas.microsoft.com/office/powerpoint/2010/main" val="36766948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EDDB5-B228-024A-9FA1-7B623B8F71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75B68B-936B-EE61-1F00-5AFBA8E64F85}"/>
              </a:ext>
            </a:extLst>
          </p:cNvPr>
          <p:cNvSpPr>
            <a:spLocks noGrp="1"/>
          </p:cNvSpPr>
          <p:nvPr>
            <p:ph type="title"/>
          </p:nvPr>
        </p:nvSpPr>
        <p:spPr>
          <a:xfrm>
            <a:off x="0" y="-109071"/>
            <a:ext cx="9144000" cy="843041"/>
          </a:xfrm>
          <a:solidFill>
            <a:schemeClr val="accent1"/>
          </a:solidFill>
        </p:spPr>
        <p:txBody>
          <a:bodyPr>
            <a:normAutofit/>
          </a:bodyPr>
          <a:lstStyle/>
          <a:p>
            <a:r>
              <a:rPr lang="en-US" sz="3200" b="1">
                <a:solidFill>
                  <a:schemeClr val="bg1"/>
                </a:solidFill>
                <a:cs typeface="Arial" pitchFamily="34" charset="0"/>
              </a:rPr>
              <a:t>Company Portal</a:t>
            </a:r>
            <a:endParaRPr lang="en-IN" sz="3200" b="1" dirty="0">
              <a:solidFill>
                <a:schemeClr val="bg1"/>
              </a:solidFill>
              <a:cs typeface="Arial" pitchFamily="34" charset="0"/>
            </a:endParaRPr>
          </a:p>
        </p:txBody>
      </p:sp>
      <p:pic>
        <p:nvPicPr>
          <p:cNvPr id="5" name="Content Placeholder 4">
            <a:extLst>
              <a:ext uri="{FF2B5EF4-FFF2-40B4-BE49-F238E27FC236}">
                <a16:creationId xmlns:a16="http://schemas.microsoft.com/office/drawing/2014/main" id="{8F424E74-3F01-02B9-FD22-D67BF0606540}"/>
              </a:ext>
            </a:extLst>
          </p:cNvPr>
          <p:cNvPicPr>
            <a:picLocks noGrp="1" noChangeAspect="1"/>
          </p:cNvPicPr>
          <p:nvPr>
            <p:ph idx="1"/>
          </p:nvPr>
        </p:nvPicPr>
        <p:blipFill>
          <a:blip r:embed="rId2"/>
          <a:stretch>
            <a:fillRect/>
          </a:stretch>
        </p:blipFill>
        <p:spPr>
          <a:xfrm>
            <a:off x="323528" y="980728"/>
            <a:ext cx="8208912" cy="4680520"/>
          </a:xfrm>
        </p:spPr>
      </p:pic>
    </p:spTree>
    <p:extLst>
      <p:ext uri="{BB962C8B-B14F-4D97-AF65-F5344CB8AC3E}">
        <p14:creationId xmlns:p14="http://schemas.microsoft.com/office/powerpoint/2010/main" val="3517803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5313B-AF63-DFB4-2337-FC18E12FDE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A21D57-2DA1-F7E1-9D77-B090DFE86EB2}"/>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Intune Assignments </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EFE3DD6D-BBEE-E450-37DB-B8989F4B2654}"/>
              </a:ext>
            </a:extLst>
          </p:cNvPr>
          <p:cNvSpPr>
            <a:spLocks noGrp="1"/>
          </p:cNvSpPr>
          <p:nvPr>
            <p:ph idx="1"/>
          </p:nvPr>
        </p:nvSpPr>
        <p:spPr>
          <a:xfrm>
            <a:off x="323528" y="908720"/>
            <a:ext cx="8291264" cy="5616624"/>
          </a:xfrm>
        </p:spPr>
        <p:txBody>
          <a:bodyPr>
            <a:noAutofit/>
          </a:bodyPr>
          <a:lstStyle/>
          <a:p>
            <a:pPr marL="0" indent="0">
              <a:buNone/>
            </a:pPr>
            <a:endParaRPr lang="en-US" sz="1800" dirty="0">
              <a:cs typeface="Arial" pitchFamily="34" charset="0"/>
            </a:endParaRPr>
          </a:p>
          <a:p>
            <a:pPr marL="0" indent="0">
              <a:buNone/>
            </a:pPr>
            <a:r>
              <a:rPr lang="en-US" sz="1800" dirty="0">
                <a:cs typeface="Arial" pitchFamily="34" charset="0"/>
              </a:rPr>
              <a:t>When you add an application to Microsoft Intune, you must assign it to users or devices. Intune provides three assignment intent options:</a:t>
            </a:r>
          </a:p>
          <a:p>
            <a:endParaRPr lang="en-US" sz="1800" dirty="0">
              <a:cs typeface="Arial" pitchFamily="34" charset="0"/>
            </a:endParaRPr>
          </a:p>
          <a:p>
            <a:r>
              <a:rPr lang="en-US" sz="1800" dirty="0">
                <a:cs typeface="Arial" pitchFamily="34" charset="0"/>
              </a:rPr>
              <a:t>Required</a:t>
            </a:r>
          </a:p>
          <a:p>
            <a:r>
              <a:rPr lang="en-US" sz="1800" dirty="0">
                <a:cs typeface="Arial" pitchFamily="34" charset="0"/>
              </a:rPr>
              <a:t>Available for Enrolled Devices</a:t>
            </a:r>
          </a:p>
          <a:p>
            <a:r>
              <a:rPr lang="en-US" sz="1800" dirty="0">
                <a:cs typeface="Arial" pitchFamily="34" charset="0"/>
              </a:rPr>
              <a:t>Uninstall (used to remove apps)</a:t>
            </a:r>
          </a:p>
          <a:p>
            <a:endParaRPr lang="en-US" sz="1800" dirty="0">
              <a:cs typeface="Arial" pitchFamily="34" charset="0"/>
            </a:endParaRPr>
          </a:p>
        </p:txBody>
      </p:sp>
    </p:spTree>
    <p:extLst>
      <p:ext uri="{BB962C8B-B14F-4D97-AF65-F5344CB8AC3E}">
        <p14:creationId xmlns:p14="http://schemas.microsoft.com/office/powerpoint/2010/main" val="3300834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0A5CF-401D-73E4-C12D-3BBD18E009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33F88-95D8-D5D2-F41D-FE77426C476C}"/>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Intune Assignments</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6F883FD9-FC00-0740-CFA6-D764C404A86D}"/>
              </a:ext>
            </a:extLst>
          </p:cNvPr>
          <p:cNvSpPr>
            <a:spLocks noGrp="1"/>
          </p:cNvSpPr>
          <p:nvPr>
            <p:ph idx="1"/>
          </p:nvPr>
        </p:nvSpPr>
        <p:spPr>
          <a:xfrm>
            <a:off x="323528" y="908720"/>
            <a:ext cx="8291264" cy="5616624"/>
          </a:xfrm>
        </p:spPr>
        <p:txBody>
          <a:bodyPr>
            <a:noAutofit/>
          </a:bodyPr>
          <a:lstStyle/>
          <a:p>
            <a:pPr marL="0" indent="0">
              <a:buNone/>
            </a:pPr>
            <a:r>
              <a:rPr lang="en-US" sz="1800" b="1" dirty="0">
                <a:cs typeface="Arial" pitchFamily="34" charset="0"/>
              </a:rPr>
              <a:t>Required App Assignment: </a:t>
            </a:r>
            <a:r>
              <a:rPr lang="en-US" sz="1800" dirty="0">
                <a:cs typeface="Arial" pitchFamily="34" charset="0"/>
              </a:rPr>
              <a:t>The app is automatically installed on targeted user or device groups without user interaction.</a:t>
            </a:r>
          </a:p>
          <a:p>
            <a:pPr marL="0" indent="0">
              <a:buNone/>
            </a:pPr>
            <a:endParaRPr lang="en-US" sz="1800" dirty="0">
              <a:cs typeface="Arial" pitchFamily="34" charset="0"/>
            </a:endParaRPr>
          </a:p>
          <a:p>
            <a:pPr marL="0" indent="0">
              <a:buNone/>
            </a:pPr>
            <a:r>
              <a:rPr lang="en-US" sz="1800" dirty="0">
                <a:cs typeface="Arial" pitchFamily="34" charset="0"/>
              </a:rPr>
              <a:t>Ideal for critical business apps that all employees or devices must have.</a:t>
            </a:r>
          </a:p>
          <a:p>
            <a:pPr marL="0" indent="0">
              <a:buNone/>
            </a:pPr>
            <a:endParaRPr lang="en-US" sz="1800" dirty="0">
              <a:cs typeface="Arial" pitchFamily="34" charset="0"/>
            </a:endParaRPr>
          </a:p>
          <a:p>
            <a:pPr marL="0" indent="0">
              <a:buNone/>
            </a:pPr>
            <a:r>
              <a:rPr lang="en-US" sz="1800" b="1" dirty="0">
                <a:cs typeface="Arial" pitchFamily="34" charset="0"/>
              </a:rPr>
              <a:t>Key Characteristics:</a:t>
            </a:r>
          </a:p>
          <a:p>
            <a:pPr marL="0" indent="0">
              <a:buNone/>
            </a:pPr>
            <a:endParaRPr lang="en-US" sz="1800" b="1" dirty="0">
              <a:cs typeface="Arial" pitchFamily="34" charset="0"/>
            </a:endParaRPr>
          </a:p>
          <a:p>
            <a:r>
              <a:rPr lang="en-US" sz="1800" dirty="0">
                <a:cs typeface="Arial" pitchFamily="34" charset="0"/>
              </a:rPr>
              <a:t>Silent installation after the device is enrolled.</a:t>
            </a:r>
          </a:p>
          <a:p>
            <a:r>
              <a:rPr lang="en-US" sz="1800" dirty="0">
                <a:cs typeface="Arial" pitchFamily="34" charset="0"/>
              </a:rPr>
              <a:t>No user action required.</a:t>
            </a:r>
          </a:p>
          <a:p>
            <a:r>
              <a:rPr lang="en-US" sz="1800" dirty="0">
                <a:cs typeface="Arial" pitchFamily="34" charset="0"/>
              </a:rPr>
              <a:t>Retry logic is built in (if the install fails, Intune will retry).</a:t>
            </a:r>
          </a:p>
          <a:p>
            <a:r>
              <a:rPr lang="en-US" sz="1800" dirty="0">
                <a:cs typeface="Arial" pitchFamily="34" charset="0"/>
              </a:rPr>
              <a:t>Useful for both Win32 apps and LOB apps.</a:t>
            </a:r>
          </a:p>
          <a:p>
            <a:pPr marL="0" indent="0">
              <a:buNone/>
            </a:pPr>
            <a:endParaRPr lang="en-US" sz="1800" dirty="0">
              <a:cs typeface="Arial" pitchFamily="34" charset="0"/>
            </a:endParaRPr>
          </a:p>
          <a:p>
            <a:pPr marL="0" indent="0">
              <a:buNone/>
            </a:pPr>
            <a:r>
              <a:rPr lang="en-US" sz="1800" b="1" dirty="0">
                <a:cs typeface="Arial" pitchFamily="34" charset="0"/>
              </a:rPr>
              <a:t>Example Use Cases:</a:t>
            </a:r>
          </a:p>
          <a:p>
            <a:pPr marL="0" indent="0">
              <a:buNone/>
            </a:pPr>
            <a:endParaRPr lang="en-US" sz="1800" dirty="0">
              <a:cs typeface="Arial" pitchFamily="34" charset="0"/>
            </a:endParaRPr>
          </a:p>
          <a:p>
            <a:r>
              <a:rPr lang="en-US" sz="1800" dirty="0">
                <a:cs typeface="Arial" pitchFamily="34" charset="0"/>
              </a:rPr>
              <a:t>Antivirus software or endpoint protection agents.</a:t>
            </a:r>
          </a:p>
          <a:p>
            <a:r>
              <a:rPr lang="en-US" sz="1800" dirty="0">
                <a:cs typeface="Arial" pitchFamily="34" charset="0"/>
              </a:rPr>
              <a:t>VPN or network security tools.</a:t>
            </a:r>
          </a:p>
          <a:p>
            <a:r>
              <a:rPr lang="en-US" sz="1800" dirty="0">
                <a:cs typeface="Arial" pitchFamily="34" charset="0"/>
              </a:rPr>
              <a:t>Microsoft Office Suite for all corporate laptops.</a:t>
            </a:r>
          </a:p>
        </p:txBody>
      </p:sp>
    </p:spTree>
    <p:extLst>
      <p:ext uri="{BB962C8B-B14F-4D97-AF65-F5344CB8AC3E}">
        <p14:creationId xmlns:p14="http://schemas.microsoft.com/office/powerpoint/2010/main" val="3554738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166B7-3A90-877D-EAA7-9827DDBECC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CA459F-DE0F-D12D-FC66-4864EF50F9F6}"/>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Intune Assignments</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CE62E588-9EA7-DA4A-6C48-EBEA4D46C733}"/>
              </a:ext>
            </a:extLst>
          </p:cNvPr>
          <p:cNvSpPr>
            <a:spLocks noGrp="1"/>
          </p:cNvSpPr>
          <p:nvPr>
            <p:ph idx="1"/>
          </p:nvPr>
        </p:nvSpPr>
        <p:spPr>
          <a:xfrm>
            <a:off x="323528" y="908720"/>
            <a:ext cx="8291264" cy="5616624"/>
          </a:xfrm>
        </p:spPr>
        <p:txBody>
          <a:bodyPr>
            <a:noAutofit/>
          </a:bodyPr>
          <a:lstStyle/>
          <a:p>
            <a:pPr marL="0" indent="0">
              <a:buNone/>
            </a:pPr>
            <a:r>
              <a:rPr lang="en-US" sz="1800" b="1" dirty="0">
                <a:cs typeface="Arial" pitchFamily="34" charset="0"/>
              </a:rPr>
              <a:t>Available App Assignment: </a:t>
            </a:r>
            <a:r>
              <a:rPr lang="en-US" sz="1800" dirty="0">
                <a:cs typeface="Arial" pitchFamily="34" charset="0"/>
              </a:rPr>
              <a:t>The app is optional, and users can install it themselves via the Company Portal app.</a:t>
            </a:r>
          </a:p>
          <a:p>
            <a:pPr marL="0" indent="0">
              <a:buNone/>
            </a:pPr>
            <a:endParaRPr lang="en-US" sz="1800" dirty="0">
              <a:cs typeface="Arial" pitchFamily="34" charset="0"/>
            </a:endParaRPr>
          </a:p>
          <a:p>
            <a:pPr marL="0" indent="0">
              <a:buNone/>
            </a:pPr>
            <a:r>
              <a:rPr lang="en-US" sz="1800" dirty="0">
                <a:cs typeface="Arial" pitchFamily="34" charset="0"/>
              </a:rPr>
              <a:t>Best suited for non-essential apps or apps required by only some users.</a:t>
            </a:r>
          </a:p>
          <a:p>
            <a:pPr marL="0" indent="0">
              <a:buNone/>
            </a:pPr>
            <a:endParaRPr lang="en-US" sz="1800" dirty="0">
              <a:cs typeface="Arial" pitchFamily="34" charset="0"/>
            </a:endParaRPr>
          </a:p>
          <a:p>
            <a:pPr marL="0" indent="0">
              <a:buNone/>
            </a:pPr>
            <a:r>
              <a:rPr lang="en-US" sz="1800" b="1" dirty="0">
                <a:cs typeface="Arial" pitchFamily="34" charset="0"/>
              </a:rPr>
              <a:t>Key Characteristics:</a:t>
            </a:r>
          </a:p>
          <a:p>
            <a:pPr marL="0" indent="0">
              <a:buNone/>
            </a:pPr>
            <a:endParaRPr lang="en-US" sz="1800" dirty="0">
              <a:cs typeface="Arial" pitchFamily="34" charset="0"/>
            </a:endParaRPr>
          </a:p>
          <a:p>
            <a:r>
              <a:rPr lang="en-US" sz="1800" dirty="0">
                <a:cs typeface="Arial" pitchFamily="34" charset="0"/>
              </a:rPr>
              <a:t>User-initiated installation.</a:t>
            </a:r>
          </a:p>
          <a:p>
            <a:r>
              <a:rPr lang="en-US" sz="1800" dirty="0">
                <a:cs typeface="Arial" pitchFamily="34" charset="0"/>
              </a:rPr>
              <a:t>Requires the device to be enrolled and have the Company Portal app installed.</a:t>
            </a:r>
          </a:p>
          <a:p>
            <a:r>
              <a:rPr lang="en-US" sz="1800" dirty="0">
                <a:cs typeface="Arial" pitchFamily="34" charset="0"/>
              </a:rPr>
              <a:t>No forced installation or silent deployment.</a:t>
            </a:r>
          </a:p>
          <a:p>
            <a:r>
              <a:rPr lang="en-US" sz="1800" dirty="0">
                <a:cs typeface="Arial" pitchFamily="34" charset="0"/>
              </a:rPr>
              <a:t>Suitable for BYOD or user-discretionary apps.</a:t>
            </a:r>
          </a:p>
          <a:p>
            <a:pPr marL="0" indent="0">
              <a:buNone/>
            </a:pPr>
            <a:endParaRPr lang="en-US" sz="1800" dirty="0">
              <a:cs typeface="Arial" pitchFamily="34" charset="0"/>
            </a:endParaRPr>
          </a:p>
          <a:p>
            <a:pPr marL="0" indent="0">
              <a:buNone/>
            </a:pPr>
            <a:r>
              <a:rPr lang="en-US" sz="1800" b="1" dirty="0">
                <a:cs typeface="Arial" pitchFamily="34" charset="0"/>
              </a:rPr>
              <a:t>Example Use Cases:</a:t>
            </a:r>
          </a:p>
          <a:p>
            <a:endParaRPr lang="en-US" sz="1800" dirty="0">
              <a:cs typeface="Arial" pitchFamily="34" charset="0"/>
            </a:endParaRPr>
          </a:p>
          <a:p>
            <a:r>
              <a:rPr lang="en-US" sz="1800" dirty="0">
                <a:cs typeface="Arial" pitchFamily="34" charset="0"/>
              </a:rPr>
              <a:t>Adobe Reader or Zoom for meetings.</a:t>
            </a:r>
          </a:p>
          <a:p>
            <a:r>
              <a:rPr lang="en-US" sz="1800" dirty="0">
                <a:cs typeface="Arial" pitchFamily="34" charset="0"/>
              </a:rPr>
              <a:t>Third Party Browers</a:t>
            </a:r>
          </a:p>
          <a:p>
            <a:r>
              <a:rPr lang="en-US" sz="1800" dirty="0">
                <a:cs typeface="Arial" pitchFamily="34" charset="0"/>
              </a:rPr>
              <a:t>Internal training apps or tools.</a:t>
            </a:r>
          </a:p>
        </p:txBody>
      </p:sp>
    </p:spTree>
    <p:extLst>
      <p:ext uri="{BB962C8B-B14F-4D97-AF65-F5344CB8AC3E}">
        <p14:creationId xmlns:p14="http://schemas.microsoft.com/office/powerpoint/2010/main" val="17504460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1A120-7091-6E5E-6992-165D78C7FE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E54F40-5DD2-BE35-8A04-CF59210B2E0C}"/>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Intune Groups</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E97636EC-6D99-AB89-6F6E-32AFB1335377}"/>
              </a:ext>
            </a:extLst>
          </p:cNvPr>
          <p:cNvSpPr>
            <a:spLocks noGrp="1"/>
          </p:cNvSpPr>
          <p:nvPr>
            <p:ph idx="1"/>
          </p:nvPr>
        </p:nvSpPr>
        <p:spPr>
          <a:xfrm>
            <a:off x="323528" y="908720"/>
            <a:ext cx="8291264" cy="5616624"/>
          </a:xfrm>
        </p:spPr>
        <p:txBody>
          <a:bodyPr>
            <a:noAutofit/>
          </a:bodyPr>
          <a:lstStyle/>
          <a:p>
            <a:pPr marL="0" indent="0">
              <a:buNone/>
            </a:pPr>
            <a:r>
              <a:rPr lang="en-US" sz="1800" dirty="0">
                <a:cs typeface="Arial" pitchFamily="34" charset="0"/>
              </a:rPr>
              <a:t>There are two main types of groups:</a:t>
            </a:r>
          </a:p>
          <a:p>
            <a:pPr marL="0" indent="0">
              <a:buNone/>
            </a:pPr>
            <a:endParaRPr lang="en-US" sz="1800" dirty="0">
              <a:cs typeface="Arial" pitchFamily="34" charset="0"/>
            </a:endParaRPr>
          </a:p>
          <a:p>
            <a:pPr marL="0" indent="0">
              <a:buNone/>
            </a:pPr>
            <a:r>
              <a:rPr lang="en-US" sz="1800" b="1" dirty="0">
                <a:cs typeface="Arial" pitchFamily="34" charset="0"/>
              </a:rPr>
              <a:t>Static Groups: </a:t>
            </a:r>
            <a:r>
              <a:rPr lang="en-US" sz="1800" dirty="0">
                <a:cs typeface="Arial" pitchFamily="34" charset="0"/>
              </a:rPr>
              <a:t>Groups where members are manually added or removed by an administrator.</a:t>
            </a:r>
          </a:p>
          <a:p>
            <a:pPr marL="0" indent="0">
              <a:buNone/>
            </a:pPr>
            <a:endParaRPr lang="en-US" sz="1800" dirty="0">
              <a:cs typeface="Arial" pitchFamily="34" charset="0"/>
            </a:endParaRPr>
          </a:p>
          <a:p>
            <a:pPr marL="0" indent="0">
              <a:buNone/>
            </a:pPr>
            <a:r>
              <a:rPr lang="en-US" sz="1800" b="1" dirty="0">
                <a:cs typeface="Arial" pitchFamily="34" charset="0"/>
              </a:rPr>
              <a:t>Dynamic Groups: </a:t>
            </a:r>
            <a:r>
              <a:rPr lang="en-US" sz="1800" dirty="0">
                <a:cs typeface="Arial" pitchFamily="34" charset="0"/>
              </a:rPr>
              <a:t>Groups that automatically include users or devices based on defined rules (queries).</a:t>
            </a:r>
          </a:p>
          <a:p>
            <a:endParaRPr lang="en-US" sz="1800" dirty="0">
              <a:cs typeface="Arial" pitchFamily="34" charset="0"/>
            </a:endParaRPr>
          </a:p>
          <a:p>
            <a:pPr marL="0" indent="0">
              <a:buNone/>
            </a:pPr>
            <a:r>
              <a:rPr lang="en-US" sz="1800" b="1" dirty="0">
                <a:cs typeface="Arial" pitchFamily="34" charset="0"/>
              </a:rPr>
              <a:t> Types:</a:t>
            </a:r>
          </a:p>
          <a:p>
            <a:pPr marL="0" indent="0">
              <a:buNone/>
            </a:pPr>
            <a:endParaRPr lang="en-US" sz="1800" b="1" dirty="0">
              <a:cs typeface="Arial" pitchFamily="34" charset="0"/>
            </a:endParaRPr>
          </a:p>
          <a:p>
            <a:r>
              <a:rPr lang="en-US" sz="1800" b="1" dirty="0">
                <a:cs typeface="Arial" pitchFamily="34" charset="0"/>
              </a:rPr>
              <a:t>Dynamic User Group: </a:t>
            </a:r>
            <a:r>
              <a:rPr lang="en-US" sz="1800" dirty="0">
                <a:cs typeface="Arial" pitchFamily="34" charset="0"/>
              </a:rPr>
              <a:t>Members are added based on user attributes (e.g., department, job title, location).</a:t>
            </a:r>
          </a:p>
          <a:p>
            <a:r>
              <a:rPr lang="en-US" sz="1800" b="1" dirty="0">
                <a:cs typeface="Arial" pitchFamily="34" charset="0"/>
              </a:rPr>
              <a:t>Dynamic Device Group: </a:t>
            </a:r>
            <a:r>
              <a:rPr lang="en-US" sz="1800" dirty="0">
                <a:cs typeface="Arial" pitchFamily="34" charset="0"/>
              </a:rPr>
              <a:t>Members are added based on device attributes (e.g., OS type, device ownership, name pattern).</a:t>
            </a:r>
          </a:p>
        </p:txBody>
      </p:sp>
    </p:spTree>
    <p:extLst>
      <p:ext uri="{BB962C8B-B14F-4D97-AF65-F5344CB8AC3E}">
        <p14:creationId xmlns:p14="http://schemas.microsoft.com/office/powerpoint/2010/main" val="8350277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EBFE7-D6C8-A0DB-00E8-D97722B544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A89C09-F6E2-E1BB-B9C0-2364F4B84FE2}"/>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Intune –  Windows Apps Packaging </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AC3EDA93-6CEC-8EB9-2E62-B1D9EC8BB547}"/>
              </a:ext>
            </a:extLst>
          </p:cNvPr>
          <p:cNvSpPr>
            <a:spLocks noGrp="1"/>
          </p:cNvSpPr>
          <p:nvPr>
            <p:ph idx="1"/>
          </p:nvPr>
        </p:nvSpPr>
        <p:spPr>
          <a:xfrm>
            <a:off x="323528" y="908720"/>
            <a:ext cx="8291264" cy="5616624"/>
          </a:xfrm>
        </p:spPr>
        <p:txBody>
          <a:bodyPr>
            <a:noAutofit/>
          </a:bodyPr>
          <a:lstStyle/>
          <a:p>
            <a:pPr marL="0" indent="0">
              <a:buNone/>
            </a:pPr>
            <a:endParaRPr lang="en-US" sz="1800" b="1" dirty="0"/>
          </a:p>
          <a:p>
            <a:pPr marL="0" indent="0">
              <a:buNone/>
            </a:pPr>
            <a:endParaRPr lang="en-US" sz="1800" b="1" dirty="0"/>
          </a:p>
          <a:p>
            <a:r>
              <a:rPr lang="en-US" sz="1800" b="1" dirty="0"/>
              <a:t>"Microsoft Store app (new)" </a:t>
            </a:r>
            <a:r>
              <a:rPr lang="en-US" sz="1800" dirty="0"/>
              <a:t>is the modern, recommended way to deploy Store apps using Intune’s integration with the Microsoft Store for Business powered by Winget (Windows Package Manager). It is designed for simplicity, automation, and better long-term support.</a:t>
            </a:r>
          </a:p>
          <a:p>
            <a:endParaRPr lang="en-US" sz="1800" dirty="0"/>
          </a:p>
          <a:p>
            <a:pPr marL="0" indent="0">
              <a:buNone/>
            </a:pPr>
            <a:endParaRPr lang="en-US" sz="1800" dirty="0"/>
          </a:p>
          <a:p>
            <a:r>
              <a:rPr lang="en-US" sz="1800" b="1" dirty="0"/>
              <a:t>"Microsoft Store app (legacy)" </a:t>
            </a:r>
            <a:r>
              <a:rPr lang="en-US" sz="1800" dirty="0"/>
              <a:t>refers to the older method that integrates with the Microsoft Store for Business or Education, where apps are added to your Store for Business tenant and synced into Intune.</a:t>
            </a:r>
          </a:p>
        </p:txBody>
      </p:sp>
    </p:spTree>
    <p:extLst>
      <p:ext uri="{BB962C8B-B14F-4D97-AF65-F5344CB8AC3E}">
        <p14:creationId xmlns:p14="http://schemas.microsoft.com/office/powerpoint/2010/main" val="30213206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AE05C-2E7A-8332-68E4-3BE9235A3D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2920B1-9EA3-1786-C518-18C7647E1E21}"/>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Intune –  Windows Apps Packaging </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5466FE6B-1886-7FBC-4653-7ABAC1491334}"/>
              </a:ext>
            </a:extLst>
          </p:cNvPr>
          <p:cNvSpPr>
            <a:spLocks noGrp="1"/>
          </p:cNvSpPr>
          <p:nvPr>
            <p:ph idx="1"/>
          </p:nvPr>
        </p:nvSpPr>
        <p:spPr>
          <a:xfrm>
            <a:off x="323528" y="908720"/>
            <a:ext cx="8291264" cy="5616624"/>
          </a:xfrm>
        </p:spPr>
        <p:txBody>
          <a:bodyPr>
            <a:noAutofit/>
          </a:bodyPr>
          <a:lstStyle/>
          <a:p>
            <a:pPr marL="0" indent="0">
              <a:buNone/>
            </a:pPr>
            <a:endParaRPr lang="en-US" sz="1800" dirty="0"/>
          </a:p>
          <a:p>
            <a:pPr marL="0" indent="0">
              <a:buNone/>
            </a:pPr>
            <a:endParaRPr lang="en-US" sz="1800" dirty="0"/>
          </a:p>
          <a:p>
            <a:r>
              <a:rPr lang="en-US" sz="1800" b="1" dirty="0"/>
              <a:t>Microsoft 365 Apps </a:t>
            </a:r>
            <a:r>
              <a:rPr lang="en-US" sz="1800" dirty="0"/>
              <a:t>for Windows 10 and later - To install your choice of Microsoft 365 Apps on managed devices running Windows 10 or later. Users must have an account and license to use these apps.</a:t>
            </a:r>
          </a:p>
          <a:p>
            <a:pPr marL="0" indent="0">
              <a:buNone/>
            </a:pPr>
            <a:endParaRPr lang="en-US" sz="1800" dirty="0"/>
          </a:p>
          <a:p>
            <a:r>
              <a:rPr lang="en-US" sz="1800" b="1" dirty="0"/>
              <a:t>Microsoft Edge </a:t>
            </a:r>
            <a:r>
              <a:rPr lang="en-US" sz="1800" dirty="0"/>
              <a:t>for Windows 10 and later – To install the Microsoft Edge browser on managed devices running Windows 10 or later.</a:t>
            </a:r>
          </a:p>
          <a:p>
            <a:endParaRPr lang="en-US" sz="1800" dirty="0"/>
          </a:p>
          <a:p>
            <a:r>
              <a:rPr lang="en-US" sz="1800" b="1" dirty="0"/>
              <a:t>Windows Web link: </a:t>
            </a:r>
            <a:r>
              <a:rPr lang="en-US" sz="1800" dirty="0"/>
              <a:t>To add a Windows web link, copy and paste a website URL into App information. For Windows 10 and later devices, a shortcut to the website is added to the Start menu.</a:t>
            </a:r>
          </a:p>
        </p:txBody>
      </p:sp>
    </p:spTree>
    <p:extLst>
      <p:ext uri="{BB962C8B-B14F-4D97-AF65-F5344CB8AC3E}">
        <p14:creationId xmlns:p14="http://schemas.microsoft.com/office/powerpoint/2010/main" val="31574068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343C6-0290-D46B-8B2D-D0ACDC061E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3006BC-F553-AF2D-0005-FC9C78DEEA77}"/>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Intune – iOS Apps Packaging </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7815388D-7962-0D54-6873-83070353163B}"/>
              </a:ext>
            </a:extLst>
          </p:cNvPr>
          <p:cNvSpPr>
            <a:spLocks noGrp="1"/>
          </p:cNvSpPr>
          <p:nvPr>
            <p:ph idx="1"/>
          </p:nvPr>
        </p:nvSpPr>
        <p:spPr>
          <a:xfrm>
            <a:off x="323528" y="908720"/>
            <a:ext cx="8291264" cy="5616624"/>
          </a:xfrm>
        </p:spPr>
        <p:txBody>
          <a:bodyPr>
            <a:noAutofit/>
          </a:bodyPr>
          <a:lstStyle/>
          <a:p>
            <a:pPr marL="0" indent="0">
              <a:buNone/>
            </a:pPr>
            <a:endParaRPr lang="en-US" sz="1800" b="1" dirty="0"/>
          </a:p>
          <a:p>
            <a:pPr marL="0" indent="0">
              <a:buNone/>
            </a:pPr>
            <a:r>
              <a:rPr lang="en-US" sz="1800" b="1" dirty="0"/>
              <a:t>iOS store app: </a:t>
            </a:r>
            <a:r>
              <a:rPr lang="en-US" sz="1800" dirty="0"/>
              <a:t>The built-in iOS App Store to find free apps for iOS devices.</a:t>
            </a:r>
          </a:p>
          <a:p>
            <a:pPr marL="0" indent="0">
              <a:buNone/>
            </a:pPr>
            <a:endParaRPr lang="en-US" sz="1800" dirty="0"/>
          </a:p>
          <a:p>
            <a:pPr marL="0" indent="0">
              <a:buNone/>
            </a:pPr>
            <a:r>
              <a:rPr lang="en-US" sz="1800" b="1" dirty="0"/>
              <a:t>iOS/iPadOS web clip: </a:t>
            </a:r>
            <a:r>
              <a:rPr lang="en-US" sz="1800" dirty="0"/>
              <a:t>To add an iOS/iPadOS web clip, copy and paste a website URL into App information. For iOS/iPadOS devices, a shortcut to the web clip is added to the Home screen.</a:t>
            </a:r>
          </a:p>
          <a:p>
            <a:pPr marL="0" indent="0">
              <a:buNone/>
            </a:pPr>
            <a:endParaRPr lang="en-US" sz="1800" dirty="0"/>
          </a:p>
          <a:p>
            <a:pPr marL="0" indent="0">
              <a:buNone/>
            </a:pPr>
            <a:r>
              <a:rPr lang="en-US" sz="1800" b="1" dirty="0"/>
              <a:t>Line-of-business app: </a:t>
            </a:r>
            <a:r>
              <a:rPr lang="en-US" sz="1800" dirty="0"/>
              <a:t>To add a custom or in-house app, upload the app’s installation file. Make sure the file extension matches the app’s intended platform. </a:t>
            </a:r>
          </a:p>
          <a:p>
            <a:pPr marL="0" indent="0">
              <a:buNone/>
            </a:pPr>
            <a:endParaRPr lang="en-US" sz="1800" dirty="0"/>
          </a:p>
          <a:p>
            <a:pPr marL="0" indent="0">
              <a:buNone/>
            </a:pPr>
            <a:r>
              <a:rPr lang="en-US" sz="1800" dirty="0"/>
              <a:t>Intune supports the following line-of-business app platforms and extensions:</a:t>
            </a:r>
          </a:p>
          <a:p>
            <a:pPr marL="0" indent="0">
              <a:buNone/>
            </a:pPr>
            <a:endParaRPr lang="en-US" sz="1800" dirty="0"/>
          </a:p>
          <a:p>
            <a:pPr marL="0" indent="0">
              <a:buNone/>
            </a:pPr>
            <a:r>
              <a:rPr lang="en-US" sz="1800" dirty="0"/>
              <a:t>iOS (IPA)</a:t>
            </a:r>
          </a:p>
          <a:p>
            <a:pPr marL="0" indent="0">
              <a:buNone/>
            </a:pPr>
            <a:r>
              <a:rPr lang="en-US" sz="1800" dirty="0"/>
              <a:t>macOS (.pkg)</a:t>
            </a:r>
          </a:p>
        </p:txBody>
      </p:sp>
    </p:spTree>
    <p:extLst>
      <p:ext uri="{BB962C8B-B14F-4D97-AF65-F5344CB8AC3E}">
        <p14:creationId xmlns:p14="http://schemas.microsoft.com/office/powerpoint/2010/main" val="39354775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9CEDB-C9C4-67F1-1DDE-35507E903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0459B1-8618-0882-84A0-63FDFBC493EA}"/>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Intune – macOS Apps Packaging </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23068D7C-18E9-D7D3-6488-A3BD204CDCEB}"/>
              </a:ext>
            </a:extLst>
          </p:cNvPr>
          <p:cNvSpPr>
            <a:spLocks noGrp="1"/>
          </p:cNvSpPr>
          <p:nvPr>
            <p:ph idx="1"/>
          </p:nvPr>
        </p:nvSpPr>
        <p:spPr>
          <a:xfrm>
            <a:off x="323528" y="908720"/>
            <a:ext cx="8291264" cy="5616624"/>
          </a:xfrm>
        </p:spPr>
        <p:txBody>
          <a:bodyPr>
            <a:noAutofit/>
          </a:bodyPr>
          <a:lstStyle/>
          <a:p>
            <a:pPr marL="0" indent="0">
              <a:buNone/>
            </a:pPr>
            <a:endParaRPr lang="en-US" sz="1800" dirty="0"/>
          </a:p>
          <a:p>
            <a:pPr marL="0" indent="0">
              <a:buNone/>
            </a:pPr>
            <a:r>
              <a:rPr lang="en-US" sz="1800" b="1" dirty="0"/>
              <a:t>Line-of-business app: </a:t>
            </a:r>
            <a:r>
              <a:rPr lang="en-US" sz="1800" dirty="0"/>
              <a:t>To add a custom or in-house app, upload the app’s installation file. Make sure the file extension matches the app’s intended platform. </a:t>
            </a:r>
          </a:p>
          <a:p>
            <a:pPr marL="0" indent="0">
              <a:buNone/>
            </a:pPr>
            <a:endParaRPr lang="en-US" sz="1800" dirty="0"/>
          </a:p>
          <a:p>
            <a:pPr marL="0" indent="0">
              <a:buNone/>
            </a:pPr>
            <a:r>
              <a:rPr lang="en-US" sz="1800" dirty="0"/>
              <a:t>Intune supports the following line-of-business app platforms and extensions:</a:t>
            </a:r>
          </a:p>
          <a:p>
            <a:pPr marL="0" indent="0">
              <a:buNone/>
            </a:pPr>
            <a:endParaRPr lang="en-US" sz="1800" dirty="0"/>
          </a:p>
          <a:p>
            <a:pPr marL="0" indent="0">
              <a:buNone/>
            </a:pPr>
            <a:r>
              <a:rPr lang="en-US" sz="1800" dirty="0"/>
              <a:t>iOS (IPA)</a:t>
            </a:r>
          </a:p>
          <a:p>
            <a:pPr marL="0" indent="0">
              <a:buNone/>
            </a:pPr>
            <a:r>
              <a:rPr lang="en-US" sz="1800" dirty="0"/>
              <a:t>macOS (.pkg)</a:t>
            </a:r>
          </a:p>
          <a:p>
            <a:pPr marL="0" indent="0">
              <a:buNone/>
            </a:pPr>
            <a:endParaRPr lang="en-US" sz="1800" dirty="0"/>
          </a:p>
          <a:p>
            <a:pPr marL="0" indent="0">
              <a:buNone/>
            </a:pPr>
            <a:r>
              <a:rPr lang="en-US" sz="1800" b="1" dirty="0"/>
              <a:t>macOS app (DMG): </a:t>
            </a:r>
            <a:r>
              <a:rPr lang="en-US" sz="1800" dirty="0"/>
              <a:t>To add a macOS application, upload the app’s installation file. Intune supports .dmg files containing .app files.</a:t>
            </a:r>
          </a:p>
          <a:p>
            <a:pPr marL="0" indent="0">
              <a:buNone/>
            </a:pPr>
            <a:endParaRPr lang="en-US" sz="1800" dirty="0"/>
          </a:p>
          <a:p>
            <a:pPr marL="0" indent="0">
              <a:buNone/>
            </a:pPr>
            <a:r>
              <a:rPr lang="en-US" sz="1800" dirty="0"/>
              <a:t>macOS apps are deployed using the Microsoft Intune management agent for macOS.</a:t>
            </a:r>
          </a:p>
          <a:p>
            <a:pPr marL="0" indent="0">
              <a:buNone/>
            </a:pPr>
            <a:endParaRPr lang="en-US" sz="1800" dirty="0"/>
          </a:p>
          <a:p>
            <a:pPr marL="0" indent="0">
              <a:buNone/>
            </a:pPr>
            <a:r>
              <a:rPr lang="en-US" sz="1800" b="1" dirty="0"/>
              <a:t>macOS app (PKG): </a:t>
            </a:r>
            <a:r>
              <a:rPr lang="en-US" sz="1800" dirty="0"/>
              <a:t>To add a macOS application, upload the app’s installation file. Intune supports .pkg files..</a:t>
            </a:r>
          </a:p>
          <a:p>
            <a:pPr marL="0" indent="0">
              <a:buNone/>
            </a:pPr>
            <a:endParaRPr lang="en-US" sz="1800" dirty="0"/>
          </a:p>
        </p:txBody>
      </p:sp>
    </p:spTree>
    <p:extLst>
      <p:ext uri="{BB962C8B-B14F-4D97-AF65-F5344CB8AC3E}">
        <p14:creationId xmlns:p14="http://schemas.microsoft.com/office/powerpoint/2010/main" val="21601062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6268E-0F11-83AB-C843-8368A222CE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58E400-94A5-7EEB-55A8-8045C553EF0F}"/>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Intune – Android Apps Packaging </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EC5F6F80-6FA3-01FE-BA81-D9C815B6A955}"/>
              </a:ext>
            </a:extLst>
          </p:cNvPr>
          <p:cNvSpPr>
            <a:spLocks noGrp="1"/>
          </p:cNvSpPr>
          <p:nvPr>
            <p:ph idx="1"/>
          </p:nvPr>
        </p:nvSpPr>
        <p:spPr>
          <a:xfrm>
            <a:off x="323528" y="908720"/>
            <a:ext cx="8291264" cy="5616624"/>
          </a:xfrm>
        </p:spPr>
        <p:txBody>
          <a:bodyPr>
            <a:noAutofit/>
          </a:bodyPr>
          <a:lstStyle/>
          <a:p>
            <a:endParaRPr lang="en-US" sz="1800" b="1" dirty="0"/>
          </a:p>
          <a:p>
            <a:r>
              <a:rPr lang="en-US" sz="1800" b="1" dirty="0"/>
              <a:t>Android store app: </a:t>
            </a:r>
            <a:r>
              <a:rPr lang="en-US" sz="1800" dirty="0"/>
              <a:t>Go to Google Play Store to find apps for Android devices. To add an app, copy and paste its Google Play Store URL into App information.</a:t>
            </a:r>
          </a:p>
          <a:p>
            <a:pPr marL="0" indent="0">
              <a:buNone/>
            </a:pPr>
            <a:endParaRPr lang="en-US" sz="1800" dirty="0"/>
          </a:p>
          <a:p>
            <a:r>
              <a:rPr lang="en-US" sz="1800" b="1" dirty="0"/>
              <a:t>Managed Google Play app</a:t>
            </a:r>
            <a:r>
              <a:rPr lang="en-US" sz="1800" dirty="0"/>
              <a:t>: Search the built-in managed Google Play store to find and add apps for Android Enterprise devices.</a:t>
            </a:r>
          </a:p>
          <a:p>
            <a:pPr marL="0" indent="0">
              <a:buNone/>
            </a:pPr>
            <a:endParaRPr lang="en-US" sz="1800" dirty="0"/>
          </a:p>
          <a:p>
            <a:r>
              <a:rPr lang="en-US" sz="1800" b="1" dirty="0"/>
              <a:t>Line-of-business app: </a:t>
            </a:r>
            <a:r>
              <a:rPr lang="en-US" sz="1800" dirty="0"/>
              <a:t>To add a custom or in-house app, upload the app’s installation file. Make sure the file extension matches the app’s intended platform. Intune supports the following line-of-business app platforms and extensions:</a:t>
            </a:r>
          </a:p>
          <a:p>
            <a:pPr marL="0" indent="0">
              <a:buNone/>
            </a:pPr>
            <a:r>
              <a:rPr lang="en-US" sz="1800" dirty="0"/>
              <a:t>       Android (APK)</a:t>
            </a:r>
          </a:p>
          <a:p>
            <a:pPr marL="0" indent="0">
              <a:buNone/>
            </a:pPr>
            <a:endParaRPr lang="en-US" sz="1800" dirty="0"/>
          </a:p>
          <a:p>
            <a:r>
              <a:rPr lang="en-US" sz="1800" b="1" dirty="0"/>
              <a:t>Android Enterprise system app: </a:t>
            </a:r>
            <a:r>
              <a:rPr lang="en-US" sz="1800" dirty="0"/>
              <a:t>Add an Android Enterprise system app to your dedicated or fully managed Android Enterprise devices. Contact the device manufacturer to get the app's package name.</a:t>
            </a:r>
          </a:p>
          <a:p>
            <a:pPr marL="0" indent="0">
              <a:buNone/>
            </a:pPr>
            <a:endParaRPr lang="en-US" sz="1800" dirty="0"/>
          </a:p>
        </p:txBody>
      </p:sp>
    </p:spTree>
    <p:extLst>
      <p:ext uri="{BB962C8B-B14F-4D97-AF65-F5344CB8AC3E}">
        <p14:creationId xmlns:p14="http://schemas.microsoft.com/office/powerpoint/2010/main" val="21125182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7E23-59DE-EBB1-7743-B0C5A8B9C2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94B605-C24A-0C25-436E-E5E5794BB5AE}"/>
              </a:ext>
            </a:extLst>
          </p:cNvPr>
          <p:cNvSpPr>
            <a:spLocks noGrp="1"/>
          </p:cNvSpPr>
          <p:nvPr>
            <p:ph type="title"/>
          </p:nvPr>
        </p:nvSpPr>
        <p:spPr>
          <a:xfrm>
            <a:off x="0" y="-109071"/>
            <a:ext cx="9144000" cy="843041"/>
          </a:xfrm>
          <a:solidFill>
            <a:schemeClr val="accent1"/>
          </a:solidFill>
        </p:spPr>
        <p:txBody>
          <a:bodyPr>
            <a:normAutofit fontScale="90000"/>
          </a:bodyPr>
          <a:lstStyle/>
          <a:p>
            <a:br>
              <a:rPr lang="en-US" sz="3200" b="1" dirty="0">
                <a:solidFill>
                  <a:schemeClr val="bg1"/>
                </a:solidFill>
                <a:cs typeface="Arial" pitchFamily="34" charset="0"/>
              </a:rPr>
            </a:br>
            <a:r>
              <a:rPr lang="en-US" sz="3200" b="1" dirty="0">
                <a:solidFill>
                  <a:schemeClr val="bg1"/>
                </a:solidFill>
                <a:cs typeface="Arial" pitchFamily="34" charset="0"/>
              </a:rPr>
              <a:t>Intune – LOB VS Win32</a:t>
            </a:r>
            <a:br>
              <a:rPr lang="en-US" sz="3200" b="1" dirty="0">
                <a:solidFill>
                  <a:schemeClr val="bg1"/>
                </a:solidFill>
                <a:cs typeface="Arial" pitchFamily="34" charset="0"/>
              </a:rPr>
            </a:b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8F0AEB89-54AE-FE67-66D3-7BFAD9A249A6}"/>
              </a:ext>
            </a:extLst>
          </p:cNvPr>
          <p:cNvSpPr>
            <a:spLocks noGrp="1"/>
          </p:cNvSpPr>
          <p:nvPr>
            <p:ph idx="1"/>
          </p:nvPr>
        </p:nvSpPr>
        <p:spPr>
          <a:xfrm>
            <a:off x="323528" y="908720"/>
            <a:ext cx="8291264" cy="5616624"/>
          </a:xfrm>
        </p:spPr>
        <p:txBody>
          <a:bodyPr>
            <a:noAutofit/>
          </a:bodyPr>
          <a:lstStyle/>
          <a:p>
            <a:pPr marL="0" indent="0">
              <a:buNone/>
            </a:pPr>
            <a:endParaRPr lang="en-US" sz="1800" b="1" dirty="0">
              <a:cs typeface="Arial" pitchFamily="34" charset="0"/>
            </a:endParaRPr>
          </a:p>
          <a:p>
            <a:pPr marL="0" indent="0">
              <a:buNone/>
            </a:pPr>
            <a:r>
              <a:rPr lang="en-US" sz="1800" b="1" u="sng" dirty="0">
                <a:cs typeface="Arial" pitchFamily="34" charset="0"/>
              </a:rPr>
              <a:t>Line-of-Business (LOB) Apps </a:t>
            </a:r>
            <a:r>
              <a:rPr lang="en-US" sz="1800" dirty="0">
                <a:cs typeface="Arial" pitchFamily="34" charset="0"/>
              </a:rPr>
              <a:t>are custom-built applications developed internally for an organization. Typically packaged in standard formats like .</a:t>
            </a:r>
            <a:r>
              <a:rPr lang="en-US" sz="1800" dirty="0" err="1">
                <a:cs typeface="Arial" pitchFamily="34" charset="0"/>
              </a:rPr>
              <a:t>msi</a:t>
            </a:r>
            <a:r>
              <a:rPr lang="en-US" sz="1800" dirty="0">
                <a:cs typeface="Arial" pitchFamily="34" charset="0"/>
              </a:rPr>
              <a:t>, .appx, .</a:t>
            </a:r>
            <a:r>
              <a:rPr lang="en-US" sz="1800" dirty="0" err="1">
                <a:cs typeface="Arial" pitchFamily="34" charset="0"/>
              </a:rPr>
              <a:t>apk</a:t>
            </a:r>
            <a:r>
              <a:rPr lang="en-US" sz="1800" dirty="0">
                <a:cs typeface="Arial" pitchFamily="34" charset="0"/>
              </a:rPr>
              <a:t>, .</a:t>
            </a:r>
            <a:r>
              <a:rPr lang="en-US" sz="1800" dirty="0" err="1">
                <a:cs typeface="Arial" pitchFamily="34" charset="0"/>
              </a:rPr>
              <a:t>ipa</a:t>
            </a:r>
            <a:r>
              <a:rPr lang="en-US" sz="1800" dirty="0">
                <a:cs typeface="Arial" pitchFamily="34" charset="0"/>
              </a:rPr>
              <a:t>, etc., depending on the platform.</a:t>
            </a:r>
          </a:p>
          <a:p>
            <a:pPr marL="0" indent="0">
              <a:buNone/>
            </a:pPr>
            <a:endParaRPr lang="en-US" sz="1800" dirty="0">
              <a:cs typeface="Arial" pitchFamily="34" charset="0"/>
            </a:endParaRPr>
          </a:p>
          <a:p>
            <a:pPr marL="0" indent="0">
              <a:buNone/>
            </a:pPr>
            <a:r>
              <a:rPr lang="en-US" sz="1800" dirty="0">
                <a:cs typeface="Arial" pitchFamily="34" charset="0"/>
              </a:rPr>
              <a:t>Uploaded and deployed through Intune for specific use cases (e.g., internal business operations).</a:t>
            </a:r>
          </a:p>
          <a:p>
            <a:pPr marL="0" indent="0">
              <a:buNone/>
            </a:pPr>
            <a:endParaRPr lang="en-US" sz="1800" dirty="0">
              <a:cs typeface="Arial" pitchFamily="34" charset="0"/>
            </a:endParaRPr>
          </a:p>
          <a:p>
            <a:pPr marL="0" indent="0">
              <a:buNone/>
            </a:pPr>
            <a:r>
              <a:rPr lang="en-US" sz="1800" b="1" u="sng" dirty="0">
                <a:cs typeface="Arial" pitchFamily="34" charset="0"/>
              </a:rPr>
              <a:t>Win32 Apps</a:t>
            </a:r>
            <a:r>
              <a:rPr lang="en-US" sz="1800" u="sng" dirty="0">
                <a:cs typeface="Arial" pitchFamily="34" charset="0"/>
              </a:rPr>
              <a:t> </a:t>
            </a:r>
            <a:r>
              <a:rPr lang="en-US" sz="1800" dirty="0">
                <a:cs typeface="Arial" pitchFamily="34" charset="0"/>
              </a:rPr>
              <a:t>are traditional desktop applications built for Windows, typically with a .exe, .</a:t>
            </a:r>
            <a:r>
              <a:rPr lang="en-US" sz="1800" dirty="0" err="1">
                <a:cs typeface="Arial" pitchFamily="34" charset="0"/>
              </a:rPr>
              <a:t>msi</a:t>
            </a:r>
            <a:r>
              <a:rPr lang="en-US" sz="1800" dirty="0">
                <a:cs typeface="Arial" pitchFamily="34" charset="0"/>
              </a:rPr>
              <a:t>, or complex installer.</a:t>
            </a:r>
          </a:p>
          <a:p>
            <a:pPr marL="0" indent="0">
              <a:buNone/>
            </a:pPr>
            <a:endParaRPr lang="en-US" sz="1800" dirty="0">
              <a:cs typeface="Arial" pitchFamily="34" charset="0"/>
            </a:endParaRPr>
          </a:p>
          <a:p>
            <a:pPr marL="0" indent="0">
              <a:buNone/>
            </a:pPr>
            <a:r>
              <a:rPr lang="en-US" sz="1800" dirty="0">
                <a:cs typeface="Arial" pitchFamily="34" charset="0"/>
              </a:rPr>
              <a:t>Managed using Intune Win32 App Management, which packages the app into .intunewin format via the Microsoft Win32 Content Prep Tool.</a:t>
            </a:r>
          </a:p>
          <a:p>
            <a:pPr marL="0" indent="0">
              <a:buNone/>
            </a:pPr>
            <a:endParaRPr lang="en-US" sz="1800" dirty="0">
              <a:cs typeface="Arial" pitchFamily="34" charset="0"/>
            </a:endParaRPr>
          </a:p>
          <a:p>
            <a:pPr marL="0" indent="0">
              <a:buNone/>
            </a:pPr>
            <a:r>
              <a:rPr lang="en-US" sz="1800" dirty="0">
                <a:cs typeface="Arial" pitchFamily="34" charset="0"/>
              </a:rPr>
              <a:t>Offers advanced control over installation, detection, and requirements.</a:t>
            </a:r>
          </a:p>
        </p:txBody>
      </p:sp>
    </p:spTree>
    <p:extLst>
      <p:ext uri="{BB962C8B-B14F-4D97-AF65-F5344CB8AC3E}">
        <p14:creationId xmlns:p14="http://schemas.microsoft.com/office/powerpoint/2010/main" val="24341842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3151B-C1E1-503C-F01A-C112042493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CDF515-0CA4-AB84-A6B6-477AD9AFDD8A}"/>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err="1">
                <a:solidFill>
                  <a:schemeClr val="bg1"/>
                </a:solidFill>
                <a:cs typeface="Arial" pitchFamily="34" charset="0"/>
              </a:rPr>
              <a:t>IntuneWin</a:t>
            </a:r>
            <a:r>
              <a:rPr lang="en-US" sz="3200" b="1" dirty="0">
                <a:solidFill>
                  <a:schemeClr val="bg1"/>
                </a:solidFill>
                <a:cs typeface="Arial" pitchFamily="34" charset="0"/>
              </a:rPr>
              <a:t> Conversion Flow</a:t>
            </a:r>
            <a:endParaRPr lang="en-IN" sz="3200" b="1" dirty="0">
              <a:solidFill>
                <a:schemeClr val="bg1"/>
              </a:solidFill>
              <a:cs typeface="Arial" pitchFamily="34" charset="0"/>
            </a:endParaRPr>
          </a:p>
        </p:txBody>
      </p:sp>
      <p:pic>
        <p:nvPicPr>
          <p:cNvPr id="5" name="Content Placeholder 4">
            <a:extLst>
              <a:ext uri="{FF2B5EF4-FFF2-40B4-BE49-F238E27FC236}">
                <a16:creationId xmlns:a16="http://schemas.microsoft.com/office/drawing/2014/main" id="{BD385239-7D19-E0BA-2426-7450E9FA77E6}"/>
              </a:ext>
            </a:extLst>
          </p:cNvPr>
          <p:cNvPicPr>
            <a:picLocks noGrp="1" noChangeAspect="1"/>
          </p:cNvPicPr>
          <p:nvPr>
            <p:ph idx="1"/>
          </p:nvPr>
        </p:nvPicPr>
        <p:blipFill>
          <a:blip r:embed="rId2"/>
          <a:stretch>
            <a:fillRect/>
          </a:stretch>
        </p:blipFill>
        <p:spPr>
          <a:xfrm>
            <a:off x="395536" y="1412776"/>
            <a:ext cx="8568952" cy="4464496"/>
          </a:xfrm>
          <a:prstGeom prst="rect">
            <a:avLst/>
          </a:prstGeom>
        </p:spPr>
      </p:pic>
    </p:spTree>
    <p:extLst>
      <p:ext uri="{BB962C8B-B14F-4D97-AF65-F5344CB8AC3E}">
        <p14:creationId xmlns:p14="http://schemas.microsoft.com/office/powerpoint/2010/main" val="28169061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48008-C8D6-2DCC-D8F2-43519E49EE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B5C75A-38D5-47A1-6BDC-9A5E5EA6B35F}"/>
              </a:ext>
            </a:extLst>
          </p:cNvPr>
          <p:cNvSpPr>
            <a:spLocks noGrp="1"/>
          </p:cNvSpPr>
          <p:nvPr>
            <p:ph type="title"/>
          </p:nvPr>
        </p:nvSpPr>
        <p:spPr>
          <a:xfrm>
            <a:off x="0" y="-109071"/>
            <a:ext cx="9144000" cy="843041"/>
          </a:xfrm>
          <a:solidFill>
            <a:schemeClr val="accent1"/>
          </a:solidFill>
        </p:spPr>
        <p:txBody>
          <a:bodyPr>
            <a:normAutofit/>
          </a:bodyPr>
          <a:lstStyle/>
          <a:p>
            <a:r>
              <a:rPr lang="en-US" sz="3200" b="1" dirty="0">
                <a:solidFill>
                  <a:schemeClr val="bg1"/>
                </a:solidFill>
                <a:cs typeface="Arial" pitchFamily="34" charset="0"/>
              </a:rPr>
              <a:t>Application Deployment - Workflow</a:t>
            </a:r>
            <a:endParaRPr lang="en-IN" sz="3200" b="1" dirty="0">
              <a:solidFill>
                <a:schemeClr val="bg1"/>
              </a:solidFill>
              <a:cs typeface="Arial" pitchFamily="34" charset="0"/>
            </a:endParaRPr>
          </a:p>
        </p:txBody>
      </p:sp>
      <p:sp>
        <p:nvSpPr>
          <p:cNvPr id="3" name="Content Placeholder 2">
            <a:extLst>
              <a:ext uri="{FF2B5EF4-FFF2-40B4-BE49-F238E27FC236}">
                <a16:creationId xmlns:a16="http://schemas.microsoft.com/office/drawing/2014/main" id="{B4025911-560E-F93B-27C7-79D9CED05E14}"/>
              </a:ext>
            </a:extLst>
          </p:cNvPr>
          <p:cNvSpPr>
            <a:spLocks noGrp="1"/>
          </p:cNvSpPr>
          <p:nvPr>
            <p:ph idx="1"/>
          </p:nvPr>
        </p:nvSpPr>
        <p:spPr>
          <a:xfrm>
            <a:off x="323528" y="908720"/>
            <a:ext cx="8291264" cy="5616624"/>
          </a:xfrm>
        </p:spPr>
        <p:txBody>
          <a:bodyPr>
            <a:noAutofit/>
          </a:bodyPr>
          <a:lstStyle/>
          <a:p>
            <a:pPr marL="0" indent="0">
              <a:buNone/>
            </a:pPr>
            <a:endParaRPr lang="en-US" sz="1800" b="1" dirty="0">
              <a:cs typeface="Arial" pitchFamily="34" charset="0"/>
            </a:endParaRPr>
          </a:p>
          <a:p>
            <a:pPr marL="0" indent="0">
              <a:buNone/>
            </a:pPr>
            <a:endParaRPr lang="en-US" sz="1800" b="1" dirty="0">
              <a:cs typeface="Arial" pitchFamily="34" charset="0"/>
            </a:endParaRPr>
          </a:p>
          <a:p>
            <a:pPr marL="0" indent="0">
              <a:buNone/>
            </a:pPr>
            <a:r>
              <a:rPr lang="en-US" sz="1800" b="1" dirty="0">
                <a:cs typeface="Arial" pitchFamily="34" charset="0"/>
              </a:rPr>
              <a:t>Application Deployment </a:t>
            </a:r>
            <a:r>
              <a:rPr lang="en-US" sz="1800" b="1" dirty="0" err="1">
                <a:cs typeface="Arial" pitchFamily="34" charset="0"/>
              </a:rPr>
              <a:t>WorkFlow</a:t>
            </a:r>
            <a:r>
              <a:rPr lang="en-US" sz="1800" b="1" dirty="0">
                <a:cs typeface="Arial" pitchFamily="34" charset="0"/>
              </a:rPr>
              <a:t> via Intune – Log locations</a:t>
            </a:r>
            <a:endParaRPr lang="en-US" sz="1800" dirty="0">
              <a:cs typeface="Arial" pitchFamily="34" charset="0"/>
            </a:endParaRPr>
          </a:p>
        </p:txBody>
      </p:sp>
    </p:spTree>
    <p:extLst>
      <p:ext uri="{BB962C8B-B14F-4D97-AF65-F5344CB8AC3E}">
        <p14:creationId xmlns:p14="http://schemas.microsoft.com/office/powerpoint/2010/main" val="23173948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2.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3.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NG_MOC_Core_ModuleNew2">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NG_MOC_Core_ModuleNew2">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Lenovo Master">
  <a:themeElements>
    <a:clrScheme name="Custom 2">
      <a:dk1>
        <a:srgbClr val="000000"/>
      </a:dk1>
      <a:lt1>
        <a:sysClr val="window" lastClr="FFFFFF"/>
      </a:lt1>
      <a:dk2>
        <a:srgbClr val="F26A52"/>
      </a:dk2>
      <a:lt2>
        <a:srgbClr val="4E444E"/>
      </a:lt2>
      <a:accent1>
        <a:srgbClr val="E1251B"/>
      </a:accent1>
      <a:accent2>
        <a:srgbClr val="871C23"/>
      </a:accent2>
      <a:accent3>
        <a:srgbClr val="D9C1D8"/>
      </a:accent3>
      <a:accent4>
        <a:srgbClr val="4D144A"/>
      </a:accent4>
      <a:accent5>
        <a:srgbClr val="C9D0F0"/>
      </a:accent5>
      <a:accent6>
        <a:srgbClr val="11184F"/>
      </a:accent6>
      <a:hlink>
        <a:srgbClr val="3046AD"/>
      </a:hlink>
      <a:folHlink>
        <a:srgbClr val="3046AD"/>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B8252E"/>
        </a:solidFill>
        <a:ln>
          <a:noFill/>
        </a:ln>
      </a:spPr>
      <a:bodyPr lIns="182880" tIns="182880" rIns="182880" bIns="182880" rtlCol="0" anchor="t"/>
      <a:lstStyle>
        <a:defPPr algn="l">
          <a:defRPr sz="1600" dirty="0" err="1">
            <a:solidFill>
              <a:prstClr val="white"/>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800" dirty="0" err="1" smtClean="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Lenovo-16x9_Expanded_Aug2023" id="{B25767C4-9A4A-401D-ABD2-E22EB6A0A098}" vid="{0BAC2CCA-64F6-4F84-A050-CB7EA02DAB1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17277</TotalTime>
  <Words>4618</Words>
  <Application>Microsoft Office PowerPoint</Application>
  <PresentationFormat>On-screen Show (4:3)</PresentationFormat>
  <Paragraphs>730</Paragraphs>
  <Slides>66</Slides>
  <Notes>3</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66</vt:i4>
      </vt:variant>
    </vt:vector>
  </HeadingPairs>
  <TitlesOfParts>
    <vt:vector size="78" baseType="lpstr">
      <vt:lpstr>Aharoni</vt:lpstr>
      <vt:lpstr>Arial</vt:lpstr>
      <vt:lpstr>Arial Black</vt:lpstr>
      <vt:lpstr>Arial Rounded MT Bold</vt:lpstr>
      <vt:lpstr>Calibri</vt:lpstr>
      <vt:lpstr>Segoe UI</vt:lpstr>
      <vt:lpstr>Verdana</vt:lpstr>
      <vt:lpstr>Wingdings</vt:lpstr>
      <vt:lpstr>Office Theme</vt:lpstr>
      <vt:lpstr>NG_MOC_Core_ModuleNew2</vt:lpstr>
      <vt:lpstr>1_NG_MOC_Core_ModuleNew2</vt:lpstr>
      <vt:lpstr>Lenovo Master</vt:lpstr>
      <vt:lpstr>PowerPoint Presentation</vt:lpstr>
      <vt:lpstr>PowerPoint Presentation</vt:lpstr>
      <vt:lpstr>PowerPoint Presentation</vt:lpstr>
      <vt:lpstr>PowerPoint Presentation</vt:lpstr>
      <vt:lpstr>PowerPoint Presentation</vt:lpstr>
      <vt:lpstr>Training Module</vt:lpstr>
      <vt:lpstr>Introduction To Windows Operating System</vt:lpstr>
      <vt:lpstr>Introduction To Windows Operating System</vt:lpstr>
      <vt:lpstr>Introduction To Windows Operating System</vt:lpstr>
      <vt:lpstr>Introduction To Windows Operating System</vt:lpstr>
      <vt:lpstr>Introduction To Windows Operating System</vt:lpstr>
      <vt:lpstr>Introduction To Windows Operating System</vt:lpstr>
      <vt:lpstr>Introduction To Windows Operating System</vt:lpstr>
      <vt:lpstr>Training Module</vt:lpstr>
      <vt:lpstr>Introduction To  Application Packaging</vt:lpstr>
      <vt:lpstr>Introduction To  Application Packaging</vt:lpstr>
      <vt:lpstr>Introduction To  Application Packaging</vt:lpstr>
      <vt:lpstr>Device Driver Management</vt:lpstr>
      <vt:lpstr>Device Driver Management</vt:lpstr>
      <vt:lpstr>Device Driver Management</vt:lpstr>
      <vt:lpstr>Device Driver Management</vt:lpstr>
      <vt:lpstr>Device Driver Management</vt:lpstr>
      <vt:lpstr>Device Driver Management</vt:lpstr>
      <vt:lpstr>Handling Services</vt:lpstr>
      <vt:lpstr>Handling Services</vt:lpstr>
      <vt:lpstr>GUID String and Log locations</vt:lpstr>
      <vt:lpstr>Windows Batch Script</vt:lpstr>
      <vt:lpstr>MS 365 Packaging</vt:lpstr>
      <vt:lpstr>MS 365 Packaging</vt:lpstr>
      <vt:lpstr>Application Installation Type</vt:lpstr>
      <vt:lpstr>User Context Installation</vt:lpstr>
      <vt:lpstr>Active Setup Versioning</vt:lpstr>
      <vt:lpstr>Win 10 vs Win 11 – App Packaging</vt:lpstr>
      <vt:lpstr>Win 10 vs Win 11 – App Packaging</vt:lpstr>
      <vt:lpstr>Windows Troubleshooting and Debugging</vt:lpstr>
      <vt:lpstr>Windows Troubleshooting and Debugging</vt:lpstr>
      <vt:lpstr>Windows Troubleshooting and Debugging</vt:lpstr>
      <vt:lpstr>Windows Troubleshooting and Debugging</vt:lpstr>
      <vt:lpstr>Vulnerability Management</vt:lpstr>
      <vt:lpstr>Vulnerability Management</vt:lpstr>
      <vt:lpstr>Lab Tasks</vt:lpstr>
      <vt:lpstr>Build Complex Package and TS App</vt:lpstr>
      <vt:lpstr>Introduction To Packaging Tools</vt:lpstr>
      <vt:lpstr>ORCA</vt:lpstr>
      <vt:lpstr>Advance Installer</vt:lpstr>
      <vt:lpstr>Microsoft Intune</vt:lpstr>
      <vt:lpstr>Microsoft Intune</vt:lpstr>
      <vt:lpstr>Microsoft Intune</vt:lpstr>
      <vt:lpstr>Microsoft Intune</vt:lpstr>
      <vt:lpstr> Intune - Architecture &amp; Deployment </vt:lpstr>
      <vt:lpstr>Company Portal</vt:lpstr>
      <vt:lpstr>Company Portal</vt:lpstr>
      <vt:lpstr>Company Portal</vt:lpstr>
      <vt:lpstr>Company Portal</vt:lpstr>
      <vt:lpstr>Intune Assignments </vt:lpstr>
      <vt:lpstr>Intune Assignments</vt:lpstr>
      <vt:lpstr>Intune Assignments</vt:lpstr>
      <vt:lpstr>Intune Groups</vt:lpstr>
      <vt:lpstr>Intune –  Windows Apps Packaging </vt:lpstr>
      <vt:lpstr>Intune –  Windows Apps Packaging </vt:lpstr>
      <vt:lpstr>Intune – iOS Apps Packaging </vt:lpstr>
      <vt:lpstr>Intune – macOS Apps Packaging </vt:lpstr>
      <vt:lpstr>Intune – Android Apps Packaging </vt:lpstr>
      <vt:lpstr> Intune – LOB VS Win32 </vt:lpstr>
      <vt:lpstr>IntuneWin Conversion Flow</vt:lpstr>
      <vt:lpstr>Application Deployment - Workflow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Thousif</dc:creator>
  <cp:lastModifiedBy>GINU</cp:lastModifiedBy>
  <cp:revision>2347</cp:revision>
  <dcterms:created xsi:type="dcterms:W3CDTF">2021-06-29T16:44:06Z</dcterms:created>
  <dcterms:modified xsi:type="dcterms:W3CDTF">2025-08-16T20:22:30Z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52bea721-0b4a-4a73-acbe-d1120acc5d9d</vt:lpwstr>
  </property>
  <property fmtid="{D5CDD505-2E9C-101B-9397-08002B2CF9AE}" pid="3" name="HCLClassD6">
    <vt:lpwstr>False</vt:lpwstr>
  </property>
  <property fmtid="{D5CDD505-2E9C-101B-9397-08002B2CF9AE}" pid="4" name="HCLClassification">
    <vt:lpwstr>HCL_Cla5s_P3rs0nalUs3</vt:lpwstr>
  </property>
</Properties>
</file>