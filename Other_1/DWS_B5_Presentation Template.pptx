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0" r:id="rId2"/>
    <p:sldId id="442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69AA6E-034F-401D-8136-57F3D425FB05}" v="1" dt="2025-08-29T07:35:40.7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avendra K" userId="33e83220-6405-4fd6-9ff8-8bc3593ea1b7" providerId="ADAL" clId="{8A5785CB-577F-4B60-9AC0-BEE165E210B1}"/>
    <pc:docChg chg="modSld">
      <pc:chgData name="Raghavendra K" userId="33e83220-6405-4fd6-9ff8-8bc3593ea1b7" providerId="ADAL" clId="{8A5785CB-577F-4B60-9AC0-BEE165E210B1}" dt="2024-11-27T12:03:16.739" v="19" actId="20577"/>
      <pc:docMkLst>
        <pc:docMk/>
      </pc:docMkLst>
      <pc:sldChg chg="modSp mod">
        <pc:chgData name="Raghavendra K" userId="33e83220-6405-4fd6-9ff8-8bc3593ea1b7" providerId="ADAL" clId="{8A5785CB-577F-4B60-9AC0-BEE165E210B1}" dt="2024-11-27T12:03:16.739" v="19" actId="20577"/>
        <pc:sldMkLst>
          <pc:docMk/>
          <pc:sldMk cId="0" sldId="260"/>
        </pc:sldMkLst>
      </pc:sldChg>
    </pc:docChg>
  </pc:docChgLst>
  <pc:docChgLst>
    <pc:chgData name="Raghavendra K" userId="33e83220-6405-4fd6-9ff8-8bc3593ea1b7" providerId="ADAL" clId="{E0E93608-861F-4102-8909-C21604E7AF6D}"/>
    <pc:docChg chg="modSld">
      <pc:chgData name="Raghavendra K" userId="33e83220-6405-4fd6-9ff8-8bc3593ea1b7" providerId="ADAL" clId="{E0E93608-861F-4102-8909-C21604E7AF6D}" dt="2025-01-25T04:48:24.744" v="21" actId="20577"/>
      <pc:docMkLst>
        <pc:docMk/>
      </pc:docMkLst>
      <pc:sldChg chg="modSp mod">
        <pc:chgData name="Raghavendra K" userId="33e83220-6405-4fd6-9ff8-8bc3593ea1b7" providerId="ADAL" clId="{E0E93608-861F-4102-8909-C21604E7AF6D}" dt="2025-01-25T04:48:24.744" v="21" actId="20577"/>
        <pc:sldMkLst>
          <pc:docMk/>
          <pc:sldMk cId="0" sldId="260"/>
        </pc:sldMkLst>
      </pc:sldChg>
    </pc:docChg>
  </pc:docChgLst>
  <pc:docChgLst>
    <pc:chgData name="Raghavendra K" userId="33e83220-6405-4fd6-9ff8-8bc3593ea1b7" providerId="ADAL" clId="{0869AA6E-034F-401D-8136-57F3D425FB05}"/>
    <pc:docChg chg="modSld">
      <pc:chgData name="Raghavendra K" userId="33e83220-6405-4fd6-9ff8-8bc3593ea1b7" providerId="ADAL" clId="{0869AA6E-034F-401D-8136-57F3D425FB05}" dt="2025-08-29T07:36:39.163" v="62" actId="20577"/>
      <pc:docMkLst>
        <pc:docMk/>
      </pc:docMkLst>
      <pc:sldChg chg="modSp mod">
        <pc:chgData name="Raghavendra K" userId="33e83220-6405-4fd6-9ff8-8bc3593ea1b7" providerId="ADAL" clId="{0869AA6E-034F-401D-8136-57F3D425FB05}" dt="2025-08-29T07:36:39.163" v="62" actId="20577"/>
        <pc:sldMkLst>
          <pc:docMk/>
          <pc:sldMk cId="0" sldId="260"/>
        </pc:sldMkLst>
        <pc:spChg chg="mod">
          <ac:chgData name="Raghavendra K" userId="33e83220-6405-4fd6-9ff8-8bc3593ea1b7" providerId="ADAL" clId="{0869AA6E-034F-401D-8136-57F3D425FB05}" dt="2025-08-29T07:36:39.163" v="62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Raghavendra K" userId="33e83220-6405-4fd6-9ff8-8bc3593ea1b7" providerId="ADAL" clId="{0869AA6E-034F-401D-8136-57F3D425FB05}" dt="2025-08-29T07:34:10.594" v="40" actId="20577"/>
          <ac:spMkLst>
            <pc:docMk/>
            <pc:sldMk cId="0" sldId="260"/>
            <ac:spMk id="7" creationId="{00000000-0000-0000-0000-000000000000}"/>
          </ac:spMkLst>
        </pc:spChg>
      </pc:sldChg>
    </pc:docChg>
  </pc:docChgLst>
  <pc:docChgLst>
    <pc:chgData name="Raghavendra K" userId="33e83220-6405-4fd6-9ff8-8bc3593ea1b7" providerId="ADAL" clId="{3E0B36D1-B71C-485F-BC5C-DE26605EABB7}"/>
    <pc:docChg chg="custSel modSld">
      <pc:chgData name="Raghavendra K" userId="33e83220-6405-4fd6-9ff8-8bc3593ea1b7" providerId="ADAL" clId="{3E0B36D1-B71C-485F-BC5C-DE26605EABB7}" dt="2024-09-03T07:20:02.427" v="91" actId="20577"/>
      <pc:docMkLst>
        <pc:docMk/>
      </pc:docMkLst>
      <pc:sldChg chg="modSp mod">
        <pc:chgData name="Raghavendra K" userId="33e83220-6405-4fd6-9ff8-8bc3593ea1b7" providerId="ADAL" clId="{3E0B36D1-B71C-485F-BC5C-DE26605EABB7}" dt="2024-09-03T07:20:02.427" v="91" actId="20577"/>
        <pc:sldMkLst>
          <pc:docMk/>
          <pc:sldMk cId="0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 Mobile Application </a:t>
            </a:r>
            <a:r>
              <a:rPr lang="en-US" sz="28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Engg</a:t>
            </a:r>
            <a:endParaRPr lang="en-US" sz="28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6780319" cy="574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3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rd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Sep &amp; 4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Sep  2025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66226" y="5061410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- 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7" y="4136906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Here -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Slide Title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273075" y="1354574"/>
            <a:ext cx="4132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187CC"/>
                </a:solidFill>
                <a:latin typeface="HK Grotesk"/>
              </a:rPr>
              <a:t>Slide details here</a:t>
            </a:r>
          </a:p>
        </p:txBody>
      </p:sp>
    </p:spTree>
    <p:extLst>
      <p:ext uri="{BB962C8B-B14F-4D97-AF65-F5344CB8AC3E}">
        <p14:creationId xmlns:p14="http://schemas.microsoft.com/office/powerpoint/2010/main" val="4051022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2810</TotalTime>
  <Words>42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HK Grotesk</vt:lpstr>
      <vt:lpstr>HK Grotesk Bold</vt:lpstr>
      <vt:lpstr>HK Grotesk Light</vt:lpstr>
      <vt:lpstr>HK Grotesk Light Bold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Raghavendra K</cp:lastModifiedBy>
  <cp:revision>9</cp:revision>
  <dcterms:created xsi:type="dcterms:W3CDTF">2024-05-04T13:11:57Z</dcterms:created>
  <dcterms:modified xsi:type="dcterms:W3CDTF">2025-08-29T07:36:42Z</dcterms:modified>
</cp:coreProperties>
</file>