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  <p:sldMasterId id="2147483673" r:id="rId7"/>
    <p:sldMasterId id="2147483686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</p:sldIdLst>
  <p:sldSz cy="6858000" cx="9144000"/>
  <p:notesSz cx="6858000" cy="9144000"/>
  <p:embeddedFontLst>
    <p:embeddedFont>
      <p:font typeface="Quattrocento Sans"/>
      <p:regular r:id="rId51"/>
      <p:bold r:id="rId52"/>
      <p:italic r:id="rId53"/>
      <p:boldItalic r:id="rId54"/>
    </p:embeddedFont>
    <p:embeddedFont>
      <p:font typeface="Arial Black"/>
      <p:regular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56" roundtripDataSignature="AMtx7mjUe9OIbJ77HCZESJMIaQNp3wW7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0B84525-1E2A-4C2A-A82D-95F7E6001347}">
  <a:tblStyle styleId="{00B84525-1E2A-4C2A-A82D-95F7E600134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20" Type="http://schemas.openxmlformats.org/officeDocument/2006/relationships/slide" Target="slides/slide11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font" Target="fonts/QuattrocentoSans-regular.fntdata"/><Relationship Id="rId50" Type="http://schemas.openxmlformats.org/officeDocument/2006/relationships/slide" Target="slides/slide41.xml"/><Relationship Id="rId53" Type="http://schemas.openxmlformats.org/officeDocument/2006/relationships/font" Target="fonts/QuattrocentoSans-italic.fntdata"/><Relationship Id="rId52" Type="http://schemas.openxmlformats.org/officeDocument/2006/relationships/font" Target="fonts/QuattrocentoSans-bold.fntdata"/><Relationship Id="rId11" Type="http://schemas.openxmlformats.org/officeDocument/2006/relationships/slide" Target="slides/slide2.xml"/><Relationship Id="rId55" Type="http://schemas.openxmlformats.org/officeDocument/2006/relationships/font" Target="fonts/ArialBlack-regular.fntdata"/><Relationship Id="rId10" Type="http://schemas.openxmlformats.org/officeDocument/2006/relationships/slide" Target="slides/slide1.xml"/><Relationship Id="rId54" Type="http://schemas.openxmlformats.org/officeDocument/2006/relationships/font" Target="fonts/QuattrocentoSans-boldItalic.fntdata"/><Relationship Id="rId13" Type="http://schemas.openxmlformats.org/officeDocument/2006/relationships/slide" Target="slides/slide4.xml"/><Relationship Id="rId12" Type="http://schemas.openxmlformats.org/officeDocument/2006/relationships/slide" Target="slides/slide3.xml"/><Relationship Id="rId56" Type="http://customschemas.google.com/relationships/presentationmetadata" Target="metadata"/><Relationship Id="rId15" Type="http://schemas.openxmlformats.org/officeDocument/2006/relationships/slide" Target="slides/slide6.xml"/><Relationship Id="rId14" Type="http://schemas.openxmlformats.org/officeDocument/2006/relationships/slide" Target="slides/slide5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9" name="Google Shape;73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6" name="Google Shape;76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1" name="Google Shape;82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2" name="Google Shape;82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5" name="Google Shape;835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1" name="Google Shape;841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1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4" name="Google Shape;884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6" name="Google Shape;916;p2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2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3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3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3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3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3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3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Google Shape;100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4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4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png"/><Relationship Id="rId3" Type="http://schemas.openxmlformats.org/officeDocument/2006/relationships/image" Target="../media/image1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2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Relationship Id="rId3" Type="http://schemas.openxmlformats.org/officeDocument/2006/relationships/image" Target="../media/image4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1.png"/><Relationship Id="rId3" Type="http://schemas.openxmlformats.org/officeDocument/2006/relationships/image" Target="../media/image6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4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4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4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4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5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5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5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5"/>
          <p:cNvSpPr/>
          <p:nvPr/>
        </p:nvSpPr>
        <p:spPr>
          <a:xfrm>
            <a:off x="14177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p55"/>
          <p:cNvSpPr txBox="1"/>
          <p:nvPr>
            <p:ph type="ctrTitle"/>
          </p:nvPr>
        </p:nvSpPr>
        <p:spPr>
          <a:xfrm>
            <a:off x="3200400" y="1828800"/>
            <a:ext cx="5732417" cy="627864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2880"/>
              </a:spcBef>
              <a:spcAft>
                <a:spcPts val="0"/>
              </a:spcAft>
              <a:buClr>
                <a:schemeClr val="hlink"/>
              </a:buClr>
              <a:buSzPts val="4320"/>
              <a:buFont typeface="Quattrocento Sans"/>
              <a:buNone/>
              <a:defRPr sz="4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5"/>
          <p:cNvSpPr txBox="1"/>
          <p:nvPr>
            <p:ph idx="1" type="subTitle"/>
          </p:nvPr>
        </p:nvSpPr>
        <p:spPr>
          <a:xfrm>
            <a:off x="3200400" y="2895600"/>
            <a:ext cx="5775960" cy="1103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5000"/>
              </a:lnSpc>
              <a:spcBef>
                <a:spcPts val="1680"/>
              </a:spcBef>
              <a:spcAft>
                <a:spcPts val="0"/>
              </a:spcAft>
              <a:buSzPts val="252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lvl="5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lvl="6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lvl="7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lvl="8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6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6"/>
          <p:cNvSpPr txBox="1"/>
          <p:nvPr>
            <p:ph idx="1" type="body"/>
          </p:nvPr>
        </p:nvSpPr>
        <p:spPr>
          <a:xfrm>
            <a:off x="458788" y="1021215"/>
            <a:ext cx="8119156" cy="514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5pPr>
            <a:lvl6pPr indent="-228600" lvl="5" marL="274320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SzPts val="1260"/>
              <a:buFont typeface="Verdana"/>
              <a:buNone/>
              <a:defRPr sz="1400"/>
            </a:lvl6pPr>
            <a:lvl7pPr indent="-228600" lvl="6" marL="320040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SzPts val="1260"/>
              <a:buFont typeface="Verdana"/>
              <a:buNone/>
              <a:defRPr sz="1400"/>
            </a:lvl7pPr>
            <a:lvl8pPr indent="-228600" lvl="7" marL="365760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SzPts val="1260"/>
              <a:buFont typeface="Verdana"/>
              <a:buNone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SzPts val="1260"/>
              <a:buFont typeface="Verdana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8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58"/>
          <p:cNvSpPr txBox="1"/>
          <p:nvPr>
            <p:ph idx="1" type="body"/>
          </p:nvPr>
        </p:nvSpPr>
        <p:spPr>
          <a:xfrm>
            <a:off x="458788" y="992188"/>
            <a:ext cx="37988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862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20"/>
              <a:buChar char="•"/>
              <a:defRPr sz="2800"/>
            </a:lvl1pPr>
            <a:lvl2pPr indent="-3505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 sz="1800"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9pPr>
          </a:lstStyle>
          <a:p/>
        </p:txBody>
      </p:sp>
      <p:sp>
        <p:nvSpPr>
          <p:cNvPr id="102" name="Google Shape;102;p58"/>
          <p:cNvSpPr txBox="1"/>
          <p:nvPr>
            <p:ph idx="2" type="body"/>
          </p:nvPr>
        </p:nvSpPr>
        <p:spPr>
          <a:xfrm>
            <a:off x="4410075" y="992188"/>
            <a:ext cx="3800475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862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20"/>
              <a:buChar char="•"/>
              <a:defRPr sz="2800"/>
            </a:lvl1pPr>
            <a:lvl2pPr indent="-3505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 sz="1800"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9"/>
          <p:cNvSpPr txBox="1"/>
          <p:nvPr>
            <p:ph type="title"/>
          </p:nvPr>
        </p:nvSpPr>
        <p:spPr>
          <a:xfrm>
            <a:off x="457200" y="0"/>
            <a:ext cx="8229600" cy="80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0" sz="2400">
                <a:solidFill>
                  <a:srgbClr val="0070C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9pPr>
          </a:lstStyle>
          <a:p/>
        </p:txBody>
      </p:sp>
      <p:sp>
        <p:nvSpPr>
          <p:cNvPr id="106" name="Google Shape;106;p5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 sz="24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2003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/>
            </a:lvl4pPr>
            <a:lvl5pPr indent="-32003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/>
            </a:lvl5pPr>
            <a:lvl6pPr indent="-320039" lvl="5" marL="27432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6pPr>
            <a:lvl7pPr indent="-320039" lvl="6" marL="32004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7pPr>
            <a:lvl8pPr indent="-320040" lvl="7" marL="36576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8pPr>
            <a:lvl9pPr indent="-320040" lvl="8" marL="41148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9pPr>
          </a:lstStyle>
          <a:p/>
        </p:txBody>
      </p:sp>
      <p:sp>
        <p:nvSpPr>
          <p:cNvPr id="107" name="Google Shape;107;p5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0" sz="2400">
                <a:solidFill>
                  <a:srgbClr val="0070C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9pPr>
          </a:lstStyle>
          <a:p/>
        </p:txBody>
      </p:sp>
      <p:sp>
        <p:nvSpPr>
          <p:cNvPr id="108" name="Google Shape;108;p5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 sz="24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2003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/>
            </a:lvl4pPr>
            <a:lvl5pPr indent="-32003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/>
            </a:lvl5pPr>
            <a:lvl6pPr indent="-320039" lvl="5" marL="27432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6pPr>
            <a:lvl7pPr indent="-320039" lvl="6" marL="32004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7pPr>
            <a:lvl8pPr indent="-320040" lvl="7" marL="36576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8pPr>
            <a:lvl9pPr indent="-320040" lvl="8" marL="41148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0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0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14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80"/>
              <a:buChar char="•"/>
              <a:defRPr sz="3200">
                <a:solidFill>
                  <a:schemeClr val="lt1"/>
                </a:solidFill>
              </a:defRPr>
            </a:lvl1pPr>
            <a:lvl2pPr indent="-3708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•"/>
              <a:defRPr sz="2800"/>
            </a:lvl2pPr>
            <a:lvl3pPr indent="-3505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20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Verdana"/>
              <a:buChar char="•"/>
              <a:defRPr sz="2000"/>
            </a:lvl6pPr>
            <a:lvl7pPr indent="-342900" lvl="6" marL="3200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Verdana"/>
              <a:buChar char="•"/>
              <a:defRPr sz="2000"/>
            </a:lvl7pPr>
            <a:lvl8pPr indent="-342900" lvl="7" marL="3657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Verdana"/>
              <a:buChar char="•"/>
              <a:defRPr sz="2000"/>
            </a:lvl8pPr>
            <a:lvl9pPr indent="-342900" lvl="8" marL="4114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Verdana"/>
              <a:buChar char="•"/>
              <a:defRPr sz="2000"/>
            </a:lvl9pPr>
          </a:lstStyle>
          <a:p/>
        </p:txBody>
      </p:sp>
      <p:sp>
        <p:nvSpPr>
          <p:cNvPr id="115" name="Google Shape;115;p6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6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6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4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4"/>
          <p:cNvSpPr txBox="1"/>
          <p:nvPr>
            <p:ph idx="1" type="body"/>
          </p:nvPr>
        </p:nvSpPr>
        <p:spPr>
          <a:xfrm rot="5400000">
            <a:off x="1944688" y="-464685"/>
            <a:ext cx="5147356" cy="8119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5"/>
          <p:cNvSpPr txBox="1"/>
          <p:nvPr>
            <p:ph type="title"/>
          </p:nvPr>
        </p:nvSpPr>
        <p:spPr>
          <a:xfrm rot="5400000">
            <a:off x="4573588" y="1717675"/>
            <a:ext cx="537845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5"/>
          <p:cNvSpPr txBox="1"/>
          <p:nvPr>
            <p:ph idx="1" type="body"/>
          </p:nvPr>
        </p:nvSpPr>
        <p:spPr>
          <a:xfrm rot="5400000">
            <a:off x="609600" y="-150812"/>
            <a:ext cx="5378450" cy="568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6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6"/>
          <p:cNvSpPr txBox="1"/>
          <p:nvPr>
            <p:ph idx="1" type="body"/>
          </p:nvPr>
        </p:nvSpPr>
        <p:spPr>
          <a:xfrm>
            <a:off x="458788" y="1021215"/>
            <a:ext cx="8119156" cy="514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68"/>
          <p:cNvSpPr/>
          <p:nvPr/>
        </p:nvSpPr>
        <p:spPr>
          <a:xfrm>
            <a:off x="14177" y="0"/>
            <a:ext cx="914400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p68"/>
          <p:cNvSpPr txBox="1"/>
          <p:nvPr>
            <p:ph type="ctrTitle"/>
          </p:nvPr>
        </p:nvSpPr>
        <p:spPr>
          <a:xfrm>
            <a:off x="3200400" y="1828800"/>
            <a:ext cx="5732417" cy="627864"/>
          </a:xfrm>
          <a:prstGeom prst="rect">
            <a:avLst/>
          </a:prstGeom>
          <a:solidFill>
            <a:srgbClr val="3399FF"/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lvl="0" algn="l">
              <a:lnSpc>
                <a:spcPct val="85000"/>
              </a:lnSpc>
              <a:spcBef>
                <a:spcPts val="2880"/>
              </a:spcBef>
              <a:spcAft>
                <a:spcPts val="0"/>
              </a:spcAft>
              <a:buClr>
                <a:schemeClr val="hlink"/>
              </a:buClr>
              <a:buSzPts val="4320"/>
              <a:buFont typeface="Quattrocento Sans"/>
              <a:buNone/>
              <a:defRPr sz="4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68"/>
          <p:cNvSpPr txBox="1"/>
          <p:nvPr>
            <p:ph idx="1" type="subTitle"/>
          </p:nvPr>
        </p:nvSpPr>
        <p:spPr>
          <a:xfrm>
            <a:off x="3200400" y="2895600"/>
            <a:ext cx="5775960" cy="11038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95000"/>
              </a:lnSpc>
              <a:spcBef>
                <a:spcPts val="1680"/>
              </a:spcBef>
              <a:spcAft>
                <a:spcPts val="0"/>
              </a:spcAft>
              <a:buSzPts val="2520"/>
              <a:buFont typeface="Quattrocento Sans"/>
              <a:buNone/>
              <a:defRPr sz="2800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lvl="5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lvl="6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lvl="7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lvl="8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9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9"/>
          <p:cNvSpPr txBox="1"/>
          <p:nvPr>
            <p:ph idx="1" type="body"/>
          </p:nvPr>
        </p:nvSpPr>
        <p:spPr>
          <a:xfrm>
            <a:off x="458788" y="1021215"/>
            <a:ext cx="8119156" cy="514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7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5pPr>
            <a:lvl6pPr indent="-228600" lvl="5" marL="274320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SzPts val="1260"/>
              <a:buFont typeface="Verdana"/>
              <a:buNone/>
              <a:defRPr sz="1400"/>
            </a:lvl6pPr>
            <a:lvl7pPr indent="-228600" lvl="6" marL="320040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SzPts val="1260"/>
              <a:buFont typeface="Verdana"/>
              <a:buNone/>
              <a:defRPr sz="1400"/>
            </a:lvl7pPr>
            <a:lvl8pPr indent="-228600" lvl="7" marL="365760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SzPts val="1260"/>
              <a:buFont typeface="Verdana"/>
              <a:buNone/>
              <a:defRPr sz="1400"/>
            </a:lvl8pPr>
            <a:lvl9pPr indent="-228600" lvl="8" marL="4114800" algn="l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SzPts val="1260"/>
              <a:buFont typeface="Verdana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1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1"/>
          <p:cNvSpPr txBox="1"/>
          <p:nvPr>
            <p:ph idx="1" type="body"/>
          </p:nvPr>
        </p:nvSpPr>
        <p:spPr>
          <a:xfrm>
            <a:off x="458788" y="992188"/>
            <a:ext cx="3798887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862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20"/>
              <a:buChar char="•"/>
              <a:defRPr sz="2800"/>
            </a:lvl1pPr>
            <a:lvl2pPr indent="-3505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 sz="1800"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9pPr>
          </a:lstStyle>
          <a:p/>
        </p:txBody>
      </p:sp>
      <p:sp>
        <p:nvSpPr>
          <p:cNvPr id="147" name="Google Shape;147;p71"/>
          <p:cNvSpPr txBox="1"/>
          <p:nvPr>
            <p:ph idx="2" type="body"/>
          </p:nvPr>
        </p:nvSpPr>
        <p:spPr>
          <a:xfrm>
            <a:off x="4410075" y="992188"/>
            <a:ext cx="3800475" cy="43862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862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20"/>
              <a:buChar char="•"/>
              <a:defRPr sz="2800"/>
            </a:lvl1pPr>
            <a:lvl2pPr indent="-3505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2pPr>
            <a:lvl3pPr indent="-3302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 sz="1800"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 sz="1800"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Font typeface="Verdana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2"/>
          <p:cNvSpPr txBox="1"/>
          <p:nvPr>
            <p:ph type="title"/>
          </p:nvPr>
        </p:nvSpPr>
        <p:spPr>
          <a:xfrm>
            <a:off x="457200" y="0"/>
            <a:ext cx="8229600" cy="807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7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0" sz="2400">
                <a:solidFill>
                  <a:srgbClr val="0070C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9pPr>
          </a:lstStyle>
          <a:p/>
        </p:txBody>
      </p:sp>
      <p:sp>
        <p:nvSpPr>
          <p:cNvPr id="151" name="Google Shape;151;p7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 sz="24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2003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/>
            </a:lvl4pPr>
            <a:lvl5pPr indent="-32003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/>
            </a:lvl5pPr>
            <a:lvl6pPr indent="-320039" lvl="5" marL="27432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6pPr>
            <a:lvl7pPr indent="-320039" lvl="6" marL="32004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7pPr>
            <a:lvl8pPr indent="-320040" lvl="7" marL="36576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8pPr>
            <a:lvl9pPr indent="-320040" lvl="8" marL="41148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9pPr>
          </a:lstStyle>
          <a:p/>
        </p:txBody>
      </p:sp>
      <p:sp>
        <p:nvSpPr>
          <p:cNvPr id="152" name="Google Shape;152;p7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None/>
              <a:defRPr b="0" sz="2400">
                <a:solidFill>
                  <a:srgbClr val="0070C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None/>
              <a:defRPr b="1" sz="1600"/>
            </a:lvl9pPr>
          </a:lstStyle>
          <a:p/>
        </p:txBody>
      </p:sp>
      <p:sp>
        <p:nvSpPr>
          <p:cNvPr id="153" name="Google Shape;153;p7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576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60"/>
              <a:buChar char="•"/>
              <a:defRPr sz="2400"/>
            </a:lvl1pPr>
            <a:lvl2pPr indent="-3302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Char char="•"/>
              <a:defRPr sz="2000"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800"/>
            </a:lvl3pPr>
            <a:lvl4pPr indent="-32003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/>
            </a:lvl4pPr>
            <a:lvl5pPr indent="-32003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 sz="1600"/>
            </a:lvl5pPr>
            <a:lvl6pPr indent="-320039" lvl="5" marL="27432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6pPr>
            <a:lvl7pPr indent="-320039" lvl="6" marL="32004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7pPr>
            <a:lvl8pPr indent="-320040" lvl="7" marL="36576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8pPr>
            <a:lvl9pPr indent="-320040" lvl="8" marL="411480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SzPts val="1440"/>
              <a:buFont typeface="Verdana"/>
              <a:buChar char="•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3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0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7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1148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80"/>
              <a:buChar char="•"/>
              <a:defRPr sz="3200">
                <a:solidFill>
                  <a:schemeClr val="lt1"/>
                </a:solidFill>
              </a:defRPr>
            </a:lvl1pPr>
            <a:lvl2pPr indent="-3708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40"/>
              <a:buChar char="•"/>
              <a:defRPr sz="2800"/>
            </a:lvl2pPr>
            <a:lvl3pPr indent="-3505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20"/>
              <a:buChar char="•"/>
              <a:defRPr sz="24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20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 sz="2000"/>
            </a:lvl5pPr>
            <a:lvl6pPr indent="-342900" lvl="5" marL="27432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Verdana"/>
              <a:buChar char="•"/>
              <a:defRPr sz="2000"/>
            </a:lvl6pPr>
            <a:lvl7pPr indent="-342900" lvl="6" marL="32004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Verdana"/>
              <a:buChar char="•"/>
              <a:defRPr sz="2000"/>
            </a:lvl7pPr>
            <a:lvl8pPr indent="-342900" lvl="7" marL="3657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Verdana"/>
              <a:buChar char="•"/>
              <a:defRPr sz="2000"/>
            </a:lvl8pPr>
            <a:lvl9pPr indent="-342900" lvl="8" marL="41148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800"/>
              <a:buFont typeface="Verdana"/>
              <a:buChar char="•"/>
              <a:defRPr sz="2000"/>
            </a:lvl9pPr>
          </a:lstStyle>
          <a:p/>
        </p:txBody>
      </p:sp>
      <p:sp>
        <p:nvSpPr>
          <p:cNvPr id="160" name="Google Shape;160;p7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7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64" name="Google Shape;164;p7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6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1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SzPts val="810"/>
              <a:buFont typeface="Verdana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7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77"/>
          <p:cNvSpPr txBox="1"/>
          <p:nvPr>
            <p:ph idx="1" type="body"/>
          </p:nvPr>
        </p:nvSpPr>
        <p:spPr>
          <a:xfrm rot="5400000">
            <a:off x="1944688" y="-464685"/>
            <a:ext cx="5147356" cy="81191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8"/>
          <p:cNvSpPr txBox="1"/>
          <p:nvPr>
            <p:ph type="title"/>
          </p:nvPr>
        </p:nvSpPr>
        <p:spPr>
          <a:xfrm rot="5400000">
            <a:off x="4573588" y="1717675"/>
            <a:ext cx="537845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78"/>
          <p:cNvSpPr txBox="1"/>
          <p:nvPr>
            <p:ph idx="1" type="body"/>
          </p:nvPr>
        </p:nvSpPr>
        <p:spPr>
          <a:xfrm rot="5400000">
            <a:off x="609600" y="-150812"/>
            <a:ext cx="5378450" cy="568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 type="tx">
  <p:cSld name="TITLE_AND_BODY"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9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79"/>
          <p:cNvSpPr txBox="1"/>
          <p:nvPr>
            <p:ph idx="1" type="body"/>
          </p:nvPr>
        </p:nvSpPr>
        <p:spPr>
          <a:xfrm>
            <a:off x="458788" y="1021215"/>
            <a:ext cx="8119156" cy="514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147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1pPr>
            <a:lvl2pPr indent="-32004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2pPr>
            <a:lvl3pPr indent="-32003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40"/>
              <a:buChar char="•"/>
              <a:defRPr/>
            </a:lvl3pPr>
            <a:lvl4pPr indent="-33146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4pPr>
            <a:lvl5pPr indent="-33147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20"/>
              <a:buChar char="•"/>
              <a:defRPr/>
            </a:lvl5pPr>
            <a:lvl6pPr indent="-331470" lvl="5" marL="27432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6pPr>
            <a:lvl7pPr indent="-331470" lvl="6" marL="32004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7pPr>
            <a:lvl8pPr indent="-331470" lvl="7" marL="36576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8pPr>
            <a:lvl9pPr indent="-331470" lvl="8" marL="4114800" algn="l">
              <a:lnSpc>
                <a:spcPct val="90000"/>
              </a:lnSpc>
              <a:spcBef>
                <a:spcPts val="1260"/>
              </a:spcBef>
              <a:spcAft>
                <a:spcPts val="0"/>
              </a:spcAft>
              <a:buSzPts val="162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White" showMasterSp="0">
  <p:cSld name="Title Slide_White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77" name="Google Shape;177;p8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6"/>
            <a:ext cx="9144000" cy="685796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81"/>
          <p:cNvSpPr txBox="1"/>
          <p:nvPr>
            <p:ph type="title"/>
          </p:nvPr>
        </p:nvSpPr>
        <p:spPr>
          <a:xfrm>
            <a:off x="562897" y="1527660"/>
            <a:ext cx="7436008" cy="326970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21875" wrap="square" tIns="0">
            <a:no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2"/>
              <a:buFont typeface="Arial"/>
              <a:buNone/>
              <a:defRPr b="1" i="0" sz="6002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9" name="Google Shape;179;p81"/>
          <p:cNvSpPr txBox="1"/>
          <p:nvPr>
            <p:ph idx="1" type="subTitle"/>
          </p:nvPr>
        </p:nvSpPr>
        <p:spPr>
          <a:xfrm>
            <a:off x="570459" y="5046115"/>
            <a:ext cx="743600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51"/>
              <a:buFont typeface="Arial"/>
              <a:buNone/>
              <a:defRPr b="0" i="0" sz="1951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555"/>
              </a:spcBef>
              <a:spcAft>
                <a:spcPts val="0"/>
              </a:spcAft>
              <a:buClr>
                <a:srgbClr val="888888"/>
              </a:buClr>
              <a:buSzPts val="2776"/>
              <a:buFont typeface="Arial"/>
              <a:buNone/>
              <a:defRPr b="0" i="0" sz="277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1"/>
              <a:buFont typeface="Arial"/>
              <a:buNone/>
              <a:defRPr b="0" i="0" sz="2401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81"/>
          <p:cNvSpPr txBox="1"/>
          <p:nvPr/>
        </p:nvSpPr>
        <p:spPr>
          <a:xfrm>
            <a:off x="562897" y="6401580"/>
            <a:ext cx="308690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 Lenovo Internal. All rights reserved.</a:t>
            </a:r>
            <a:endParaRPr/>
          </a:p>
        </p:txBody>
      </p:sp>
      <p:grpSp>
        <p:nvGrpSpPr>
          <p:cNvPr id="181" name="Google Shape;181;p81"/>
          <p:cNvGrpSpPr/>
          <p:nvPr/>
        </p:nvGrpSpPr>
        <p:grpSpPr>
          <a:xfrm rot="-5400000">
            <a:off x="7232203" y="2670363"/>
            <a:ext cx="3058160" cy="765435"/>
            <a:chOff x="547688" y="952500"/>
            <a:chExt cx="12190413" cy="4067175"/>
          </a:xfrm>
        </p:grpSpPr>
        <p:sp>
          <p:nvSpPr>
            <p:cNvPr id="182" name="Google Shape;182;p81"/>
            <p:cNvSpPr/>
            <p:nvPr/>
          </p:nvSpPr>
          <p:spPr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81"/>
            <p:cNvSpPr/>
            <p:nvPr/>
          </p:nvSpPr>
          <p:spPr>
            <a:xfrm>
              <a:off x="4922838" y="2319338"/>
              <a:ext cx="1571625" cy="1590675"/>
            </a:xfrm>
            <a:custGeom>
              <a:rect b="b" l="l" r="r" t="t"/>
              <a:pathLst>
                <a:path extrusionOk="0" h="834" w="825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81"/>
            <p:cNvSpPr/>
            <p:nvPr/>
          </p:nvSpPr>
          <p:spPr>
            <a:xfrm>
              <a:off x="8277225" y="2346325"/>
              <a:ext cx="1755775" cy="1563688"/>
            </a:xfrm>
            <a:custGeom>
              <a:rect b="b" l="l" r="r" t="t"/>
              <a:pathLst>
                <a:path extrusionOk="0" h="985" w="1106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1"/>
            <p:cNvSpPr/>
            <p:nvPr/>
          </p:nvSpPr>
          <p:spPr>
            <a:xfrm>
              <a:off x="3138488" y="2319338"/>
              <a:ext cx="1630363" cy="1617663"/>
            </a:xfrm>
            <a:custGeom>
              <a:rect b="b" l="l" r="r" t="t"/>
              <a:pathLst>
                <a:path extrusionOk="0" h="848" w="856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81"/>
            <p:cNvSpPr/>
            <p:nvPr/>
          </p:nvSpPr>
          <p:spPr>
            <a:xfrm>
              <a:off x="1685925" y="1879600"/>
              <a:ext cx="1409700" cy="2030413"/>
            </a:xfrm>
            <a:custGeom>
              <a:rect b="b" l="l" r="r" t="t"/>
              <a:pathLst>
                <a:path extrusionOk="0" h="1279" w="888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81"/>
            <p:cNvSpPr/>
            <p:nvPr/>
          </p:nvSpPr>
          <p:spPr>
            <a:xfrm>
              <a:off x="9966325" y="2319338"/>
              <a:ext cx="1677988" cy="1617663"/>
            </a:xfrm>
            <a:custGeom>
              <a:rect b="b" l="l" r="r" t="t"/>
              <a:pathLst>
                <a:path extrusionOk="0" h="848" w="881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81"/>
            <p:cNvSpPr/>
            <p:nvPr/>
          </p:nvSpPr>
          <p:spPr>
            <a:xfrm>
              <a:off x="6664325" y="2319338"/>
              <a:ext cx="1679575" cy="1617663"/>
            </a:xfrm>
            <a:custGeom>
              <a:rect b="b" l="l" r="r" t="t"/>
              <a:pathLst>
                <a:path extrusionOk="0" h="848" w="882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9" name="Google Shape;189;p81"/>
          <p:cNvSpPr/>
          <p:nvPr/>
        </p:nvSpPr>
        <p:spPr>
          <a:xfrm>
            <a:off x="562897" y="762000"/>
            <a:ext cx="2956568" cy="312470"/>
          </a:xfrm>
          <a:custGeom>
            <a:rect b="b" l="l" r="r" t="t"/>
            <a:pathLst>
              <a:path extrusionOk="0" h="161" w="2065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White_Alt" showMasterSp="0">
  <p:cSld name="Title Slide_White_Alt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91" name="Google Shape;191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2"/>
            <a:ext cx="9144000" cy="685792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82"/>
          <p:cNvSpPr txBox="1"/>
          <p:nvPr>
            <p:ph type="title"/>
          </p:nvPr>
        </p:nvSpPr>
        <p:spPr>
          <a:xfrm>
            <a:off x="562897" y="1527660"/>
            <a:ext cx="7436008" cy="326970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21875" wrap="square" tIns="0">
            <a:no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2"/>
              <a:buFont typeface="Arial"/>
              <a:buNone/>
              <a:defRPr b="1" i="0" sz="6002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3" name="Google Shape;193;p82"/>
          <p:cNvSpPr txBox="1"/>
          <p:nvPr>
            <p:ph idx="1" type="subTitle"/>
          </p:nvPr>
        </p:nvSpPr>
        <p:spPr>
          <a:xfrm>
            <a:off x="570459" y="5046115"/>
            <a:ext cx="743600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951"/>
              <a:buFont typeface="Arial"/>
              <a:buNone/>
              <a:defRPr b="0" i="0" sz="1951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555"/>
              </a:spcBef>
              <a:spcAft>
                <a:spcPts val="0"/>
              </a:spcAft>
              <a:buClr>
                <a:srgbClr val="888888"/>
              </a:buClr>
              <a:buSzPts val="2776"/>
              <a:buFont typeface="Arial"/>
              <a:buNone/>
              <a:defRPr b="0" i="0" sz="277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1"/>
              <a:buFont typeface="Arial"/>
              <a:buNone/>
              <a:defRPr b="0" i="0" sz="2401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4" name="Google Shape;194;p82"/>
          <p:cNvSpPr txBox="1"/>
          <p:nvPr/>
        </p:nvSpPr>
        <p:spPr>
          <a:xfrm>
            <a:off x="562897" y="6401580"/>
            <a:ext cx="308690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 Lenovo Internal. All rights reserved.</a:t>
            </a:r>
            <a:endParaRPr/>
          </a:p>
        </p:txBody>
      </p:sp>
      <p:grpSp>
        <p:nvGrpSpPr>
          <p:cNvPr id="195" name="Google Shape;195;p82"/>
          <p:cNvGrpSpPr/>
          <p:nvPr/>
        </p:nvGrpSpPr>
        <p:grpSpPr>
          <a:xfrm rot="-5400000">
            <a:off x="7232203" y="2670363"/>
            <a:ext cx="3058160" cy="765435"/>
            <a:chOff x="547688" y="952500"/>
            <a:chExt cx="12190413" cy="4067175"/>
          </a:xfrm>
        </p:grpSpPr>
        <p:sp>
          <p:nvSpPr>
            <p:cNvPr id="196" name="Google Shape;196;p82"/>
            <p:cNvSpPr/>
            <p:nvPr/>
          </p:nvSpPr>
          <p:spPr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82"/>
            <p:cNvSpPr/>
            <p:nvPr/>
          </p:nvSpPr>
          <p:spPr>
            <a:xfrm>
              <a:off x="4922838" y="2319338"/>
              <a:ext cx="1571625" cy="1590675"/>
            </a:xfrm>
            <a:custGeom>
              <a:rect b="b" l="l" r="r" t="t"/>
              <a:pathLst>
                <a:path extrusionOk="0" h="834" w="825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82"/>
            <p:cNvSpPr/>
            <p:nvPr/>
          </p:nvSpPr>
          <p:spPr>
            <a:xfrm>
              <a:off x="8277225" y="2346325"/>
              <a:ext cx="1755775" cy="1563688"/>
            </a:xfrm>
            <a:custGeom>
              <a:rect b="b" l="l" r="r" t="t"/>
              <a:pathLst>
                <a:path extrusionOk="0" h="985" w="1106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82"/>
            <p:cNvSpPr/>
            <p:nvPr/>
          </p:nvSpPr>
          <p:spPr>
            <a:xfrm>
              <a:off x="3138488" y="2319338"/>
              <a:ext cx="1630363" cy="1617663"/>
            </a:xfrm>
            <a:custGeom>
              <a:rect b="b" l="l" r="r" t="t"/>
              <a:pathLst>
                <a:path extrusionOk="0" h="848" w="856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82"/>
            <p:cNvSpPr/>
            <p:nvPr/>
          </p:nvSpPr>
          <p:spPr>
            <a:xfrm>
              <a:off x="1685925" y="1879600"/>
              <a:ext cx="1409700" cy="2030413"/>
            </a:xfrm>
            <a:custGeom>
              <a:rect b="b" l="l" r="r" t="t"/>
              <a:pathLst>
                <a:path extrusionOk="0" h="1279" w="888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82"/>
            <p:cNvSpPr/>
            <p:nvPr/>
          </p:nvSpPr>
          <p:spPr>
            <a:xfrm>
              <a:off x="9966325" y="2319338"/>
              <a:ext cx="1677988" cy="1617663"/>
            </a:xfrm>
            <a:custGeom>
              <a:rect b="b" l="l" r="r" t="t"/>
              <a:pathLst>
                <a:path extrusionOk="0" h="848" w="881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82"/>
            <p:cNvSpPr/>
            <p:nvPr/>
          </p:nvSpPr>
          <p:spPr>
            <a:xfrm>
              <a:off x="6664325" y="2319338"/>
              <a:ext cx="1679575" cy="1617663"/>
            </a:xfrm>
            <a:custGeom>
              <a:rect b="b" l="l" r="r" t="t"/>
              <a:pathLst>
                <a:path extrusionOk="0" h="848" w="882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3" name="Google Shape;203;p82"/>
          <p:cNvSpPr/>
          <p:nvPr/>
        </p:nvSpPr>
        <p:spPr>
          <a:xfrm>
            <a:off x="562897" y="762000"/>
            <a:ext cx="2956568" cy="312470"/>
          </a:xfrm>
          <a:custGeom>
            <a:rect b="b" l="l" r="r" t="t"/>
            <a:pathLst>
              <a:path extrusionOk="0" h="161" w="2065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rgbClr val="4D144A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Black" showMasterSp="0">
  <p:cSld name="Title Slide_Black">
    <p:bg>
      <p:bgPr>
        <a:solidFill>
          <a:schemeClr val="dk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05" name="Google Shape;205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2"/>
            <a:ext cx="9144000" cy="6857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83"/>
          <p:cNvSpPr txBox="1"/>
          <p:nvPr>
            <p:ph type="title"/>
          </p:nvPr>
        </p:nvSpPr>
        <p:spPr>
          <a:xfrm>
            <a:off x="562897" y="1524000"/>
            <a:ext cx="7436008" cy="32733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21875" wrap="square" tIns="0">
            <a:no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2"/>
              <a:buFont typeface="Arial"/>
              <a:buNone/>
              <a:defRPr b="1" i="0" sz="6002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7" name="Google Shape;207;p83"/>
          <p:cNvSpPr txBox="1"/>
          <p:nvPr>
            <p:ph idx="1" type="subTitle"/>
          </p:nvPr>
        </p:nvSpPr>
        <p:spPr>
          <a:xfrm>
            <a:off x="570459" y="5046115"/>
            <a:ext cx="743600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1"/>
              <a:buFont typeface="Arial"/>
              <a:buNone/>
              <a:defRPr b="0" i="0" sz="19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555"/>
              </a:spcBef>
              <a:spcAft>
                <a:spcPts val="0"/>
              </a:spcAft>
              <a:buClr>
                <a:srgbClr val="888888"/>
              </a:buClr>
              <a:buSzPts val="2776"/>
              <a:buFont typeface="Arial"/>
              <a:buNone/>
              <a:defRPr b="0" i="0" sz="277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1"/>
              <a:buFont typeface="Arial"/>
              <a:buNone/>
              <a:defRPr b="0" i="0" sz="2401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08" name="Google Shape;208;p83"/>
          <p:cNvGrpSpPr/>
          <p:nvPr/>
        </p:nvGrpSpPr>
        <p:grpSpPr>
          <a:xfrm rot="-5400000">
            <a:off x="7232203" y="2670363"/>
            <a:ext cx="3058160" cy="765435"/>
            <a:chOff x="547688" y="952500"/>
            <a:chExt cx="12190413" cy="4067175"/>
          </a:xfrm>
        </p:grpSpPr>
        <p:sp>
          <p:nvSpPr>
            <p:cNvPr id="209" name="Google Shape;209;p83"/>
            <p:cNvSpPr/>
            <p:nvPr/>
          </p:nvSpPr>
          <p:spPr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83"/>
            <p:cNvSpPr/>
            <p:nvPr/>
          </p:nvSpPr>
          <p:spPr>
            <a:xfrm>
              <a:off x="4922838" y="2319338"/>
              <a:ext cx="1571625" cy="1590675"/>
            </a:xfrm>
            <a:custGeom>
              <a:rect b="b" l="l" r="r" t="t"/>
              <a:pathLst>
                <a:path extrusionOk="0" h="834" w="825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83"/>
            <p:cNvSpPr/>
            <p:nvPr/>
          </p:nvSpPr>
          <p:spPr>
            <a:xfrm>
              <a:off x="8277225" y="2346325"/>
              <a:ext cx="1755775" cy="1563688"/>
            </a:xfrm>
            <a:custGeom>
              <a:rect b="b" l="l" r="r" t="t"/>
              <a:pathLst>
                <a:path extrusionOk="0" h="985" w="1106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83"/>
            <p:cNvSpPr/>
            <p:nvPr/>
          </p:nvSpPr>
          <p:spPr>
            <a:xfrm>
              <a:off x="3138488" y="2319338"/>
              <a:ext cx="1630363" cy="1617663"/>
            </a:xfrm>
            <a:custGeom>
              <a:rect b="b" l="l" r="r" t="t"/>
              <a:pathLst>
                <a:path extrusionOk="0" h="848" w="856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83"/>
            <p:cNvSpPr/>
            <p:nvPr/>
          </p:nvSpPr>
          <p:spPr>
            <a:xfrm>
              <a:off x="1685925" y="1879600"/>
              <a:ext cx="1409700" cy="2030413"/>
            </a:xfrm>
            <a:custGeom>
              <a:rect b="b" l="l" r="r" t="t"/>
              <a:pathLst>
                <a:path extrusionOk="0" h="1279" w="888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83"/>
            <p:cNvSpPr/>
            <p:nvPr/>
          </p:nvSpPr>
          <p:spPr>
            <a:xfrm>
              <a:off x="9966325" y="2319338"/>
              <a:ext cx="1677988" cy="1617663"/>
            </a:xfrm>
            <a:custGeom>
              <a:rect b="b" l="l" r="r" t="t"/>
              <a:pathLst>
                <a:path extrusionOk="0" h="848" w="881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83"/>
            <p:cNvSpPr/>
            <p:nvPr/>
          </p:nvSpPr>
          <p:spPr>
            <a:xfrm>
              <a:off x="6664325" y="2319338"/>
              <a:ext cx="1679575" cy="1617663"/>
            </a:xfrm>
            <a:custGeom>
              <a:rect b="b" l="l" r="r" t="t"/>
              <a:pathLst>
                <a:path extrusionOk="0" h="848" w="882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p83"/>
          <p:cNvSpPr/>
          <p:nvPr/>
        </p:nvSpPr>
        <p:spPr>
          <a:xfrm>
            <a:off x="562897" y="762000"/>
            <a:ext cx="2956568" cy="312470"/>
          </a:xfrm>
          <a:custGeom>
            <a:rect b="b" l="l" r="r" t="t"/>
            <a:pathLst>
              <a:path extrusionOk="0" h="161" w="2065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3"/>
          <p:cNvSpPr txBox="1"/>
          <p:nvPr/>
        </p:nvSpPr>
        <p:spPr>
          <a:xfrm>
            <a:off x="562897" y="6401580"/>
            <a:ext cx="308690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 Lenovo Internal. All rights reserved.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_Black_Alt" showMasterSp="0">
  <p:cSld name="Title Slide_Black_Alt">
    <p:bg>
      <p:bgPr>
        <a:solidFill>
          <a:schemeClr val="dk1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19" name="Google Shape;219;p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2"/>
            <a:ext cx="9144000" cy="6857929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4"/>
          <p:cNvSpPr txBox="1"/>
          <p:nvPr>
            <p:ph type="title"/>
          </p:nvPr>
        </p:nvSpPr>
        <p:spPr>
          <a:xfrm>
            <a:off x="562897" y="1524000"/>
            <a:ext cx="7436008" cy="327336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21875" wrap="square" tIns="0">
            <a:no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2"/>
              <a:buFont typeface="Arial"/>
              <a:buNone/>
              <a:defRPr b="1" i="0" sz="6002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1" name="Google Shape;221;p84"/>
          <p:cNvSpPr txBox="1"/>
          <p:nvPr>
            <p:ph idx="1" type="subTitle"/>
          </p:nvPr>
        </p:nvSpPr>
        <p:spPr>
          <a:xfrm>
            <a:off x="570459" y="5046115"/>
            <a:ext cx="7436008" cy="3566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51"/>
              <a:buFont typeface="Arial"/>
              <a:buNone/>
              <a:defRPr b="0" i="0" sz="195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555"/>
              </a:spcBef>
              <a:spcAft>
                <a:spcPts val="0"/>
              </a:spcAft>
              <a:buClr>
                <a:srgbClr val="888888"/>
              </a:buClr>
              <a:buSzPts val="2776"/>
              <a:buFont typeface="Arial"/>
              <a:buNone/>
              <a:defRPr b="0" i="0" sz="277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1"/>
              <a:buFont typeface="Arial"/>
              <a:buNone/>
              <a:defRPr b="0" i="0" sz="2401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405"/>
              </a:spcBef>
              <a:spcAft>
                <a:spcPts val="0"/>
              </a:spcAft>
              <a:buClr>
                <a:srgbClr val="888888"/>
              </a:buClr>
              <a:buSzPts val="2026"/>
              <a:buFont typeface="Arial"/>
              <a:buNone/>
              <a:defRPr b="0" i="0" sz="2026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222" name="Google Shape;222;p84"/>
          <p:cNvGrpSpPr/>
          <p:nvPr/>
        </p:nvGrpSpPr>
        <p:grpSpPr>
          <a:xfrm rot="-5400000">
            <a:off x="7232203" y="2670363"/>
            <a:ext cx="3058160" cy="765435"/>
            <a:chOff x="547688" y="952500"/>
            <a:chExt cx="12190413" cy="4067175"/>
          </a:xfrm>
        </p:grpSpPr>
        <p:sp>
          <p:nvSpPr>
            <p:cNvPr id="223" name="Google Shape;223;p84"/>
            <p:cNvSpPr/>
            <p:nvPr/>
          </p:nvSpPr>
          <p:spPr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84"/>
            <p:cNvSpPr/>
            <p:nvPr/>
          </p:nvSpPr>
          <p:spPr>
            <a:xfrm>
              <a:off x="4922838" y="2319338"/>
              <a:ext cx="1571625" cy="1590675"/>
            </a:xfrm>
            <a:custGeom>
              <a:rect b="b" l="l" r="r" t="t"/>
              <a:pathLst>
                <a:path extrusionOk="0" h="834" w="825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84"/>
            <p:cNvSpPr/>
            <p:nvPr/>
          </p:nvSpPr>
          <p:spPr>
            <a:xfrm>
              <a:off x="8277225" y="2346325"/>
              <a:ext cx="1755775" cy="1563688"/>
            </a:xfrm>
            <a:custGeom>
              <a:rect b="b" l="l" r="r" t="t"/>
              <a:pathLst>
                <a:path extrusionOk="0" h="985" w="1106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84"/>
            <p:cNvSpPr/>
            <p:nvPr/>
          </p:nvSpPr>
          <p:spPr>
            <a:xfrm>
              <a:off x="3138488" y="2319338"/>
              <a:ext cx="1630363" cy="1617663"/>
            </a:xfrm>
            <a:custGeom>
              <a:rect b="b" l="l" r="r" t="t"/>
              <a:pathLst>
                <a:path extrusionOk="0" h="848" w="856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84"/>
            <p:cNvSpPr/>
            <p:nvPr/>
          </p:nvSpPr>
          <p:spPr>
            <a:xfrm>
              <a:off x="1685925" y="1879600"/>
              <a:ext cx="1409700" cy="2030413"/>
            </a:xfrm>
            <a:custGeom>
              <a:rect b="b" l="l" r="r" t="t"/>
              <a:pathLst>
                <a:path extrusionOk="0" h="1279" w="888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84"/>
            <p:cNvSpPr/>
            <p:nvPr/>
          </p:nvSpPr>
          <p:spPr>
            <a:xfrm>
              <a:off x="9966325" y="2319338"/>
              <a:ext cx="1677988" cy="1617663"/>
            </a:xfrm>
            <a:custGeom>
              <a:rect b="b" l="l" r="r" t="t"/>
              <a:pathLst>
                <a:path extrusionOk="0" h="848" w="881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84"/>
            <p:cNvSpPr/>
            <p:nvPr/>
          </p:nvSpPr>
          <p:spPr>
            <a:xfrm>
              <a:off x="6664325" y="2319338"/>
              <a:ext cx="1679575" cy="1617663"/>
            </a:xfrm>
            <a:custGeom>
              <a:rect b="b" l="l" r="r" t="t"/>
              <a:pathLst>
                <a:path extrusionOk="0" h="848" w="882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84"/>
          <p:cNvSpPr/>
          <p:nvPr/>
        </p:nvSpPr>
        <p:spPr>
          <a:xfrm>
            <a:off x="562897" y="762000"/>
            <a:ext cx="2956568" cy="312470"/>
          </a:xfrm>
          <a:custGeom>
            <a:rect b="b" l="l" r="r" t="t"/>
            <a:pathLst>
              <a:path extrusionOk="0" h="161" w="2065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84"/>
          <p:cNvSpPr txBox="1"/>
          <p:nvPr/>
        </p:nvSpPr>
        <p:spPr>
          <a:xfrm>
            <a:off x="562897" y="6401580"/>
            <a:ext cx="308690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 Lenovo Internal. All rights reserved.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White" showMasterSp="0">
  <p:cSld name="Section Header_White">
    <p:bg>
      <p:bgPr>
        <a:solidFill>
          <a:schemeClr val="lt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33" name="Google Shape;233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2"/>
            <a:ext cx="9144000" cy="6857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85"/>
          <p:cNvPicPr preferRelativeResize="0"/>
          <p:nvPr/>
        </p:nvPicPr>
        <p:blipFill rotWithShape="1">
          <a:blip r:embed="rId3">
            <a:alphaModFix/>
          </a:blip>
          <a:srcRect b="1413" l="0" r="1514" t="0"/>
          <a:stretch/>
        </p:blipFill>
        <p:spPr>
          <a:xfrm flipH="1">
            <a:off x="5714107" y="34"/>
            <a:ext cx="3429893" cy="685796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5"/>
          <p:cNvSpPr txBox="1"/>
          <p:nvPr/>
        </p:nvSpPr>
        <p:spPr>
          <a:xfrm>
            <a:off x="1202829" y="6401580"/>
            <a:ext cx="308690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 Lenovo Internal. All rights reserved.</a:t>
            </a:r>
            <a:endParaRPr/>
          </a:p>
        </p:txBody>
      </p:sp>
      <p:grpSp>
        <p:nvGrpSpPr>
          <p:cNvPr id="236" name="Google Shape;236;p85"/>
          <p:cNvGrpSpPr/>
          <p:nvPr/>
        </p:nvGrpSpPr>
        <p:grpSpPr>
          <a:xfrm>
            <a:off x="570458" y="6348283"/>
            <a:ext cx="583082" cy="259316"/>
            <a:chOff x="547688" y="952500"/>
            <a:chExt cx="12190413" cy="4067175"/>
          </a:xfrm>
        </p:grpSpPr>
        <p:sp>
          <p:nvSpPr>
            <p:cNvPr id="237" name="Google Shape;237;p85"/>
            <p:cNvSpPr/>
            <p:nvPr/>
          </p:nvSpPr>
          <p:spPr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85"/>
            <p:cNvSpPr/>
            <p:nvPr/>
          </p:nvSpPr>
          <p:spPr>
            <a:xfrm>
              <a:off x="4922838" y="2319338"/>
              <a:ext cx="1571625" cy="1590675"/>
            </a:xfrm>
            <a:custGeom>
              <a:rect b="b" l="l" r="r" t="t"/>
              <a:pathLst>
                <a:path extrusionOk="0" h="834" w="825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85"/>
            <p:cNvSpPr/>
            <p:nvPr/>
          </p:nvSpPr>
          <p:spPr>
            <a:xfrm>
              <a:off x="8277225" y="2346325"/>
              <a:ext cx="1755775" cy="1563688"/>
            </a:xfrm>
            <a:custGeom>
              <a:rect b="b" l="l" r="r" t="t"/>
              <a:pathLst>
                <a:path extrusionOk="0" h="985" w="1106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85"/>
            <p:cNvSpPr/>
            <p:nvPr/>
          </p:nvSpPr>
          <p:spPr>
            <a:xfrm>
              <a:off x="3138488" y="2319338"/>
              <a:ext cx="1630363" cy="1617663"/>
            </a:xfrm>
            <a:custGeom>
              <a:rect b="b" l="l" r="r" t="t"/>
              <a:pathLst>
                <a:path extrusionOk="0" h="848" w="856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85"/>
            <p:cNvSpPr/>
            <p:nvPr/>
          </p:nvSpPr>
          <p:spPr>
            <a:xfrm>
              <a:off x="1685925" y="1879600"/>
              <a:ext cx="1409700" cy="2030413"/>
            </a:xfrm>
            <a:custGeom>
              <a:rect b="b" l="l" r="r" t="t"/>
              <a:pathLst>
                <a:path extrusionOk="0" h="1279" w="888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85"/>
            <p:cNvSpPr/>
            <p:nvPr/>
          </p:nvSpPr>
          <p:spPr>
            <a:xfrm>
              <a:off x="9966325" y="2319338"/>
              <a:ext cx="1677988" cy="1617663"/>
            </a:xfrm>
            <a:custGeom>
              <a:rect b="b" l="l" r="r" t="t"/>
              <a:pathLst>
                <a:path extrusionOk="0" h="848" w="881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85"/>
            <p:cNvSpPr/>
            <p:nvPr/>
          </p:nvSpPr>
          <p:spPr>
            <a:xfrm>
              <a:off x="6664325" y="2319338"/>
              <a:ext cx="1679575" cy="1617663"/>
            </a:xfrm>
            <a:custGeom>
              <a:rect b="b" l="l" r="r" t="t"/>
              <a:pathLst>
                <a:path extrusionOk="0" h="848" w="882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4" name="Google Shape;244;p85"/>
          <p:cNvSpPr txBox="1"/>
          <p:nvPr>
            <p:ph type="title"/>
          </p:nvPr>
        </p:nvSpPr>
        <p:spPr>
          <a:xfrm>
            <a:off x="562896" y="1549492"/>
            <a:ext cx="4698954" cy="24052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1"/>
              <a:buFont typeface="Arial"/>
              <a:buNone/>
              <a:defRPr b="1" i="0" sz="4501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45" name="Google Shape;245;p85"/>
          <p:cNvSpPr txBox="1"/>
          <p:nvPr>
            <p:ph idx="1" type="body"/>
          </p:nvPr>
        </p:nvSpPr>
        <p:spPr>
          <a:xfrm>
            <a:off x="562896" y="4328650"/>
            <a:ext cx="4698954" cy="24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76"/>
              <a:buFont typeface="Arial"/>
              <a:buNone/>
              <a:defRPr b="0" i="0" sz="1876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85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White_Alt" showMasterSp="0">
  <p:cSld name="Section Header_White_Alt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48" name="Google Shape;248;p8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2"/>
            <a:ext cx="9144000" cy="6857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erson in a white dress&#10;&#10;Description automatically generated with low confidence" id="249" name="Google Shape;249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107" y="0"/>
            <a:ext cx="34298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86"/>
          <p:cNvSpPr txBox="1"/>
          <p:nvPr/>
        </p:nvSpPr>
        <p:spPr>
          <a:xfrm>
            <a:off x="1202829" y="6401580"/>
            <a:ext cx="308690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2023 Lenovo Internal. All rights reserved.</a:t>
            </a:r>
            <a:endParaRPr/>
          </a:p>
        </p:txBody>
      </p:sp>
      <p:grpSp>
        <p:nvGrpSpPr>
          <p:cNvPr id="251" name="Google Shape;251;p86"/>
          <p:cNvGrpSpPr/>
          <p:nvPr/>
        </p:nvGrpSpPr>
        <p:grpSpPr>
          <a:xfrm>
            <a:off x="570458" y="6348283"/>
            <a:ext cx="583082" cy="259316"/>
            <a:chOff x="547688" y="952500"/>
            <a:chExt cx="12190413" cy="4067175"/>
          </a:xfrm>
        </p:grpSpPr>
        <p:sp>
          <p:nvSpPr>
            <p:cNvPr id="252" name="Google Shape;252;p86"/>
            <p:cNvSpPr/>
            <p:nvPr/>
          </p:nvSpPr>
          <p:spPr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86"/>
            <p:cNvSpPr/>
            <p:nvPr/>
          </p:nvSpPr>
          <p:spPr>
            <a:xfrm>
              <a:off x="4922838" y="2319338"/>
              <a:ext cx="1571625" cy="1590675"/>
            </a:xfrm>
            <a:custGeom>
              <a:rect b="b" l="l" r="r" t="t"/>
              <a:pathLst>
                <a:path extrusionOk="0" h="834" w="825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86"/>
            <p:cNvSpPr/>
            <p:nvPr/>
          </p:nvSpPr>
          <p:spPr>
            <a:xfrm>
              <a:off x="8277225" y="2346325"/>
              <a:ext cx="1755775" cy="1563688"/>
            </a:xfrm>
            <a:custGeom>
              <a:rect b="b" l="l" r="r" t="t"/>
              <a:pathLst>
                <a:path extrusionOk="0" h="985" w="1106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86"/>
            <p:cNvSpPr/>
            <p:nvPr/>
          </p:nvSpPr>
          <p:spPr>
            <a:xfrm>
              <a:off x="3138488" y="2319338"/>
              <a:ext cx="1630363" cy="1617663"/>
            </a:xfrm>
            <a:custGeom>
              <a:rect b="b" l="l" r="r" t="t"/>
              <a:pathLst>
                <a:path extrusionOk="0" h="848" w="856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86"/>
            <p:cNvSpPr/>
            <p:nvPr/>
          </p:nvSpPr>
          <p:spPr>
            <a:xfrm>
              <a:off x="1685925" y="1879600"/>
              <a:ext cx="1409700" cy="2030413"/>
            </a:xfrm>
            <a:custGeom>
              <a:rect b="b" l="l" r="r" t="t"/>
              <a:pathLst>
                <a:path extrusionOk="0" h="1279" w="888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86"/>
            <p:cNvSpPr/>
            <p:nvPr/>
          </p:nvSpPr>
          <p:spPr>
            <a:xfrm>
              <a:off x="9966325" y="2319338"/>
              <a:ext cx="1677988" cy="1617663"/>
            </a:xfrm>
            <a:custGeom>
              <a:rect b="b" l="l" r="r" t="t"/>
              <a:pathLst>
                <a:path extrusionOk="0" h="848" w="881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86"/>
            <p:cNvSpPr/>
            <p:nvPr/>
          </p:nvSpPr>
          <p:spPr>
            <a:xfrm>
              <a:off x="6664325" y="2319338"/>
              <a:ext cx="1679575" cy="1617663"/>
            </a:xfrm>
            <a:custGeom>
              <a:rect b="b" l="l" r="r" t="t"/>
              <a:pathLst>
                <a:path extrusionOk="0" h="848" w="882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" name="Google Shape;259;p86"/>
          <p:cNvSpPr txBox="1"/>
          <p:nvPr>
            <p:ph type="title"/>
          </p:nvPr>
        </p:nvSpPr>
        <p:spPr>
          <a:xfrm>
            <a:off x="562896" y="1549492"/>
            <a:ext cx="4698954" cy="24052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1"/>
              <a:buFont typeface="Arial"/>
              <a:buNone/>
              <a:defRPr b="1" i="0" sz="4501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0" name="Google Shape;260;p86"/>
          <p:cNvSpPr txBox="1"/>
          <p:nvPr>
            <p:ph idx="1" type="body"/>
          </p:nvPr>
        </p:nvSpPr>
        <p:spPr>
          <a:xfrm>
            <a:off x="562896" y="4328650"/>
            <a:ext cx="4698954" cy="24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76"/>
              <a:buFont typeface="Arial"/>
              <a:buNone/>
              <a:defRPr b="0" i="0" sz="1876" u="none" cap="none" strike="noStrik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1" name="Google Shape;261;p86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Black" showMasterSp="0">
  <p:cSld name="Section Header_Black">
    <p:bg>
      <p:bgPr>
        <a:solidFill>
          <a:schemeClr val="dk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63" name="Google Shape;263;p8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2"/>
            <a:ext cx="9144000" cy="6857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107" y="36"/>
            <a:ext cx="3429893" cy="685792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7"/>
          <p:cNvSpPr txBox="1"/>
          <p:nvPr/>
        </p:nvSpPr>
        <p:spPr>
          <a:xfrm>
            <a:off x="1202829" y="6401580"/>
            <a:ext cx="308690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 Lenovo Internal. All rights reserved.</a:t>
            </a:r>
            <a:endParaRPr/>
          </a:p>
        </p:txBody>
      </p:sp>
      <p:grpSp>
        <p:nvGrpSpPr>
          <p:cNvPr id="266" name="Google Shape;266;p87"/>
          <p:cNvGrpSpPr/>
          <p:nvPr/>
        </p:nvGrpSpPr>
        <p:grpSpPr>
          <a:xfrm>
            <a:off x="570458" y="6348283"/>
            <a:ext cx="583082" cy="259316"/>
            <a:chOff x="547688" y="952500"/>
            <a:chExt cx="12190413" cy="4067175"/>
          </a:xfrm>
        </p:grpSpPr>
        <p:sp>
          <p:nvSpPr>
            <p:cNvPr id="267" name="Google Shape;267;p87"/>
            <p:cNvSpPr/>
            <p:nvPr/>
          </p:nvSpPr>
          <p:spPr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87"/>
            <p:cNvSpPr/>
            <p:nvPr/>
          </p:nvSpPr>
          <p:spPr>
            <a:xfrm>
              <a:off x="4922838" y="2319338"/>
              <a:ext cx="1571625" cy="1590675"/>
            </a:xfrm>
            <a:custGeom>
              <a:rect b="b" l="l" r="r" t="t"/>
              <a:pathLst>
                <a:path extrusionOk="0" h="834" w="825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87"/>
            <p:cNvSpPr/>
            <p:nvPr/>
          </p:nvSpPr>
          <p:spPr>
            <a:xfrm>
              <a:off x="8277225" y="2346325"/>
              <a:ext cx="1755775" cy="1563688"/>
            </a:xfrm>
            <a:custGeom>
              <a:rect b="b" l="l" r="r" t="t"/>
              <a:pathLst>
                <a:path extrusionOk="0" h="985" w="1106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87"/>
            <p:cNvSpPr/>
            <p:nvPr/>
          </p:nvSpPr>
          <p:spPr>
            <a:xfrm>
              <a:off x="3138488" y="2319338"/>
              <a:ext cx="1630363" cy="1617663"/>
            </a:xfrm>
            <a:custGeom>
              <a:rect b="b" l="l" r="r" t="t"/>
              <a:pathLst>
                <a:path extrusionOk="0" h="848" w="856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87"/>
            <p:cNvSpPr/>
            <p:nvPr/>
          </p:nvSpPr>
          <p:spPr>
            <a:xfrm>
              <a:off x="1685925" y="1879600"/>
              <a:ext cx="1409700" cy="2030413"/>
            </a:xfrm>
            <a:custGeom>
              <a:rect b="b" l="l" r="r" t="t"/>
              <a:pathLst>
                <a:path extrusionOk="0" h="1279" w="888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87"/>
            <p:cNvSpPr/>
            <p:nvPr/>
          </p:nvSpPr>
          <p:spPr>
            <a:xfrm>
              <a:off x="9966325" y="2319338"/>
              <a:ext cx="1677988" cy="1617663"/>
            </a:xfrm>
            <a:custGeom>
              <a:rect b="b" l="l" r="r" t="t"/>
              <a:pathLst>
                <a:path extrusionOk="0" h="848" w="881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87"/>
            <p:cNvSpPr/>
            <p:nvPr/>
          </p:nvSpPr>
          <p:spPr>
            <a:xfrm>
              <a:off x="6664325" y="2319338"/>
              <a:ext cx="1679575" cy="1617663"/>
            </a:xfrm>
            <a:custGeom>
              <a:rect b="b" l="l" r="r" t="t"/>
              <a:pathLst>
                <a:path extrusionOk="0" h="848" w="882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4" name="Google Shape;274;p87"/>
          <p:cNvSpPr txBox="1"/>
          <p:nvPr>
            <p:ph type="title"/>
          </p:nvPr>
        </p:nvSpPr>
        <p:spPr>
          <a:xfrm>
            <a:off x="562897" y="1549492"/>
            <a:ext cx="4698954" cy="24052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1"/>
              <a:buFont typeface="Arial"/>
              <a:buNone/>
              <a:defRPr b="1" i="0" sz="45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75" name="Google Shape;275;p87"/>
          <p:cNvSpPr txBox="1"/>
          <p:nvPr>
            <p:ph idx="1" type="body"/>
          </p:nvPr>
        </p:nvSpPr>
        <p:spPr>
          <a:xfrm>
            <a:off x="562897" y="4328650"/>
            <a:ext cx="4698954" cy="24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6"/>
              <a:buFont typeface="Arial"/>
              <a:buNone/>
              <a:defRPr b="0" i="0" sz="18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6" name="Google Shape;276;p87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_Black_Alt" showMasterSp="0">
  <p:cSld name="Section Header_Black_Alt">
    <p:bg>
      <p:bgPr>
        <a:solidFill>
          <a:schemeClr val="dk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278" name="Google Shape;278;p8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72"/>
            <a:ext cx="9144000" cy="6857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ree, plant&#10;&#10;Description automatically generated" id="279" name="Google Shape;279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107" y="0"/>
            <a:ext cx="342989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88"/>
          <p:cNvSpPr txBox="1"/>
          <p:nvPr/>
        </p:nvSpPr>
        <p:spPr>
          <a:xfrm>
            <a:off x="1202829" y="6401580"/>
            <a:ext cx="3086904" cy="115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2023 Lenovo Internal. All rights reserved.</a:t>
            </a:r>
            <a:endParaRPr/>
          </a:p>
        </p:txBody>
      </p:sp>
      <p:grpSp>
        <p:nvGrpSpPr>
          <p:cNvPr id="281" name="Google Shape;281;p88"/>
          <p:cNvGrpSpPr/>
          <p:nvPr/>
        </p:nvGrpSpPr>
        <p:grpSpPr>
          <a:xfrm>
            <a:off x="570458" y="6348283"/>
            <a:ext cx="583082" cy="259316"/>
            <a:chOff x="547688" y="952500"/>
            <a:chExt cx="12190413" cy="4067175"/>
          </a:xfrm>
        </p:grpSpPr>
        <p:sp>
          <p:nvSpPr>
            <p:cNvPr id="282" name="Google Shape;282;p88"/>
            <p:cNvSpPr/>
            <p:nvPr/>
          </p:nvSpPr>
          <p:spPr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88"/>
            <p:cNvSpPr/>
            <p:nvPr/>
          </p:nvSpPr>
          <p:spPr>
            <a:xfrm>
              <a:off x="4922838" y="2319338"/>
              <a:ext cx="1571625" cy="1590675"/>
            </a:xfrm>
            <a:custGeom>
              <a:rect b="b" l="l" r="r" t="t"/>
              <a:pathLst>
                <a:path extrusionOk="0" h="834" w="825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88"/>
            <p:cNvSpPr/>
            <p:nvPr/>
          </p:nvSpPr>
          <p:spPr>
            <a:xfrm>
              <a:off x="8277225" y="2346325"/>
              <a:ext cx="1755775" cy="1563688"/>
            </a:xfrm>
            <a:custGeom>
              <a:rect b="b" l="l" r="r" t="t"/>
              <a:pathLst>
                <a:path extrusionOk="0" h="985" w="1106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88"/>
            <p:cNvSpPr/>
            <p:nvPr/>
          </p:nvSpPr>
          <p:spPr>
            <a:xfrm>
              <a:off x="3138488" y="2319338"/>
              <a:ext cx="1630363" cy="1617663"/>
            </a:xfrm>
            <a:custGeom>
              <a:rect b="b" l="l" r="r" t="t"/>
              <a:pathLst>
                <a:path extrusionOk="0" h="848" w="856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88"/>
            <p:cNvSpPr/>
            <p:nvPr/>
          </p:nvSpPr>
          <p:spPr>
            <a:xfrm>
              <a:off x="1685925" y="1879600"/>
              <a:ext cx="1409700" cy="2030413"/>
            </a:xfrm>
            <a:custGeom>
              <a:rect b="b" l="l" r="r" t="t"/>
              <a:pathLst>
                <a:path extrusionOk="0" h="1279" w="888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88"/>
            <p:cNvSpPr/>
            <p:nvPr/>
          </p:nvSpPr>
          <p:spPr>
            <a:xfrm>
              <a:off x="9966325" y="2319338"/>
              <a:ext cx="1677988" cy="1617663"/>
            </a:xfrm>
            <a:custGeom>
              <a:rect b="b" l="l" r="r" t="t"/>
              <a:pathLst>
                <a:path extrusionOk="0" h="848" w="881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88"/>
            <p:cNvSpPr/>
            <p:nvPr/>
          </p:nvSpPr>
          <p:spPr>
            <a:xfrm>
              <a:off x="6664325" y="2319338"/>
              <a:ext cx="1679575" cy="1617663"/>
            </a:xfrm>
            <a:custGeom>
              <a:rect b="b" l="l" r="r" t="t"/>
              <a:pathLst>
                <a:path extrusionOk="0" h="848" w="882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9" name="Google Shape;289;p88"/>
          <p:cNvSpPr txBox="1"/>
          <p:nvPr>
            <p:ph type="title"/>
          </p:nvPr>
        </p:nvSpPr>
        <p:spPr>
          <a:xfrm>
            <a:off x="562897" y="1549492"/>
            <a:ext cx="4698954" cy="2405203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1"/>
              <a:buFont typeface="Arial"/>
              <a:buNone/>
              <a:defRPr b="1" i="0" sz="45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0" name="Google Shape;290;p88"/>
          <p:cNvSpPr txBox="1"/>
          <p:nvPr>
            <p:ph idx="1" type="body"/>
          </p:nvPr>
        </p:nvSpPr>
        <p:spPr>
          <a:xfrm>
            <a:off x="562897" y="4328650"/>
            <a:ext cx="4698954" cy="2453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76"/>
              <a:buFont typeface="Arial"/>
              <a:buNone/>
              <a:defRPr b="0" i="0" sz="18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Font typeface="Arial"/>
              <a:buNone/>
              <a:defRPr b="0" i="0" sz="135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1" name="Google Shape;291;p88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9"/>
          <p:cNvSpPr txBox="1"/>
          <p:nvPr>
            <p:ph type="title"/>
          </p:nvPr>
        </p:nvSpPr>
        <p:spPr>
          <a:xfrm>
            <a:off x="570458" y="442528"/>
            <a:ext cx="8003085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4" name="Google Shape;294;p89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_Black" showMasterSp="0">
  <p:cSld name="Title Only_Black">
    <p:bg>
      <p:bgPr>
        <a:solidFill>
          <a:srgbClr val="1E0013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0"/>
          <p:cNvSpPr txBox="1"/>
          <p:nvPr>
            <p:ph type="title"/>
          </p:nvPr>
        </p:nvSpPr>
        <p:spPr>
          <a:xfrm>
            <a:off x="570458" y="442528"/>
            <a:ext cx="8003085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7" name="Google Shape;297;p90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Only">
  <p:cSld name="Title with Subtitle Only">
    <p:bg>
      <p:bgPr>
        <a:solidFill>
          <a:schemeClr val="lt1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1"/>
          <p:cNvSpPr txBox="1"/>
          <p:nvPr>
            <p:ph idx="1" type="body"/>
          </p:nvPr>
        </p:nvSpPr>
        <p:spPr>
          <a:xfrm>
            <a:off x="570457" y="931563"/>
            <a:ext cx="800537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1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0" name="Google Shape;300;p91"/>
          <p:cNvSpPr txBox="1"/>
          <p:nvPr>
            <p:ph type="title"/>
          </p:nvPr>
        </p:nvSpPr>
        <p:spPr>
          <a:xfrm>
            <a:off x="570458" y="442528"/>
            <a:ext cx="8003085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1" name="Google Shape;301;p91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Only_Black" showMasterSp="0">
  <p:cSld name="Title with Subtitle Only_Black">
    <p:bg>
      <p:bgPr>
        <a:solidFill>
          <a:srgbClr val="1E0013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2"/>
          <p:cNvSpPr txBox="1"/>
          <p:nvPr>
            <p:ph idx="1" type="body"/>
          </p:nvPr>
        </p:nvSpPr>
        <p:spPr>
          <a:xfrm>
            <a:off x="570457" y="931563"/>
            <a:ext cx="800537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1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4" name="Google Shape;304;p92"/>
          <p:cNvSpPr txBox="1"/>
          <p:nvPr>
            <p:ph type="title"/>
          </p:nvPr>
        </p:nvSpPr>
        <p:spPr>
          <a:xfrm>
            <a:off x="570457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5" name="Google Shape;305;p92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93"/>
          <p:cNvSpPr txBox="1"/>
          <p:nvPr>
            <p:ph type="title"/>
          </p:nvPr>
        </p:nvSpPr>
        <p:spPr>
          <a:xfrm>
            <a:off x="570457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8" name="Google Shape;308;p93"/>
          <p:cNvSpPr txBox="1"/>
          <p:nvPr>
            <p:ph idx="1" type="body"/>
          </p:nvPr>
        </p:nvSpPr>
        <p:spPr>
          <a:xfrm>
            <a:off x="570458" y="1308880"/>
            <a:ext cx="8005371" cy="4787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9" name="Google Shape;309;p93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4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94"/>
          <p:cNvSpPr txBox="1"/>
          <p:nvPr>
            <p:ph type="title"/>
          </p:nvPr>
        </p:nvSpPr>
        <p:spPr>
          <a:xfrm>
            <a:off x="570457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3" name="Google Shape;313;p94"/>
          <p:cNvSpPr/>
          <p:nvPr>
            <p:ph idx="2" type="pic"/>
          </p:nvPr>
        </p:nvSpPr>
        <p:spPr>
          <a:xfrm>
            <a:off x="574077" y="1144588"/>
            <a:ext cx="947984" cy="151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4" name="Google Shape;314;p94"/>
          <p:cNvSpPr/>
          <p:nvPr>
            <p:ph idx="3" type="pic"/>
          </p:nvPr>
        </p:nvSpPr>
        <p:spPr>
          <a:xfrm>
            <a:off x="4676561" y="1144588"/>
            <a:ext cx="947984" cy="151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and Content">
  <p:cSld name="2_Title and Content"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95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95"/>
          <p:cNvSpPr/>
          <p:nvPr>
            <p:ph idx="2" type="pic"/>
          </p:nvPr>
        </p:nvSpPr>
        <p:spPr>
          <a:xfrm>
            <a:off x="574077" y="1144457"/>
            <a:ext cx="947984" cy="151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18" name="Google Shape;318;p95"/>
          <p:cNvSpPr txBox="1"/>
          <p:nvPr>
            <p:ph type="title"/>
          </p:nvPr>
        </p:nvSpPr>
        <p:spPr>
          <a:xfrm>
            <a:off x="570457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19" name="Google Shape;319;p95"/>
          <p:cNvSpPr/>
          <p:nvPr>
            <p:ph idx="3" type="pic"/>
          </p:nvPr>
        </p:nvSpPr>
        <p:spPr>
          <a:xfrm>
            <a:off x="574077" y="2867087"/>
            <a:ext cx="947984" cy="151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0" name="Google Shape;320;p95"/>
          <p:cNvSpPr/>
          <p:nvPr>
            <p:ph idx="4" type="pic"/>
          </p:nvPr>
        </p:nvSpPr>
        <p:spPr>
          <a:xfrm>
            <a:off x="574077" y="4589717"/>
            <a:ext cx="947984" cy="151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1" name="Google Shape;321;p95"/>
          <p:cNvSpPr/>
          <p:nvPr>
            <p:ph idx="5" type="pic"/>
          </p:nvPr>
        </p:nvSpPr>
        <p:spPr>
          <a:xfrm>
            <a:off x="4667988" y="1144457"/>
            <a:ext cx="947984" cy="151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2" name="Google Shape;322;p95"/>
          <p:cNvSpPr/>
          <p:nvPr>
            <p:ph idx="6" type="pic"/>
          </p:nvPr>
        </p:nvSpPr>
        <p:spPr>
          <a:xfrm>
            <a:off x="4667988" y="2867087"/>
            <a:ext cx="947984" cy="151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323" name="Google Shape;323;p95"/>
          <p:cNvSpPr/>
          <p:nvPr>
            <p:ph idx="7" type="pic"/>
          </p:nvPr>
        </p:nvSpPr>
        <p:spPr>
          <a:xfrm>
            <a:off x="4667988" y="4589717"/>
            <a:ext cx="947984" cy="1511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and Content">
  <p:cSld name="3_Title and Content"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5" name="Google Shape;325;p96"/>
          <p:cNvCxnSpPr/>
          <p:nvPr/>
        </p:nvCxnSpPr>
        <p:spPr>
          <a:xfrm>
            <a:off x="4260510" y="2343150"/>
            <a:ext cx="0" cy="591618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96"/>
          <p:cNvCxnSpPr/>
          <p:nvPr/>
        </p:nvCxnSpPr>
        <p:spPr>
          <a:xfrm>
            <a:off x="864506" y="2704148"/>
            <a:ext cx="0" cy="230620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96"/>
          <p:cNvCxnSpPr/>
          <p:nvPr/>
        </p:nvCxnSpPr>
        <p:spPr>
          <a:xfrm>
            <a:off x="2557994" y="2720182"/>
            <a:ext cx="0" cy="214587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96"/>
          <p:cNvCxnSpPr/>
          <p:nvPr/>
        </p:nvCxnSpPr>
        <p:spPr>
          <a:xfrm>
            <a:off x="5951241" y="2720182"/>
            <a:ext cx="0" cy="214587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96"/>
          <p:cNvCxnSpPr/>
          <p:nvPr/>
        </p:nvCxnSpPr>
        <p:spPr>
          <a:xfrm>
            <a:off x="7637978" y="2704148"/>
            <a:ext cx="0" cy="230620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96"/>
          <p:cNvCxnSpPr/>
          <p:nvPr/>
        </p:nvCxnSpPr>
        <p:spPr>
          <a:xfrm>
            <a:off x="864506" y="2711965"/>
            <a:ext cx="6773472" cy="0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96"/>
          <p:cNvSpPr/>
          <p:nvPr/>
        </p:nvSpPr>
        <p:spPr>
          <a:xfrm>
            <a:off x="3632569" y="2018909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96"/>
          <p:cNvSpPr/>
          <p:nvPr/>
        </p:nvSpPr>
        <p:spPr>
          <a:xfrm>
            <a:off x="227539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6"/>
          <p:cNvSpPr/>
          <p:nvPr/>
        </p:nvSpPr>
        <p:spPr>
          <a:xfrm>
            <a:off x="1930054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96"/>
          <p:cNvSpPr/>
          <p:nvPr/>
        </p:nvSpPr>
        <p:spPr>
          <a:xfrm>
            <a:off x="3632569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96"/>
          <p:cNvSpPr/>
          <p:nvPr/>
        </p:nvSpPr>
        <p:spPr>
          <a:xfrm>
            <a:off x="5319370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6"/>
          <p:cNvSpPr/>
          <p:nvPr/>
        </p:nvSpPr>
        <p:spPr>
          <a:xfrm>
            <a:off x="7006171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1050"/>
              <a:buFont typeface="Arial"/>
              <a:buNone/>
            </a:pPr>
            <a:r>
              <a:rPr b="1"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96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ct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38" name="Google Shape;338;p96"/>
          <p:cNvCxnSpPr/>
          <p:nvPr/>
        </p:nvCxnSpPr>
        <p:spPr>
          <a:xfrm>
            <a:off x="5951241" y="4102323"/>
            <a:ext cx="0" cy="1743307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96"/>
          <p:cNvSpPr/>
          <p:nvPr/>
        </p:nvSpPr>
        <p:spPr>
          <a:xfrm>
            <a:off x="6197545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96"/>
          <p:cNvCxnSpPr/>
          <p:nvPr/>
        </p:nvCxnSpPr>
        <p:spPr>
          <a:xfrm>
            <a:off x="5951242" y="4398782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1" name="Google Shape;341;p96"/>
          <p:cNvCxnSpPr/>
          <p:nvPr/>
        </p:nvCxnSpPr>
        <p:spPr>
          <a:xfrm>
            <a:off x="5951242" y="4896330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2" name="Google Shape;342;p96"/>
          <p:cNvCxnSpPr/>
          <p:nvPr/>
        </p:nvCxnSpPr>
        <p:spPr>
          <a:xfrm>
            <a:off x="5951242" y="5393878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" name="Google Shape;343;p96"/>
          <p:cNvCxnSpPr/>
          <p:nvPr/>
        </p:nvCxnSpPr>
        <p:spPr>
          <a:xfrm>
            <a:off x="5951242" y="5837085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4" name="Google Shape;344;p96"/>
          <p:cNvCxnSpPr/>
          <p:nvPr/>
        </p:nvCxnSpPr>
        <p:spPr>
          <a:xfrm>
            <a:off x="7629400" y="4102323"/>
            <a:ext cx="0" cy="1743307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96"/>
          <p:cNvCxnSpPr/>
          <p:nvPr/>
        </p:nvCxnSpPr>
        <p:spPr>
          <a:xfrm>
            <a:off x="7629400" y="4398782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6" name="Google Shape;346;p96"/>
          <p:cNvCxnSpPr/>
          <p:nvPr/>
        </p:nvCxnSpPr>
        <p:spPr>
          <a:xfrm>
            <a:off x="7629400" y="4896330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7" name="Google Shape;347;p96"/>
          <p:cNvCxnSpPr/>
          <p:nvPr/>
        </p:nvCxnSpPr>
        <p:spPr>
          <a:xfrm>
            <a:off x="7629400" y="5393878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8" name="Google Shape;348;p96"/>
          <p:cNvCxnSpPr/>
          <p:nvPr/>
        </p:nvCxnSpPr>
        <p:spPr>
          <a:xfrm>
            <a:off x="7629400" y="5837085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9" name="Google Shape;349;p96"/>
          <p:cNvSpPr/>
          <p:nvPr/>
        </p:nvSpPr>
        <p:spPr>
          <a:xfrm>
            <a:off x="6197545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6"/>
          <p:cNvSpPr/>
          <p:nvPr/>
        </p:nvSpPr>
        <p:spPr>
          <a:xfrm>
            <a:off x="6197545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6"/>
          <p:cNvSpPr/>
          <p:nvPr/>
        </p:nvSpPr>
        <p:spPr>
          <a:xfrm>
            <a:off x="6197545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6"/>
          <p:cNvSpPr/>
          <p:nvPr/>
        </p:nvSpPr>
        <p:spPr>
          <a:xfrm>
            <a:off x="7875703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96"/>
          <p:cNvSpPr/>
          <p:nvPr/>
        </p:nvSpPr>
        <p:spPr>
          <a:xfrm>
            <a:off x="7875703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96"/>
          <p:cNvSpPr/>
          <p:nvPr/>
        </p:nvSpPr>
        <p:spPr>
          <a:xfrm>
            <a:off x="7875703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6"/>
          <p:cNvSpPr/>
          <p:nvPr/>
        </p:nvSpPr>
        <p:spPr>
          <a:xfrm>
            <a:off x="7875703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96"/>
          <p:cNvCxnSpPr/>
          <p:nvPr/>
        </p:nvCxnSpPr>
        <p:spPr>
          <a:xfrm>
            <a:off x="4256575" y="4102323"/>
            <a:ext cx="0" cy="1743307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96"/>
          <p:cNvSpPr/>
          <p:nvPr/>
        </p:nvSpPr>
        <p:spPr>
          <a:xfrm>
            <a:off x="4502879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96"/>
          <p:cNvCxnSpPr/>
          <p:nvPr/>
        </p:nvCxnSpPr>
        <p:spPr>
          <a:xfrm>
            <a:off x="4256576" y="4398782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9" name="Google Shape;359;p96"/>
          <p:cNvCxnSpPr/>
          <p:nvPr/>
        </p:nvCxnSpPr>
        <p:spPr>
          <a:xfrm>
            <a:off x="4256576" y="4896330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0" name="Google Shape;360;p96"/>
          <p:cNvCxnSpPr/>
          <p:nvPr/>
        </p:nvCxnSpPr>
        <p:spPr>
          <a:xfrm>
            <a:off x="4256576" y="5393878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1" name="Google Shape;361;p96"/>
          <p:cNvCxnSpPr/>
          <p:nvPr/>
        </p:nvCxnSpPr>
        <p:spPr>
          <a:xfrm>
            <a:off x="4256576" y="5837085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2" name="Google Shape;362;p96"/>
          <p:cNvSpPr/>
          <p:nvPr/>
        </p:nvSpPr>
        <p:spPr>
          <a:xfrm>
            <a:off x="4502879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96"/>
          <p:cNvSpPr/>
          <p:nvPr/>
        </p:nvSpPr>
        <p:spPr>
          <a:xfrm>
            <a:off x="4502879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6"/>
          <p:cNvSpPr/>
          <p:nvPr/>
        </p:nvSpPr>
        <p:spPr>
          <a:xfrm>
            <a:off x="4502879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96"/>
          <p:cNvCxnSpPr/>
          <p:nvPr/>
        </p:nvCxnSpPr>
        <p:spPr>
          <a:xfrm>
            <a:off x="2559348" y="4102323"/>
            <a:ext cx="0" cy="1743307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6" name="Google Shape;366;p96"/>
          <p:cNvSpPr/>
          <p:nvPr/>
        </p:nvSpPr>
        <p:spPr>
          <a:xfrm>
            <a:off x="2805652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7" name="Google Shape;367;p96"/>
          <p:cNvCxnSpPr/>
          <p:nvPr/>
        </p:nvCxnSpPr>
        <p:spPr>
          <a:xfrm>
            <a:off x="2559348" y="4398782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8" name="Google Shape;368;p96"/>
          <p:cNvCxnSpPr/>
          <p:nvPr/>
        </p:nvCxnSpPr>
        <p:spPr>
          <a:xfrm>
            <a:off x="2559348" y="4896330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69" name="Google Shape;369;p96"/>
          <p:cNvCxnSpPr/>
          <p:nvPr/>
        </p:nvCxnSpPr>
        <p:spPr>
          <a:xfrm>
            <a:off x="2559348" y="5393878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0" name="Google Shape;370;p96"/>
          <p:cNvCxnSpPr/>
          <p:nvPr/>
        </p:nvCxnSpPr>
        <p:spPr>
          <a:xfrm>
            <a:off x="2559348" y="5837085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1" name="Google Shape;371;p96"/>
          <p:cNvSpPr/>
          <p:nvPr/>
        </p:nvSpPr>
        <p:spPr>
          <a:xfrm>
            <a:off x="2805652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6"/>
          <p:cNvSpPr/>
          <p:nvPr/>
        </p:nvSpPr>
        <p:spPr>
          <a:xfrm>
            <a:off x="2805652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96"/>
          <p:cNvSpPr/>
          <p:nvPr/>
        </p:nvSpPr>
        <p:spPr>
          <a:xfrm>
            <a:off x="2805652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p96"/>
          <p:cNvCxnSpPr/>
          <p:nvPr/>
        </p:nvCxnSpPr>
        <p:spPr>
          <a:xfrm>
            <a:off x="862121" y="4102323"/>
            <a:ext cx="0" cy="1743307"/>
          </a:xfrm>
          <a:prstGeom prst="straightConnector1">
            <a:avLst/>
          </a:prstGeom>
          <a:noFill/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96"/>
          <p:cNvSpPr/>
          <p:nvPr/>
        </p:nvSpPr>
        <p:spPr>
          <a:xfrm>
            <a:off x="1108425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6" name="Google Shape;376;p96"/>
          <p:cNvCxnSpPr/>
          <p:nvPr/>
        </p:nvCxnSpPr>
        <p:spPr>
          <a:xfrm>
            <a:off x="862121" y="4398782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7" name="Google Shape;377;p96"/>
          <p:cNvCxnSpPr/>
          <p:nvPr/>
        </p:nvCxnSpPr>
        <p:spPr>
          <a:xfrm>
            <a:off x="862121" y="4896330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8" name="Google Shape;378;p96"/>
          <p:cNvCxnSpPr/>
          <p:nvPr/>
        </p:nvCxnSpPr>
        <p:spPr>
          <a:xfrm>
            <a:off x="862121" y="5393878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79" name="Google Shape;379;p96"/>
          <p:cNvCxnSpPr/>
          <p:nvPr/>
        </p:nvCxnSpPr>
        <p:spPr>
          <a:xfrm>
            <a:off x="862121" y="5837085"/>
            <a:ext cx="189835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0" name="Google Shape;380;p96"/>
          <p:cNvSpPr/>
          <p:nvPr/>
        </p:nvSpPr>
        <p:spPr>
          <a:xfrm>
            <a:off x="1108425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6"/>
          <p:cNvSpPr/>
          <p:nvPr/>
        </p:nvSpPr>
        <p:spPr>
          <a:xfrm>
            <a:off x="1108425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96"/>
          <p:cNvSpPr/>
          <p:nvPr/>
        </p:nvSpPr>
        <p:spPr>
          <a:xfrm>
            <a:off x="1108425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0113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rgbClr val="1E0113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rgbClr val="1E011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6"/>
          <p:cNvSpPr txBox="1"/>
          <p:nvPr>
            <p:ph type="title"/>
          </p:nvPr>
        </p:nvSpPr>
        <p:spPr>
          <a:xfrm>
            <a:off x="570457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84" name="Google Shape;384;p96"/>
          <p:cNvSpPr/>
          <p:nvPr>
            <p:ph idx="2" type="pic"/>
          </p:nvPr>
        </p:nvSpPr>
        <p:spPr>
          <a:xfrm>
            <a:off x="3974152" y="1179514"/>
            <a:ext cx="572839" cy="763587"/>
          </a:xfrm>
          <a:prstGeom prst="ellipse">
            <a:avLst/>
          </a:prstGeom>
          <a:solidFill>
            <a:srgbClr val="FCE0D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96"/>
          <p:cNvSpPr/>
          <p:nvPr>
            <p:ph idx="3" type="pic"/>
          </p:nvPr>
        </p:nvSpPr>
        <p:spPr>
          <a:xfrm>
            <a:off x="575701" y="2934769"/>
            <a:ext cx="572839" cy="763587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96"/>
          <p:cNvSpPr/>
          <p:nvPr>
            <p:ph idx="4" type="pic"/>
          </p:nvPr>
        </p:nvSpPr>
        <p:spPr>
          <a:xfrm>
            <a:off x="5660827" y="2934769"/>
            <a:ext cx="572839" cy="763587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294E9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96"/>
          <p:cNvSpPr/>
          <p:nvPr>
            <p:ph idx="5" type="pic"/>
          </p:nvPr>
        </p:nvSpPr>
        <p:spPr>
          <a:xfrm>
            <a:off x="2274926" y="2934769"/>
            <a:ext cx="572839" cy="763587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96"/>
          <p:cNvSpPr/>
          <p:nvPr>
            <p:ph idx="6" type="pic"/>
          </p:nvPr>
        </p:nvSpPr>
        <p:spPr>
          <a:xfrm>
            <a:off x="7347693" y="2934769"/>
            <a:ext cx="572839" cy="763587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294E9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p96"/>
          <p:cNvSpPr/>
          <p:nvPr>
            <p:ph idx="7" type="pic"/>
          </p:nvPr>
        </p:nvSpPr>
        <p:spPr>
          <a:xfrm>
            <a:off x="3974152" y="2934769"/>
            <a:ext cx="572839" cy="763587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294E9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_Black" showMasterSp="0">
  <p:cSld name="1_Title Only_Black">
    <p:bg>
      <p:bgPr>
        <a:solidFill>
          <a:srgbClr val="1E0013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7"/>
          <p:cNvSpPr txBox="1"/>
          <p:nvPr>
            <p:ph type="title"/>
          </p:nvPr>
        </p:nvSpPr>
        <p:spPr>
          <a:xfrm>
            <a:off x="570458" y="442528"/>
            <a:ext cx="8003085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2" name="Google Shape;392;p97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93" name="Google Shape;393;p97"/>
          <p:cNvCxnSpPr/>
          <p:nvPr/>
        </p:nvCxnSpPr>
        <p:spPr>
          <a:xfrm>
            <a:off x="4260510" y="2343150"/>
            <a:ext cx="0" cy="591618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97"/>
          <p:cNvCxnSpPr/>
          <p:nvPr/>
        </p:nvCxnSpPr>
        <p:spPr>
          <a:xfrm>
            <a:off x="864506" y="2704148"/>
            <a:ext cx="0" cy="23062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97"/>
          <p:cNvCxnSpPr/>
          <p:nvPr/>
        </p:nvCxnSpPr>
        <p:spPr>
          <a:xfrm>
            <a:off x="2557994" y="2711966"/>
            <a:ext cx="0" cy="222803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6" name="Google Shape;396;p97"/>
          <p:cNvCxnSpPr/>
          <p:nvPr/>
        </p:nvCxnSpPr>
        <p:spPr>
          <a:xfrm>
            <a:off x="5951241" y="2720182"/>
            <a:ext cx="0" cy="21458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97"/>
          <p:cNvCxnSpPr/>
          <p:nvPr/>
        </p:nvCxnSpPr>
        <p:spPr>
          <a:xfrm>
            <a:off x="7637978" y="2704148"/>
            <a:ext cx="0" cy="23062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97"/>
          <p:cNvCxnSpPr/>
          <p:nvPr/>
        </p:nvCxnSpPr>
        <p:spPr>
          <a:xfrm>
            <a:off x="864506" y="2711965"/>
            <a:ext cx="6773472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9" name="Google Shape;399;p97"/>
          <p:cNvSpPr/>
          <p:nvPr/>
        </p:nvSpPr>
        <p:spPr>
          <a:xfrm>
            <a:off x="3632569" y="2018909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7"/>
          <p:cNvSpPr/>
          <p:nvPr/>
        </p:nvSpPr>
        <p:spPr>
          <a:xfrm>
            <a:off x="227539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97"/>
          <p:cNvSpPr/>
          <p:nvPr/>
        </p:nvSpPr>
        <p:spPr>
          <a:xfrm>
            <a:off x="1930054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97"/>
          <p:cNvSpPr/>
          <p:nvPr/>
        </p:nvSpPr>
        <p:spPr>
          <a:xfrm>
            <a:off x="3632569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7"/>
          <p:cNvSpPr/>
          <p:nvPr/>
        </p:nvSpPr>
        <p:spPr>
          <a:xfrm>
            <a:off x="5319370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97"/>
          <p:cNvSpPr/>
          <p:nvPr/>
        </p:nvSpPr>
        <p:spPr>
          <a:xfrm>
            <a:off x="7006171" y="3764633"/>
            <a:ext cx="1255881" cy="27007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b="1"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10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5" name="Google Shape;405;p97"/>
          <p:cNvCxnSpPr/>
          <p:nvPr/>
        </p:nvCxnSpPr>
        <p:spPr>
          <a:xfrm>
            <a:off x="5951241" y="4102323"/>
            <a:ext cx="0" cy="17433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6" name="Google Shape;406;p97"/>
          <p:cNvSpPr/>
          <p:nvPr/>
        </p:nvSpPr>
        <p:spPr>
          <a:xfrm>
            <a:off x="6197545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7" name="Google Shape;407;p97"/>
          <p:cNvCxnSpPr/>
          <p:nvPr/>
        </p:nvCxnSpPr>
        <p:spPr>
          <a:xfrm>
            <a:off x="5951242" y="4398782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8" name="Google Shape;408;p97"/>
          <p:cNvCxnSpPr/>
          <p:nvPr/>
        </p:nvCxnSpPr>
        <p:spPr>
          <a:xfrm>
            <a:off x="5951242" y="4896330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09" name="Google Shape;409;p97"/>
          <p:cNvCxnSpPr/>
          <p:nvPr/>
        </p:nvCxnSpPr>
        <p:spPr>
          <a:xfrm>
            <a:off x="5951242" y="5393878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0" name="Google Shape;410;p97"/>
          <p:cNvCxnSpPr/>
          <p:nvPr/>
        </p:nvCxnSpPr>
        <p:spPr>
          <a:xfrm>
            <a:off x="5951242" y="5837085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1" name="Google Shape;411;p97"/>
          <p:cNvCxnSpPr/>
          <p:nvPr/>
        </p:nvCxnSpPr>
        <p:spPr>
          <a:xfrm>
            <a:off x="7629400" y="4102323"/>
            <a:ext cx="0" cy="17433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97"/>
          <p:cNvCxnSpPr/>
          <p:nvPr/>
        </p:nvCxnSpPr>
        <p:spPr>
          <a:xfrm>
            <a:off x="7629400" y="4398782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3" name="Google Shape;413;p97"/>
          <p:cNvCxnSpPr/>
          <p:nvPr/>
        </p:nvCxnSpPr>
        <p:spPr>
          <a:xfrm>
            <a:off x="7629400" y="4896330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4" name="Google Shape;414;p97"/>
          <p:cNvCxnSpPr/>
          <p:nvPr/>
        </p:nvCxnSpPr>
        <p:spPr>
          <a:xfrm>
            <a:off x="7629400" y="5393878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15" name="Google Shape;415;p97"/>
          <p:cNvCxnSpPr/>
          <p:nvPr/>
        </p:nvCxnSpPr>
        <p:spPr>
          <a:xfrm>
            <a:off x="7629400" y="5837085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6" name="Google Shape;416;p97"/>
          <p:cNvSpPr/>
          <p:nvPr/>
        </p:nvSpPr>
        <p:spPr>
          <a:xfrm>
            <a:off x="6197545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7"/>
          <p:cNvSpPr/>
          <p:nvPr/>
        </p:nvSpPr>
        <p:spPr>
          <a:xfrm>
            <a:off x="6197545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97"/>
          <p:cNvSpPr/>
          <p:nvPr/>
        </p:nvSpPr>
        <p:spPr>
          <a:xfrm>
            <a:off x="6197545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97"/>
          <p:cNvSpPr/>
          <p:nvPr/>
        </p:nvSpPr>
        <p:spPr>
          <a:xfrm>
            <a:off x="7875703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97"/>
          <p:cNvSpPr/>
          <p:nvPr/>
        </p:nvSpPr>
        <p:spPr>
          <a:xfrm>
            <a:off x="7875703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97"/>
          <p:cNvSpPr/>
          <p:nvPr/>
        </p:nvSpPr>
        <p:spPr>
          <a:xfrm>
            <a:off x="7875703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97"/>
          <p:cNvSpPr/>
          <p:nvPr/>
        </p:nvSpPr>
        <p:spPr>
          <a:xfrm>
            <a:off x="7875703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3" name="Google Shape;423;p97"/>
          <p:cNvCxnSpPr/>
          <p:nvPr/>
        </p:nvCxnSpPr>
        <p:spPr>
          <a:xfrm>
            <a:off x="4256575" y="4102323"/>
            <a:ext cx="0" cy="17433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4" name="Google Shape;424;p97"/>
          <p:cNvSpPr/>
          <p:nvPr/>
        </p:nvSpPr>
        <p:spPr>
          <a:xfrm>
            <a:off x="4502879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5" name="Google Shape;425;p97"/>
          <p:cNvCxnSpPr/>
          <p:nvPr/>
        </p:nvCxnSpPr>
        <p:spPr>
          <a:xfrm>
            <a:off x="4256576" y="4398782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6" name="Google Shape;426;p97"/>
          <p:cNvCxnSpPr/>
          <p:nvPr/>
        </p:nvCxnSpPr>
        <p:spPr>
          <a:xfrm>
            <a:off x="4256576" y="4896330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7" name="Google Shape;427;p97"/>
          <p:cNvCxnSpPr/>
          <p:nvPr/>
        </p:nvCxnSpPr>
        <p:spPr>
          <a:xfrm>
            <a:off x="4256576" y="5393878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28" name="Google Shape;428;p97"/>
          <p:cNvCxnSpPr/>
          <p:nvPr/>
        </p:nvCxnSpPr>
        <p:spPr>
          <a:xfrm>
            <a:off x="4256576" y="5837085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9" name="Google Shape;429;p97"/>
          <p:cNvSpPr/>
          <p:nvPr/>
        </p:nvSpPr>
        <p:spPr>
          <a:xfrm>
            <a:off x="4502879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97"/>
          <p:cNvSpPr/>
          <p:nvPr/>
        </p:nvSpPr>
        <p:spPr>
          <a:xfrm>
            <a:off x="4502879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97"/>
          <p:cNvSpPr/>
          <p:nvPr/>
        </p:nvSpPr>
        <p:spPr>
          <a:xfrm>
            <a:off x="4502879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2" name="Google Shape;432;p97"/>
          <p:cNvCxnSpPr/>
          <p:nvPr/>
        </p:nvCxnSpPr>
        <p:spPr>
          <a:xfrm>
            <a:off x="2559348" y="4102323"/>
            <a:ext cx="0" cy="17433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3" name="Google Shape;433;p97"/>
          <p:cNvSpPr/>
          <p:nvPr/>
        </p:nvSpPr>
        <p:spPr>
          <a:xfrm>
            <a:off x="2805652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4" name="Google Shape;434;p97"/>
          <p:cNvCxnSpPr/>
          <p:nvPr/>
        </p:nvCxnSpPr>
        <p:spPr>
          <a:xfrm>
            <a:off x="2559348" y="4398782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5" name="Google Shape;435;p97"/>
          <p:cNvCxnSpPr/>
          <p:nvPr/>
        </p:nvCxnSpPr>
        <p:spPr>
          <a:xfrm>
            <a:off x="2559348" y="4896330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6" name="Google Shape;436;p97"/>
          <p:cNvCxnSpPr/>
          <p:nvPr/>
        </p:nvCxnSpPr>
        <p:spPr>
          <a:xfrm>
            <a:off x="2559348" y="5393878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37" name="Google Shape;437;p97"/>
          <p:cNvCxnSpPr/>
          <p:nvPr/>
        </p:nvCxnSpPr>
        <p:spPr>
          <a:xfrm>
            <a:off x="2559348" y="5837085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8" name="Google Shape;438;p97"/>
          <p:cNvSpPr/>
          <p:nvPr/>
        </p:nvSpPr>
        <p:spPr>
          <a:xfrm>
            <a:off x="2805652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97"/>
          <p:cNvSpPr/>
          <p:nvPr/>
        </p:nvSpPr>
        <p:spPr>
          <a:xfrm>
            <a:off x="2805652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97"/>
          <p:cNvSpPr/>
          <p:nvPr/>
        </p:nvSpPr>
        <p:spPr>
          <a:xfrm>
            <a:off x="2805652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1" name="Google Shape;441;p97"/>
          <p:cNvCxnSpPr/>
          <p:nvPr/>
        </p:nvCxnSpPr>
        <p:spPr>
          <a:xfrm>
            <a:off x="862121" y="4102323"/>
            <a:ext cx="0" cy="1743307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2" name="Google Shape;442;p97"/>
          <p:cNvSpPr/>
          <p:nvPr/>
        </p:nvSpPr>
        <p:spPr>
          <a:xfrm>
            <a:off x="1108425" y="4365199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3" name="Google Shape;443;p97"/>
          <p:cNvCxnSpPr/>
          <p:nvPr/>
        </p:nvCxnSpPr>
        <p:spPr>
          <a:xfrm>
            <a:off x="862121" y="4398782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4" name="Google Shape;444;p97"/>
          <p:cNvCxnSpPr/>
          <p:nvPr/>
        </p:nvCxnSpPr>
        <p:spPr>
          <a:xfrm>
            <a:off x="862121" y="4896330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5" name="Google Shape;445;p97"/>
          <p:cNvCxnSpPr/>
          <p:nvPr/>
        </p:nvCxnSpPr>
        <p:spPr>
          <a:xfrm>
            <a:off x="862121" y="5393878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446" name="Google Shape;446;p97"/>
          <p:cNvCxnSpPr/>
          <p:nvPr/>
        </p:nvCxnSpPr>
        <p:spPr>
          <a:xfrm>
            <a:off x="862121" y="5837085"/>
            <a:ext cx="189835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7" name="Google Shape;447;p97"/>
          <p:cNvSpPr/>
          <p:nvPr/>
        </p:nvSpPr>
        <p:spPr>
          <a:xfrm>
            <a:off x="1108425" y="4862747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97"/>
          <p:cNvSpPr/>
          <p:nvPr/>
        </p:nvSpPr>
        <p:spPr>
          <a:xfrm>
            <a:off x="1108425" y="5360295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97"/>
          <p:cNvSpPr/>
          <p:nvPr/>
        </p:nvSpPr>
        <p:spPr>
          <a:xfrm>
            <a:off x="1108425" y="5795520"/>
            <a:ext cx="596973" cy="228524"/>
          </a:xfrm>
          <a:custGeom>
            <a:rect b="b" l="l" r="r" t="t"/>
            <a:pathLst>
              <a:path extrusionOk="0" h="755287" w="1510574">
                <a:moveTo>
                  <a:pt x="0" y="0"/>
                </a:moveTo>
                <a:lnTo>
                  <a:pt x="1510574" y="0"/>
                </a:lnTo>
                <a:lnTo>
                  <a:pt x="1510574" y="755287"/>
                </a:lnTo>
                <a:lnTo>
                  <a:pt x="0" y="755287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r>
              <a:rPr b="1"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First Last</a:t>
            </a:r>
            <a:br>
              <a:rPr lang="en-US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Title</a:t>
            </a:r>
            <a:endParaRPr sz="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97"/>
          <p:cNvSpPr/>
          <p:nvPr>
            <p:ph idx="2" type="pic"/>
          </p:nvPr>
        </p:nvSpPr>
        <p:spPr>
          <a:xfrm>
            <a:off x="3974152" y="1179514"/>
            <a:ext cx="572839" cy="763587"/>
          </a:xfrm>
          <a:prstGeom prst="ellipse">
            <a:avLst/>
          </a:prstGeom>
          <a:solidFill>
            <a:srgbClr val="FCE0DB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1" name="Google Shape;451;p97"/>
          <p:cNvSpPr/>
          <p:nvPr>
            <p:ph idx="3" type="pic"/>
          </p:nvPr>
        </p:nvSpPr>
        <p:spPr>
          <a:xfrm>
            <a:off x="575701" y="2934769"/>
            <a:ext cx="572839" cy="763587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2" name="Google Shape;452;p97"/>
          <p:cNvSpPr/>
          <p:nvPr>
            <p:ph idx="4" type="pic"/>
          </p:nvPr>
        </p:nvSpPr>
        <p:spPr>
          <a:xfrm>
            <a:off x="5660827" y="2934769"/>
            <a:ext cx="572839" cy="763587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294E9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p97"/>
          <p:cNvSpPr/>
          <p:nvPr>
            <p:ph idx="5" type="pic"/>
          </p:nvPr>
        </p:nvSpPr>
        <p:spPr>
          <a:xfrm>
            <a:off x="2274926" y="2934769"/>
            <a:ext cx="572839" cy="763587"/>
          </a:xfrm>
          <a:prstGeom prst="ellipse">
            <a:avLst/>
          </a:prstGeom>
          <a:solidFill>
            <a:schemeClr val="accent3"/>
          </a:solidFill>
          <a:ln cap="flat" cmpd="sng" w="19050">
            <a:solidFill>
              <a:srgbClr val="7A126B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p97"/>
          <p:cNvSpPr/>
          <p:nvPr>
            <p:ph idx="6" type="pic"/>
          </p:nvPr>
        </p:nvSpPr>
        <p:spPr>
          <a:xfrm>
            <a:off x="7347693" y="2934769"/>
            <a:ext cx="572839" cy="763587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294E95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97"/>
          <p:cNvSpPr/>
          <p:nvPr>
            <p:ph idx="7" type="pic"/>
          </p:nvPr>
        </p:nvSpPr>
        <p:spPr>
          <a:xfrm>
            <a:off x="3974152" y="2934769"/>
            <a:ext cx="572839" cy="763587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rgbClr val="294E95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_Black" showMasterSp="0">
  <p:cSld name="Title and Content_Black">
    <p:bg>
      <p:bgPr>
        <a:solidFill>
          <a:srgbClr val="1E0013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98"/>
          <p:cNvSpPr txBox="1"/>
          <p:nvPr>
            <p:ph type="title"/>
          </p:nvPr>
        </p:nvSpPr>
        <p:spPr>
          <a:xfrm>
            <a:off x="570458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58" name="Google Shape;458;p98"/>
          <p:cNvSpPr txBox="1"/>
          <p:nvPr>
            <p:ph idx="1" type="body"/>
          </p:nvPr>
        </p:nvSpPr>
        <p:spPr>
          <a:xfrm>
            <a:off x="570459" y="1308880"/>
            <a:ext cx="8003083" cy="4787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9" name="Google Shape;459;p98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Content">
  <p:cSld name="Title with Subtitle Content">
    <p:bg>
      <p:bgPr>
        <a:solidFill>
          <a:schemeClr val="lt1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99"/>
          <p:cNvSpPr txBox="1"/>
          <p:nvPr>
            <p:ph idx="1" type="body"/>
          </p:nvPr>
        </p:nvSpPr>
        <p:spPr>
          <a:xfrm>
            <a:off x="570458" y="1749388"/>
            <a:ext cx="8005371" cy="434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2" name="Google Shape;462;p99"/>
          <p:cNvSpPr txBox="1"/>
          <p:nvPr>
            <p:ph idx="2" type="body"/>
          </p:nvPr>
        </p:nvSpPr>
        <p:spPr>
          <a:xfrm>
            <a:off x="570457" y="931563"/>
            <a:ext cx="800537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1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3" name="Google Shape;463;p99"/>
          <p:cNvSpPr txBox="1"/>
          <p:nvPr>
            <p:ph type="title"/>
          </p:nvPr>
        </p:nvSpPr>
        <p:spPr>
          <a:xfrm>
            <a:off x="570458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4" name="Google Shape;464;p99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ith Subtitle Content_Black" showMasterSp="0">
  <p:cSld name="Title with Subtitle Content_Black">
    <p:bg>
      <p:bgPr>
        <a:solidFill>
          <a:srgbClr val="1E0013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00"/>
          <p:cNvSpPr txBox="1"/>
          <p:nvPr>
            <p:ph idx="1" type="body"/>
          </p:nvPr>
        </p:nvSpPr>
        <p:spPr>
          <a:xfrm>
            <a:off x="570458" y="1749389"/>
            <a:ext cx="8005371" cy="4346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7" name="Google Shape;467;p100"/>
          <p:cNvSpPr txBox="1"/>
          <p:nvPr>
            <p:ph idx="2" type="body"/>
          </p:nvPr>
        </p:nvSpPr>
        <p:spPr>
          <a:xfrm>
            <a:off x="570457" y="931563"/>
            <a:ext cx="8005371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1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315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None/>
              <a:defRPr b="1" i="0" sz="1575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8" name="Google Shape;468;p100"/>
          <p:cNvSpPr txBox="1"/>
          <p:nvPr>
            <p:ph type="title"/>
          </p:nvPr>
        </p:nvSpPr>
        <p:spPr>
          <a:xfrm>
            <a:off x="570458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69" name="Google Shape;469;p100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lide">
  <p:cSld name="Two Column Slide">
    <p:bg>
      <p:bgPr>
        <a:solidFill>
          <a:schemeClr val="lt1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1"/>
          <p:cNvSpPr txBox="1"/>
          <p:nvPr>
            <p:ph type="title"/>
          </p:nvPr>
        </p:nvSpPr>
        <p:spPr>
          <a:xfrm>
            <a:off x="570458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2" name="Google Shape;472;p101"/>
          <p:cNvSpPr txBox="1"/>
          <p:nvPr>
            <p:ph idx="1" type="body"/>
          </p:nvPr>
        </p:nvSpPr>
        <p:spPr>
          <a:xfrm>
            <a:off x="570458" y="1307593"/>
            <a:ext cx="3802743" cy="478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3" name="Google Shape;473;p101"/>
          <p:cNvSpPr txBox="1"/>
          <p:nvPr>
            <p:ph idx="2" type="body"/>
          </p:nvPr>
        </p:nvSpPr>
        <p:spPr>
          <a:xfrm>
            <a:off x="4755722" y="1307593"/>
            <a:ext cx="3800322" cy="478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4" name="Google Shape;474;p101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lide_Black" showMasterSp="0">
  <p:cSld name="Two Column Slide_Black">
    <p:bg>
      <p:bgPr>
        <a:solidFill>
          <a:srgbClr val="1E0013"/>
        </a:soli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02"/>
          <p:cNvSpPr txBox="1"/>
          <p:nvPr>
            <p:ph type="title"/>
          </p:nvPr>
        </p:nvSpPr>
        <p:spPr>
          <a:xfrm>
            <a:off x="570458" y="442528"/>
            <a:ext cx="8003085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77" name="Google Shape;477;p102"/>
          <p:cNvSpPr txBox="1"/>
          <p:nvPr>
            <p:ph idx="1" type="body"/>
          </p:nvPr>
        </p:nvSpPr>
        <p:spPr>
          <a:xfrm>
            <a:off x="570458" y="1307594"/>
            <a:ext cx="3802743" cy="47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8" name="Google Shape;478;p102"/>
          <p:cNvSpPr txBox="1"/>
          <p:nvPr>
            <p:ph idx="2" type="body"/>
          </p:nvPr>
        </p:nvSpPr>
        <p:spPr>
          <a:xfrm>
            <a:off x="4755722" y="1307594"/>
            <a:ext cx="3800322" cy="47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9" name="Google Shape;479;p102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Slide">
  <p:cSld name="Three Column Slide">
    <p:bg>
      <p:bgPr>
        <a:solidFill>
          <a:schemeClr val="lt1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03"/>
          <p:cNvSpPr txBox="1"/>
          <p:nvPr>
            <p:ph type="title"/>
          </p:nvPr>
        </p:nvSpPr>
        <p:spPr>
          <a:xfrm>
            <a:off x="570458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2" name="Google Shape;482;p103"/>
          <p:cNvSpPr txBox="1"/>
          <p:nvPr>
            <p:ph idx="1" type="body"/>
          </p:nvPr>
        </p:nvSpPr>
        <p:spPr>
          <a:xfrm>
            <a:off x="570459" y="1307594"/>
            <a:ext cx="2507356" cy="47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3" name="Google Shape;483;p103"/>
          <p:cNvSpPr txBox="1"/>
          <p:nvPr>
            <p:ph idx="2" type="body"/>
          </p:nvPr>
        </p:nvSpPr>
        <p:spPr>
          <a:xfrm>
            <a:off x="3283799" y="1307594"/>
            <a:ext cx="2508044" cy="47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4" name="Google Shape;484;p103"/>
          <p:cNvSpPr txBox="1"/>
          <p:nvPr>
            <p:ph idx="3" type="body"/>
          </p:nvPr>
        </p:nvSpPr>
        <p:spPr>
          <a:xfrm>
            <a:off x="6013427" y="1307594"/>
            <a:ext cx="2562402" cy="47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5" name="Google Shape;485;p103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Column Slide_Black" showMasterSp="0">
  <p:cSld name="Three Column Slide_Black">
    <p:bg>
      <p:bgPr>
        <a:solidFill>
          <a:srgbClr val="1E0013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104"/>
          <p:cNvSpPr txBox="1"/>
          <p:nvPr>
            <p:ph type="title"/>
          </p:nvPr>
        </p:nvSpPr>
        <p:spPr>
          <a:xfrm>
            <a:off x="570458" y="442528"/>
            <a:ext cx="8005371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8" name="Google Shape;488;p104"/>
          <p:cNvSpPr txBox="1"/>
          <p:nvPr>
            <p:ph idx="1" type="body"/>
          </p:nvPr>
        </p:nvSpPr>
        <p:spPr>
          <a:xfrm>
            <a:off x="570459" y="1307594"/>
            <a:ext cx="2507356" cy="47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9" name="Google Shape;489;p104"/>
          <p:cNvSpPr txBox="1"/>
          <p:nvPr>
            <p:ph idx="2" type="body"/>
          </p:nvPr>
        </p:nvSpPr>
        <p:spPr>
          <a:xfrm>
            <a:off x="3283799" y="1307594"/>
            <a:ext cx="2507356" cy="47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0" name="Google Shape;490;p104"/>
          <p:cNvSpPr txBox="1"/>
          <p:nvPr>
            <p:ph idx="3" type="body"/>
          </p:nvPr>
        </p:nvSpPr>
        <p:spPr>
          <a:xfrm>
            <a:off x="6013427" y="1307594"/>
            <a:ext cx="2562402" cy="47884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1" name="Google Shape;491;p104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Image">
  <p:cSld name="Title w/Image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105"/>
          <p:cNvSpPr txBox="1"/>
          <p:nvPr>
            <p:ph type="title"/>
          </p:nvPr>
        </p:nvSpPr>
        <p:spPr>
          <a:xfrm>
            <a:off x="570458" y="442528"/>
            <a:ext cx="4293754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4" name="Google Shape;494;p105"/>
          <p:cNvSpPr txBox="1"/>
          <p:nvPr>
            <p:ph idx="1" type="body"/>
          </p:nvPr>
        </p:nvSpPr>
        <p:spPr>
          <a:xfrm>
            <a:off x="570458" y="1307593"/>
            <a:ext cx="4293754" cy="478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5" name="Google Shape;495;p105"/>
          <p:cNvSpPr/>
          <p:nvPr>
            <p:ph idx="2" type="pic"/>
          </p:nvPr>
        </p:nvSpPr>
        <p:spPr>
          <a:xfrm>
            <a:off x="5143650" y="0"/>
            <a:ext cx="40003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105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Image_Black" showMasterSp="0">
  <p:cSld name="Title w/Image_Black">
    <p:bg>
      <p:bgPr>
        <a:solidFill>
          <a:srgbClr val="1E0013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106"/>
          <p:cNvSpPr txBox="1"/>
          <p:nvPr>
            <p:ph type="title"/>
          </p:nvPr>
        </p:nvSpPr>
        <p:spPr>
          <a:xfrm>
            <a:off x="570458" y="442528"/>
            <a:ext cx="4293754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99" name="Google Shape;499;p106"/>
          <p:cNvSpPr txBox="1"/>
          <p:nvPr>
            <p:ph idx="1" type="body"/>
          </p:nvPr>
        </p:nvSpPr>
        <p:spPr>
          <a:xfrm>
            <a:off x="570458" y="1307593"/>
            <a:ext cx="4293754" cy="49195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0" name="Google Shape;500;p106"/>
          <p:cNvSpPr/>
          <p:nvPr>
            <p:ph idx="2" type="pic"/>
          </p:nvPr>
        </p:nvSpPr>
        <p:spPr>
          <a:xfrm>
            <a:off x="5143650" y="0"/>
            <a:ext cx="400035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01" name="Google Shape;501;p106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+ Statement">
  <p:cSld name="Photo + Statement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07"/>
          <p:cNvSpPr/>
          <p:nvPr/>
        </p:nvSpPr>
        <p:spPr>
          <a:xfrm>
            <a:off x="0" y="0"/>
            <a:ext cx="3047137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07"/>
          <p:cNvSpPr/>
          <p:nvPr>
            <p:ph idx="2" type="pic"/>
          </p:nvPr>
        </p:nvSpPr>
        <p:spPr>
          <a:xfrm>
            <a:off x="3047137" y="0"/>
            <a:ext cx="609686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05" name="Google Shape;505;p107"/>
          <p:cNvSpPr txBox="1"/>
          <p:nvPr>
            <p:ph idx="1" type="body"/>
          </p:nvPr>
        </p:nvSpPr>
        <p:spPr>
          <a:xfrm>
            <a:off x="411587" y="849536"/>
            <a:ext cx="2635550" cy="1926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1306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1"/>
              <a:buFont typeface="Arial"/>
              <a:buNone/>
              <a:defRPr b="1" i="0" sz="3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6" name="Google Shape;506;p107"/>
          <p:cNvSpPr txBox="1"/>
          <p:nvPr>
            <p:ph idx="3" type="body"/>
          </p:nvPr>
        </p:nvSpPr>
        <p:spPr>
          <a:xfrm>
            <a:off x="411588" y="2943639"/>
            <a:ext cx="2635549" cy="164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7" name="Google Shape;507;p107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+ Statement_Black" showMasterSp="0">
  <p:cSld name="Photo + Statement_Black">
    <p:bg>
      <p:bgPr>
        <a:solidFill>
          <a:srgbClr val="1E0013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08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0" name="Google Shape;510;p108"/>
          <p:cNvSpPr/>
          <p:nvPr>
            <p:ph idx="2" type="pic"/>
          </p:nvPr>
        </p:nvSpPr>
        <p:spPr>
          <a:xfrm>
            <a:off x="3047137" y="0"/>
            <a:ext cx="6096863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11" name="Google Shape;511;p108"/>
          <p:cNvSpPr txBox="1"/>
          <p:nvPr>
            <p:ph idx="1" type="body"/>
          </p:nvPr>
        </p:nvSpPr>
        <p:spPr>
          <a:xfrm>
            <a:off x="411587" y="849536"/>
            <a:ext cx="2635550" cy="1926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91306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1"/>
              <a:buFont typeface="Arial"/>
              <a:buNone/>
              <a:defRPr b="1" i="0" sz="34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2" name="Google Shape;512;p108"/>
          <p:cNvSpPr txBox="1"/>
          <p:nvPr>
            <p:ph idx="3" type="body"/>
          </p:nvPr>
        </p:nvSpPr>
        <p:spPr>
          <a:xfrm>
            <a:off x="411588" y="2943639"/>
            <a:ext cx="2635549" cy="1641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Idea" showMasterSp="0">
  <p:cSld name="Big Idea">
    <p:bg>
      <p:bgPr>
        <a:solidFill>
          <a:srgbClr val="3F263E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09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5" name="Google Shape;515;p109"/>
          <p:cNvSpPr txBox="1"/>
          <p:nvPr>
            <p:ph idx="1" type="body"/>
          </p:nvPr>
        </p:nvSpPr>
        <p:spPr>
          <a:xfrm>
            <a:off x="570458" y="2163655"/>
            <a:ext cx="8003084" cy="25306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spAutoFit/>
          </a:bodyPr>
          <a:lstStyle>
            <a:lvl1pPr indent="-228600" lvl="0" marL="4572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2"/>
              <a:buFont typeface="Arial"/>
              <a:buNone/>
              <a:defRPr b="1" i="0" sz="66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63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Char char="-"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7250" lvl="3" marL="1828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-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7251" lvl="4" marL="22860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-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Layout">
  <p:cSld name="Quote Layout">
    <p:bg>
      <p:bgPr>
        <a:solidFill>
          <a:schemeClr val="lt1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110"/>
          <p:cNvSpPr txBox="1"/>
          <p:nvPr>
            <p:ph idx="1" type="body"/>
          </p:nvPr>
        </p:nvSpPr>
        <p:spPr>
          <a:xfrm>
            <a:off x="569268" y="1812556"/>
            <a:ext cx="7432627" cy="2759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1"/>
              <a:buFont typeface="Arial"/>
              <a:buNone/>
              <a:defRPr b="1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spcBef>
                <a:spcPts val="555"/>
              </a:spcBef>
              <a:spcAft>
                <a:spcPts val="0"/>
              </a:spcAft>
              <a:buClr>
                <a:schemeClr val="lt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spcBef>
                <a:spcPts val="405"/>
              </a:spcBef>
              <a:spcAft>
                <a:spcPts val="0"/>
              </a:spcAft>
              <a:buClr>
                <a:schemeClr val="lt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spcBef>
                <a:spcPts val="405"/>
              </a:spcBef>
              <a:spcAft>
                <a:spcPts val="0"/>
              </a:spcAft>
              <a:buClr>
                <a:schemeClr val="lt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8" name="Google Shape;518;p110"/>
          <p:cNvSpPr txBox="1"/>
          <p:nvPr>
            <p:ph idx="2" type="body"/>
          </p:nvPr>
        </p:nvSpPr>
        <p:spPr>
          <a:xfrm>
            <a:off x="569268" y="5045446"/>
            <a:ext cx="7432627" cy="3277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sp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9" name="Google Shape;519;p110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20" name="Google Shape;520;p110"/>
          <p:cNvGrpSpPr/>
          <p:nvPr/>
        </p:nvGrpSpPr>
        <p:grpSpPr>
          <a:xfrm>
            <a:off x="569268" y="788988"/>
            <a:ext cx="743144" cy="735013"/>
            <a:chOff x="657226" y="398463"/>
            <a:chExt cx="990600" cy="735013"/>
          </a:xfrm>
        </p:grpSpPr>
        <p:sp>
          <p:nvSpPr>
            <p:cNvPr id="521" name="Google Shape;521;p110"/>
            <p:cNvSpPr/>
            <p:nvPr/>
          </p:nvSpPr>
          <p:spPr>
            <a:xfrm>
              <a:off x="657226" y="398463"/>
              <a:ext cx="452438" cy="735013"/>
            </a:xfrm>
            <a:custGeom>
              <a:rect b="b" l="l" r="r" t="t"/>
              <a:pathLst>
                <a:path extrusionOk="0" h="736" w="452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adFill>
              <a:gsLst>
                <a:gs pos="0">
                  <a:srgbClr val="A7B6D3"/>
                </a:gs>
                <a:gs pos="9000">
                  <a:srgbClr val="A7B6D3"/>
                </a:gs>
                <a:gs pos="47000">
                  <a:srgbClr val="D2ADC9"/>
                </a:gs>
                <a:gs pos="77000">
                  <a:srgbClr val="E6BDC1"/>
                </a:gs>
                <a:gs pos="100000">
                  <a:srgbClr val="F5A598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10"/>
            <p:cNvSpPr/>
            <p:nvPr/>
          </p:nvSpPr>
          <p:spPr>
            <a:xfrm>
              <a:off x="1195388" y="398463"/>
              <a:ext cx="452438" cy="735013"/>
            </a:xfrm>
            <a:custGeom>
              <a:rect b="b" l="l" r="r" t="t"/>
              <a:pathLst>
                <a:path extrusionOk="0" h="736" w="452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adFill>
              <a:gsLst>
                <a:gs pos="0">
                  <a:srgbClr val="A7B6D3"/>
                </a:gs>
                <a:gs pos="9000">
                  <a:srgbClr val="A7B6D3"/>
                </a:gs>
                <a:gs pos="47000">
                  <a:srgbClr val="D2ADC9"/>
                </a:gs>
                <a:gs pos="77000">
                  <a:srgbClr val="E6BDC1"/>
                </a:gs>
                <a:gs pos="100000">
                  <a:srgbClr val="F5A598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Layout_Black" showMasterSp="0">
  <p:cSld name="Quote Layout_Black">
    <p:bg>
      <p:bgPr>
        <a:solidFill>
          <a:srgbClr val="1E0113"/>
        </a:solidFill>
      </p:bgPr>
    </p:bg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111"/>
          <p:cNvSpPr txBox="1"/>
          <p:nvPr>
            <p:ph idx="1" type="body"/>
          </p:nvPr>
        </p:nvSpPr>
        <p:spPr>
          <a:xfrm>
            <a:off x="569269" y="1812556"/>
            <a:ext cx="7436008" cy="2763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1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spcBef>
                <a:spcPts val="555"/>
              </a:spcBef>
              <a:spcAft>
                <a:spcPts val="0"/>
              </a:spcAft>
              <a:buClr>
                <a:schemeClr val="lt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spcBef>
                <a:spcPts val="405"/>
              </a:spcBef>
              <a:spcAft>
                <a:spcPts val="0"/>
              </a:spcAft>
              <a:buClr>
                <a:schemeClr val="lt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spcBef>
                <a:spcPts val="405"/>
              </a:spcBef>
              <a:spcAft>
                <a:spcPts val="0"/>
              </a:spcAft>
              <a:buClr>
                <a:schemeClr val="lt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5" name="Google Shape;525;p111"/>
          <p:cNvSpPr txBox="1"/>
          <p:nvPr>
            <p:ph idx="2" type="body"/>
          </p:nvPr>
        </p:nvSpPr>
        <p:spPr>
          <a:xfrm>
            <a:off x="569268" y="5045446"/>
            <a:ext cx="7436009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6" name="Google Shape;526;p111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27" name="Google Shape;527;p111"/>
          <p:cNvGrpSpPr/>
          <p:nvPr/>
        </p:nvGrpSpPr>
        <p:grpSpPr>
          <a:xfrm>
            <a:off x="569268" y="788988"/>
            <a:ext cx="743144" cy="735013"/>
            <a:chOff x="657226" y="398463"/>
            <a:chExt cx="990600" cy="735013"/>
          </a:xfrm>
        </p:grpSpPr>
        <p:sp>
          <p:nvSpPr>
            <p:cNvPr id="528" name="Google Shape;528;p111"/>
            <p:cNvSpPr/>
            <p:nvPr/>
          </p:nvSpPr>
          <p:spPr>
            <a:xfrm>
              <a:off x="657226" y="398463"/>
              <a:ext cx="452438" cy="735013"/>
            </a:xfrm>
            <a:custGeom>
              <a:rect b="b" l="l" r="r" t="t"/>
              <a:pathLst>
                <a:path extrusionOk="0" h="736" w="452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adFill>
              <a:gsLst>
                <a:gs pos="0">
                  <a:srgbClr val="831B22"/>
                </a:gs>
                <a:gs pos="26000">
                  <a:srgbClr val="64131E"/>
                </a:gs>
                <a:gs pos="66000">
                  <a:srgbClr val="4D144A"/>
                </a:gs>
                <a:gs pos="100000">
                  <a:srgbClr val="391262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111"/>
            <p:cNvSpPr/>
            <p:nvPr/>
          </p:nvSpPr>
          <p:spPr>
            <a:xfrm>
              <a:off x="1195388" y="398463"/>
              <a:ext cx="452438" cy="735013"/>
            </a:xfrm>
            <a:custGeom>
              <a:rect b="b" l="l" r="r" t="t"/>
              <a:pathLst>
                <a:path extrusionOk="0" h="736" w="452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adFill>
              <a:gsLst>
                <a:gs pos="0">
                  <a:srgbClr val="831B22"/>
                </a:gs>
                <a:gs pos="26000">
                  <a:srgbClr val="64131E"/>
                </a:gs>
                <a:gs pos="66000">
                  <a:srgbClr val="4D144A"/>
                </a:gs>
                <a:gs pos="100000">
                  <a:srgbClr val="391262"/>
                </a:gs>
              </a:gsLst>
              <a:lin ang="135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Layout_Color" showMasterSp="0">
  <p:cSld name="Quote Layout_Color">
    <p:bg>
      <p:bgPr>
        <a:gradFill>
          <a:gsLst>
            <a:gs pos="0">
              <a:srgbClr val="831B22"/>
            </a:gs>
            <a:gs pos="38000">
              <a:srgbClr val="64131E"/>
            </a:gs>
            <a:gs pos="71000">
              <a:srgbClr val="4D144A"/>
            </a:gs>
            <a:gs pos="100000">
              <a:srgbClr val="391262"/>
            </a:gs>
          </a:gsLst>
          <a:path path="circle">
            <a:fillToRect l="100%" t="100%"/>
          </a:path>
          <a:tileRect b="-100%" r="-100%"/>
        </a:gra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112"/>
          <p:cNvSpPr txBox="1"/>
          <p:nvPr>
            <p:ph idx="1" type="body"/>
          </p:nvPr>
        </p:nvSpPr>
        <p:spPr>
          <a:xfrm>
            <a:off x="569269" y="1812556"/>
            <a:ext cx="7432625" cy="2759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1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ctr">
              <a:spcBef>
                <a:spcPts val="555"/>
              </a:spcBef>
              <a:spcAft>
                <a:spcPts val="0"/>
              </a:spcAft>
              <a:buClr>
                <a:schemeClr val="lt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ctr">
              <a:spcBef>
                <a:spcPts val="405"/>
              </a:spcBef>
              <a:spcAft>
                <a:spcPts val="0"/>
              </a:spcAft>
              <a:buClr>
                <a:schemeClr val="lt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ctr">
              <a:spcBef>
                <a:spcPts val="405"/>
              </a:spcBef>
              <a:spcAft>
                <a:spcPts val="0"/>
              </a:spcAft>
              <a:buClr>
                <a:schemeClr val="lt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2" name="Google Shape;532;p112"/>
          <p:cNvSpPr txBox="1"/>
          <p:nvPr>
            <p:ph idx="2" type="body"/>
          </p:nvPr>
        </p:nvSpPr>
        <p:spPr>
          <a:xfrm>
            <a:off x="569268" y="5045446"/>
            <a:ext cx="7432626" cy="4062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None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None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7251" lvl="5" marL="27432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7251" lvl="6" marL="32004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7251" lvl="7" marL="36576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7251" lvl="8" marL="4114800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3" name="Google Shape;533;p112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34" name="Google Shape;534;p112"/>
          <p:cNvGrpSpPr/>
          <p:nvPr/>
        </p:nvGrpSpPr>
        <p:grpSpPr>
          <a:xfrm>
            <a:off x="569268" y="788988"/>
            <a:ext cx="743144" cy="735013"/>
            <a:chOff x="657226" y="398463"/>
            <a:chExt cx="990600" cy="735013"/>
          </a:xfrm>
        </p:grpSpPr>
        <p:sp>
          <p:nvSpPr>
            <p:cNvPr id="535" name="Google Shape;535;p112"/>
            <p:cNvSpPr/>
            <p:nvPr/>
          </p:nvSpPr>
          <p:spPr>
            <a:xfrm>
              <a:off x="657226" y="398463"/>
              <a:ext cx="452438" cy="735013"/>
            </a:xfrm>
            <a:custGeom>
              <a:rect b="b" l="l" r="r" t="t"/>
              <a:pathLst>
                <a:path extrusionOk="0" h="736" w="452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12"/>
            <p:cNvSpPr/>
            <p:nvPr/>
          </p:nvSpPr>
          <p:spPr>
            <a:xfrm>
              <a:off x="1195388" y="398463"/>
              <a:ext cx="452438" cy="735013"/>
            </a:xfrm>
            <a:custGeom>
              <a:rect b="b" l="l" r="r" t="t"/>
              <a:pathLst>
                <a:path extrusionOk="0" h="736" w="452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/ Product">
  <p:cSld name="Content w/ Product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113"/>
          <p:cNvSpPr/>
          <p:nvPr>
            <p:ph idx="2" type="pic"/>
          </p:nvPr>
        </p:nvSpPr>
        <p:spPr>
          <a:xfrm>
            <a:off x="0" y="0"/>
            <a:ext cx="457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113"/>
          <p:cNvSpPr txBox="1"/>
          <p:nvPr>
            <p:ph idx="1" type="body"/>
          </p:nvPr>
        </p:nvSpPr>
        <p:spPr>
          <a:xfrm>
            <a:off x="5143649" y="1307593"/>
            <a:ext cx="3429894" cy="478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0" name="Google Shape;540;p113"/>
          <p:cNvSpPr txBox="1"/>
          <p:nvPr>
            <p:ph type="title"/>
          </p:nvPr>
        </p:nvSpPr>
        <p:spPr>
          <a:xfrm>
            <a:off x="5143649" y="442528"/>
            <a:ext cx="3429894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1" name="Google Shape;541;p113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/ Product_Black" showMasterSp="0">
  <p:cSld name="Content w/ Product_Black">
    <p:bg>
      <p:bgPr>
        <a:solidFill>
          <a:srgbClr val="1E0013"/>
        </a:solidFill>
      </p:bgPr>
    </p:bg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114"/>
          <p:cNvSpPr/>
          <p:nvPr>
            <p:ph idx="2" type="pic"/>
          </p:nvPr>
        </p:nvSpPr>
        <p:spPr>
          <a:xfrm>
            <a:off x="0" y="0"/>
            <a:ext cx="457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544" name="Google Shape;544;p114"/>
          <p:cNvSpPr txBox="1"/>
          <p:nvPr>
            <p:ph idx="1" type="body"/>
          </p:nvPr>
        </p:nvSpPr>
        <p:spPr>
          <a:xfrm>
            <a:off x="5143650" y="1307592"/>
            <a:ext cx="3429893" cy="47884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–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4325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-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5" name="Google Shape;545;p114"/>
          <p:cNvSpPr txBox="1"/>
          <p:nvPr>
            <p:ph type="title"/>
          </p:nvPr>
        </p:nvSpPr>
        <p:spPr>
          <a:xfrm>
            <a:off x="5143650" y="442528"/>
            <a:ext cx="3429894" cy="314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6" name="Google Shape;546;p114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Slide">
  <p:cSld name="Chart Slide"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115"/>
          <p:cNvSpPr txBox="1"/>
          <p:nvPr>
            <p:ph type="title"/>
          </p:nvPr>
        </p:nvSpPr>
        <p:spPr>
          <a:xfrm>
            <a:off x="570458" y="442528"/>
            <a:ext cx="8005371" cy="314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49" name="Google Shape;549;p115"/>
          <p:cNvSpPr/>
          <p:nvPr>
            <p:ph idx="2" type="chart"/>
          </p:nvPr>
        </p:nvSpPr>
        <p:spPr>
          <a:xfrm>
            <a:off x="570459" y="1524000"/>
            <a:ext cx="8003084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853275">
            <a:noAutofit/>
          </a:bodyPr>
          <a:lstStyle>
            <a:lvl1pPr lvl="0" marR="0" rtl="0" algn="ctr">
              <a:spcBef>
                <a:spcPts val="36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Char char="–"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Char char="-"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-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-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0" name="Google Shape;550;p115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Slide_Black" showMasterSp="0">
  <p:cSld name="Chart Slide_Black">
    <p:bg>
      <p:bgPr>
        <a:solidFill>
          <a:srgbClr val="1E0013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16"/>
          <p:cNvSpPr txBox="1"/>
          <p:nvPr>
            <p:ph type="title"/>
          </p:nvPr>
        </p:nvSpPr>
        <p:spPr>
          <a:xfrm>
            <a:off x="570458" y="442528"/>
            <a:ext cx="8003085" cy="4185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1"/>
              <a:buFont typeface="Arial"/>
              <a:buNone/>
              <a:defRPr b="1" i="0" sz="2401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53" name="Google Shape;553;p116"/>
          <p:cNvSpPr/>
          <p:nvPr>
            <p:ph idx="2" type="chart"/>
          </p:nvPr>
        </p:nvSpPr>
        <p:spPr>
          <a:xfrm>
            <a:off x="570459" y="1524000"/>
            <a:ext cx="8003084" cy="4572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875" spcFirstLastPara="1" rIns="121875" wrap="square" tIns="853275">
            <a:noAutofit/>
          </a:bodyPr>
          <a:lstStyle>
            <a:lvl1pPr lvl="0" marR="0" rtl="0" algn="ctr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555"/>
              </a:spcBef>
              <a:spcAft>
                <a:spcPts val="0"/>
              </a:spcAft>
              <a:buClr>
                <a:schemeClr val="dk1"/>
              </a:buClr>
              <a:buSzPts val="2776"/>
              <a:buFont typeface="Arial"/>
              <a:buChar char="–"/>
              <a:defRPr b="0" i="0" sz="277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1"/>
              <a:buFont typeface="Arial"/>
              <a:buChar char="-"/>
              <a:defRPr b="0" i="0" sz="2401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-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-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5"/>
              </a:spcBef>
              <a:spcAft>
                <a:spcPts val="0"/>
              </a:spcAft>
              <a:buClr>
                <a:schemeClr val="dk1"/>
              </a:buClr>
              <a:buSzPts val="2026"/>
              <a:buFont typeface="Arial"/>
              <a:buChar char="•"/>
              <a:defRPr b="0" i="0" sz="202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4" name="Google Shape;554;p116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>
  <p:cSld name="Blank Slide"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117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_Black" showMasterSp="0">
  <p:cSld name="Blank Slide_Black">
    <p:bg>
      <p:bgPr>
        <a:solidFill>
          <a:srgbClr val="1E0013"/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118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sz="75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 showMasterSp="0">
  <p:cSld name="Closing Slide">
    <p:bg>
      <p:bgPr>
        <a:solidFill>
          <a:schemeClr val="lt1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0" name="Google Shape;560;p119"/>
          <p:cNvGrpSpPr/>
          <p:nvPr/>
        </p:nvGrpSpPr>
        <p:grpSpPr>
          <a:xfrm>
            <a:off x="1154511" y="3561908"/>
            <a:ext cx="5890067" cy="1769127"/>
            <a:chOff x="541049" y="2649538"/>
            <a:chExt cx="9285724" cy="2092325"/>
          </a:xfrm>
        </p:grpSpPr>
        <p:sp>
          <p:nvSpPr>
            <p:cNvPr id="561" name="Google Shape;561;p119"/>
            <p:cNvSpPr/>
            <p:nvPr/>
          </p:nvSpPr>
          <p:spPr>
            <a:xfrm>
              <a:off x="541049" y="2809876"/>
              <a:ext cx="963613" cy="1928813"/>
            </a:xfrm>
            <a:custGeom>
              <a:rect b="b" l="l" r="r" t="t"/>
              <a:pathLst>
                <a:path extrusionOk="0" h="600" w="301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119"/>
            <p:cNvSpPr/>
            <p:nvPr/>
          </p:nvSpPr>
          <p:spPr>
            <a:xfrm>
              <a:off x="1708151" y="2649538"/>
              <a:ext cx="1382713" cy="2063750"/>
            </a:xfrm>
            <a:custGeom>
              <a:rect b="b" l="l" r="r" t="t"/>
              <a:pathLst>
                <a:path extrusionOk="0" h="642" w="43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119"/>
            <p:cNvSpPr/>
            <p:nvPr/>
          </p:nvSpPr>
          <p:spPr>
            <a:xfrm>
              <a:off x="3261304" y="3179763"/>
              <a:ext cx="1390650" cy="1562100"/>
            </a:xfrm>
            <a:custGeom>
              <a:rect b="b" l="l" r="r" t="t"/>
              <a:pathLst>
                <a:path extrusionOk="0" h="486" w="434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119"/>
            <p:cNvSpPr/>
            <p:nvPr/>
          </p:nvSpPr>
          <p:spPr>
            <a:xfrm>
              <a:off x="4859916" y="3170238"/>
              <a:ext cx="1384300" cy="1543050"/>
            </a:xfrm>
            <a:custGeom>
              <a:rect b="b" l="l" r="r" t="t"/>
              <a:pathLst>
                <a:path extrusionOk="0" h="480" w="432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19"/>
            <p:cNvSpPr/>
            <p:nvPr/>
          </p:nvSpPr>
          <p:spPr>
            <a:xfrm>
              <a:off x="6436593" y="2649538"/>
              <a:ext cx="1460500" cy="2063750"/>
            </a:xfrm>
            <a:custGeom>
              <a:rect b="b" l="l" r="r" t="t"/>
              <a:pathLst>
                <a:path extrusionOk="0" h="1300" w="92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119"/>
            <p:cNvSpPr/>
            <p:nvPr/>
          </p:nvSpPr>
          <p:spPr>
            <a:xfrm>
              <a:off x="7919896" y="3173413"/>
              <a:ext cx="1227138" cy="1568450"/>
            </a:xfrm>
            <a:custGeom>
              <a:rect b="b" l="l" r="r" t="t"/>
              <a:pathLst>
                <a:path extrusionOk="0" h="488" w="383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119"/>
            <p:cNvSpPr/>
            <p:nvPr/>
          </p:nvSpPr>
          <p:spPr>
            <a:xfrm>
              <a:off x="9282260" y="4167188"/>
              <a:ext cx="544513" cy="546100"/>
            </a:xfrm>
            <a:prstGeom prst="ellipse">
              <a:avLst/>
            </a:pr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8" name="Google Shape;568;p119"/>
          <p:cNvGrpSpPr/>
          <p:nvPr/>
        </p:nvGrpSpPr>
        <p:grpSpPr>
          <a:xfrm>
            <a:off x="7044578" y="767096"/>
            <a:ext cx="2100612" cy="1898696"/>
            <a:chOff x="9390324" y="767096"/>
            <a:chExt cx="2800087" cy="1898696"/>
          </a:xfrm>
        </p:grpSpPr>
        <p:grpSp>
          <p:nvGrpSpPr>
            <p:cNvPr id="569" name="Google Shape;569;p119"/>
            <p:cNvGrpSpPr/>
            <p:nvPr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</p:grpSpPr>
          <p:sp>
            <p:nvSpPr>
              <p:cNvPr id="570" name="Google Shape;570;p119"/>
              <p:cNvSpPr/>
              <p:nvPr/>
            </p:nvSpPr>
            <p:spPr>
              <a:xfrm>
                <a:off x="5559016" y="501936"/>
                <a:ext cx="218094" cy="282813"/>
              </a:xfrm>
              <a:custGeom>
                <a:rect b="b" l="l" r="r" t="t"/>
                <a:pathLst>
                  <a:path extrusionOk="0" h="651" w="502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1" name="Google Shape;571;p119"/>
              <p:cNvSpPr/>
              <p:nvPr/>
            </p:nvSpPr>
            <p:spPr>
              <a:xfrm>
                <a:off x="5791295" y="566212"/>
                <a:ext cx="322264" cy="214547"/>
              </a:xfrm>
              <a:custGeom>
                <a:rect b="b" l="l" r="r" t="t"/>
                <a:pathLst>
                  <a:path extrusionOk="0" h="494" w="741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2" name="Google Shape;572;p119"/>
              <p:cNvSpPr/>
              <p:nvPr/>
            </p:nvSpPr>
            <p:spPr>
              <a:xfrm>
                <a:off x="6125971" y="567985"/>
                <a:ext cx="193713" cy="216764"/>
              </a:xfrm>
              <a:custGeom>
                <a:rect b="b" l="l" r="r" t="t"/>
                <a:pathLst>
                  <a:path extrusionOk="0" h="499" w="446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3" name="Google Shape;573;p119"/>
              <p:cNvSpPr/>
              <p:nvPr/>
            </p:nvSpPr>
            <p:spPr>
              <a:xfrm>
                <a:off x="6336529" y="564438"/>
                <a:ext cx="127665" cy="216321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4" name="Google Shape;574;p119"/>
              <p:cNvSpPr/>
              <p:nvPr/>
            </p:nvSpPr>
            <p:spPr>
              <a:xfrm>
                <a:off x="6475719" y="516121"/>
                <a:ext cx="134757" cy="268184"/>
              </a:xfrm>
              <a:custGeom>
                <a:rect b="b" l="l" r="r" t="t"/>
                <a:pathLst>
                  <a:path extrusionOk="0" h="617" w="310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5" name="Google Shape;575;p119"/>
              <p:cNvSpPr/>
              <p:nvPr/>
            </p:nvSpPr>
            <p:spPr>
              <a:xfrm>
                <a:off x="6618455" y="566212"/>
                <a:ext cx="207012" cy="219424"/>
              </a:xfrm>
              <a:custGeom>
                <a:rect b="b" l="l" r="r" t="t"/>
                <a:pathLst>
                  <a:path extrusionOk="0" h="505" w="476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6" name="Google Shape;576;p119"/>
              <p:cNvSpPr/>
              <p:nvPr/>
            </p:nvSpPr>
            <p:spPr>
              <a:xfrm>
                <a:off x="6837879" y="564438"/>
                <a:ext cx="127221" cy="216321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7" name="Google Shape;577;p119"/>
              <p:cNvSpPr/>
              <p:nvPr/>
            </p:nvSpPr>
            <p:spPr>
              <a:xfrm>
                <a:off x="4988072" y="888476"/>
                <a:ext cx="134757" cy="268628"/>
              </a:xfrm>
              <a:custGeom>
                <a:rect b="b" l="l" r="r" t="t"/>
                <a:pathLst>
                  <a:path extrusionOk="0" h="618" w="310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19"/>
              <p:cNvSpPr/>
              <p:nvPr/>
            </p:nvSpPr>
            <p:spPr>
              <a:xfrm>
                <a:off x="5131251" y="938123"/>
                <a:ext cx="207455" cy="219867"/>
              </a:xfrm>
              <a:custGeom>
                <a:rect b="b" l="l" r="r" t="t"/>
                <a:pathLst>
                  <a:path extrusionOk="0" h="505" w="477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19"/>
              <p:cNvSpPr/>
              <p:nvPr/>
            </p:nvSpPr>
            <p:spPr>
              <a:xfrm>
                <a:off x="5348015" y="938123"/>
                <a:ext cx="195486" cy="219867"/>
              </a:xfrm>
              <a:custGeom>
                <a:rect b="b" l="l" r="r" t="t"/>
                <a:pathLst>
                  <a:path extrusionOk="0" h="505" w="450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119"/>
              <p:cNvSpPr/>
              <p:nvPr/>
            </p:nvSpPr>
            <p:spPr>
              <a:xfrm>
                <a:off x="5553254" y="866312"/>
                <a:ext cx="193270" cy="286802"/>
              </a:xfrm>
              <a:custGeom>
                <a:rect b="b" l="l" r="r" t="t"/>
                <a:pathLst>
                  <a:path extrusionOk="0" h="660" w="445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19"/>
              <p:cNvSpPr/>
              <p:nvPr/>
            </p:nvSpPr>
            <p:spPr>
              <a:xfrm>
                <a:off x="5762039" y="938123"/>
                <a:ext cx="192827" cy="214991"/>
              </a:xfrm>
              <a:custGeom>
                <a:rect b="b" l="l" r="r" t="t"/>
                <a:pathLst>
                  <a:path extrusionOk="0" h="494" w="44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119"/>
              <p:cNvSpPr/>
              <p:nvPr/>
            </p:nvSpPr>
            <p:spPr>
              <a:xfrm>
                <a:off x="5967277" y="938123"/>
                <a:ext cx="228289" cy="219867"/>
              </a:xfrm>
              <a:custGeom>
                <a:rect b="b" l="l" r="r" t="t"/>
                <a:pathLst>
                  <a:path extrusionOk="0" h="505" w="52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119"/>
              <p:cNvSpPr/>
              <p:nvPr/>
            </p:nvSpPr>
            <p:spPr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19"/>
              <p:cNvSpPr/>
              <p:nvPr/>
            </p:nvSpPr>
            <p:spPr>
              <a:xfrm>
                <a:off x="6278460" y="938123"/>
                <a:ext cx="228732" cy="219867"/>
              </a:xfrm>
              <a:custGeom>
                <a:rect b="b" l="l" r="r" t="t"/>
                <a:pathLst>
                  <a:path extrusionOk="0" h="505" w="526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5" name="Google Shape;585;p119"/>
              <p:cNvSpPr/>
              <p:nvPr/>
            </p:nvSpPr>
            <p:spPr>
              <a:xfrm>
                <a:off x="6516057" y="938123"/>
                <a:ext cx="221197" cy="278823"/>
              </a:xfrm>
              <a:custGeom>
                <a:rect b="b" l="l" r="r" t="t"/>
                <a:pathLst>
                  <a:path extrusionOk="0" h="641" w="509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19"/>
              <p:cNvSpPr/>
              <p:nvPr/>
            </p:nvSpPr>
            <p:spPr>
              <a:xfrm>
                <a:off x="6747450" y="942113"/>
                <a:ext cx="219424" cy="275277"/>
              </a:xfrm>
              <a:custGeom>
                <a:rect b="b" l="l" r="r" t="t"/>
                <a:pathLst>
                  <a:path extrusionOk="0" h="633" w="505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19"/>
              <p:cNvSpPr/>
              <p:nvPr/>
            </p:nvSpPr>
            <p:spPr>
              <a:xfrm>
                <a:off x="6005842" y="1258171"/>
                <a:ext cx="132541" cy="290348"/>
              </a:xfrm>
              <a:custGeom>
                <a:rect b="b" l="l" r="r" t="t"/>
                <a:pathLst>
                  <a:path extrusionOk="0" h="667" w="305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19"/>
              <p:cNvSpPr/>
              <p:nvPr/>
            </p:nvSpPr>
            <p:spPr>
              <a:xfrm>
                <a:off x="6137497" y="1333086"/>
                <a:ext cx="228289" cy="219867"/>
              </a:xfrm>
              <a:custGeom>
                <a:rect b="b" l="l" r="r" t="t"/>
                <a:pathLst>
                  <a:path extrusionOk="0" h="506" w="525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19"/>
              <p:cNvSpPr/>
              <p:nvPr/>
            </p:nvSpPr>
            <p:spPr>
              <a:xfrm>
                <a:off x="6379084" y="1331756"/>
                <a:ext cx="127665" cy="216764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19"/>
              <p:cNvSpPr/>
              <p:nvPr/>
            </p:nvSpPr>
            <p:spPr>
              <a:xfrm>
                <a:off x="6582993" y="1334859"/>
                <a:ext cx="194157" cy="217207"/>
              </a:xfrm>
              <a:custGeom>
                <a:rect b="b" l="l" r="r" t="t"/>
                <a:pathLst>
                  <a:path extrusionOk="0" h="500" w="446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19"/>
              <p:cNvSpPr/>
              <p:nvPr/>
            </p:nvSpPr>
            <p:spPr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19"/>
              <p:cNvSpPr/>
              <p:nvPr/>
            </p:nvSpPr>
            <p:spPr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593" name="Google Shape;593;p119"/>
            <p:cNvSpPr/>
            <p:nvPr/>
          </p:nvSpPr>
          <p:spPr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594" name="Google Shape;594;p119"/>
            <p:cNvGrpSpPr/>
            <p:nvPr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595" name="Google Shape;595;p119"/>
              <p:cNvSpPr/>
              <p:nvPr/>
            </p:nvSpPr>
            <p:spPr>
              <a:xfrm>
                <a:off x="7383556" y="1311808"/>
                <a:ext cx="249567" cy="247350"/>
              </a:xfrm>
              <a:custGeom>
                <a:rect b="b" l="l" r="r" t="t"/>
                <a:pathLst>
                  <a:path extrusionOk="0" h="569" w="574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6" name="Google Shape;596;p119"/>
              <p:cNvSpPr/>
              <p:nvPr/>
            </p:nvSpPr>
            <p:spPr>
              <a:xfrm>
                <a:off x="7387546" y="755049"/>
                <a:ext cx="245577" cy="276163"/>
              </a:xfrm>
              <a:custGeom>
                <a:rect b="b" l="l" r="r" t="t"/>
                <a:pathLst>
                  <a:path extrusionOk="0" h="623" w="554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7" name="Google Shape;597;p119"/>
              <p:cNvSpPr/>
              <p:nvPr/>
            </p:nvSpPr>
            <p:spPr>
              <a:xfrm>
                <a:off x="7383556" y="1583096"/>
                <a:ext cx="253999" cy="256659"/>
              </a:xfrm>
              <a:custGeom>
                <a:rect b="b" l="l" r="r" t="t"/>
                <a:pathLst>
                  <a:path extrusionOk="0" h="590" w="584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8" name="Google Shape;598;p119"/>
              <p:cNvSpPr/>
              <p:nvPr/>
            </p:nvSpPr>
            <p:spPr>
              <a:xfrm>
                <a:off x="7313961" y="1846404"/>
                <a:ext cx="319161" cy="221640"/>
              </a:xfrm>
              <a:custGeom>
                <a:rect b="b" l="l" r="r" t="t"/>
                <a:pathLst>
                  <a:path extrusionOk="0" h="500" w="72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9" name="Google Shape;599;p119"/>
              <p:cNvSpPr/>
              <p:nvPr/>
            </p:nvSpPr>
            <p:spPr>
              <a:xfrm>
                <a:off x="7383556" y="501936"/>
                <a:ext cx="253999" cy="263752"/>
              </a:xfrm>
              <a:custGeom>
                <a:rect b="b" l="l" r="r" t="t"/>
                <a:pathLst>
                  <a:path extrusionOk="0" h="607" w="584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0" name="Google Shape;600;p119"/>
              <p:cNvSpPr/>
              <p:nvPr/>
            </p:nvSpPr>
            <p:spPr>
              <a:xfrm>
                <a:off x="7383556" y="1021017"/>
                <a:ext cx="253999" cy="263752"/>
              </a:xfrm>
              <a:custGeom>
                <a:rect b="b" l="l" r="r" t="t"/>
                <a:pathLst>
                  <a:path extrusionOk="0" h="607" w="584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losing Slide_Black" showMasterSp="0">
  <p:cSld name="1_Closing Slide_Black">
    <p:bg>
      <p:bgPr>
        <a:solidFill>
          <a:srgbClr val="1E0113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2" name="Google Shape;602;p120"/>
          <p:cNvGrpSpPr/>
          <p:nvPr/>
        </p:nvGrpSpPr>
        <p:grpSpPr>
          <a:xfrm>
            <a:off x="7044578" y="767096"/>
            <a:ext cx="2100612" cy="1898696"/>
            <a:chOff x="9390324" y="767096"/>
            <a:chExt cx="2800087" cy="1898696"/>
          </a:xfrm>
        </p:grpSpPr>
        <p:grpSp>
          <p:nvGrpSpPr>
            <p:cNvPr id="603" name="Google Shape;603;p120"/>
            <p:cNvGrpSpPr/>
            <p:nvPr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</p:grpSpPr>
          <p:sp>
            <p:nvSpPr>
              <p:cNvPr id="604" name="Google Shape;604;p120"/>
              <p:cNvSpPr/>
              <p:nvPr/>
            </p:nvSpPr>
            <p:spPr>
              <a:xfrm>
                <a:off x="5559016" y="501936"/>
                <a:ext cx="218094" cy="282813"/>
              </a:xfrm>
              <a:custGeom>
                <a:rect b="b" l="l" r="r" t="t"/>
                <a:pathLst>
                  <a:path extrusionOk="0" h="651" w="502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5" name="Google Shape;605;p120"/>
              <p:cNvSpPr/>
              <p:nvPr/>
            </p:nvSpPr>
            <p:spPr>
              <a:xfrm>
                <a:off x="5791295" y="566212"/>
                <a:ext cx="322264" cy="214547"/>
              </a:xfrm>
              <a:custGeom>
                <a:rect b="b" l="l" r="r" t="t"/>
                <a:pathLst>
                  <a:path extrusionOk="0" h="494" w="741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6" name="Google Shape;606;p120"/>
              <p:cNvSpPr/>
              <p:nvPr/>
            </p:nvSpPr>
            <p:spPr>
              <a:xfrm>
                <a:off x="6125971" y="567985"/>
                <a:ext cx="193713" cy="216764"/>
              </a:xfrm>
              <a:custGeom>
                <a:rect b="b" l="l" r="r" t="t"/>
                <a:pathLst>
                  <a:path extrusionOk="0" h="499" w="446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7" name="Google Shape;607;p120"/>
              <p:cNvSpPr/>
              <p:nvPr/>
            </p:nvSpPr>
            <p:spPr>
              <a:xfrm>
                <a:off x="6336529" y="564438"/>
                <a:ext cx="127665" cy="216321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8" name="Google Shape;608;p120"/>
              <p:cNvSpPr/>
              <p:nvPr/>
            </p:nvSpPr>
            <p:spPr>
              <a:xfrm>
                <a:off x="6475719" y="516121"/>
                <a:ext cx="134757" cy="268184"/>
              </a:xfrm>
              <a:custGeom>
                <a:rect b="b" l="l" r="r" t="t"/>
                <a:pathLst>
                  <a:path extrusionOk="0" h="617" w="310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09" name="Google Shape;609;p120"/>
              <p:cNvSpPr/>
              <p:nvPr/>
            </p:nvSpPr>
            <p:spPr>
              <a:xfrm>
                <a:off x="6618455" y="566212"/>
                <a:ext cx="207012" cy="219424"/>
              </a:xfrm>
              <a:custGeom>
                <a:rect b="b" l="l" r="r" t="t"/>
                <a:pathLst>
                  <a:path extrusionOk="0" h="505" w="476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0" name="Google Shape;610;p120"/>
              <p:cNvSpPr/>
              <p:nvPr/>
            </p:nvSpPr>
            <p:spPr>
              <a:xfrm>
                <a:off x="6837879" y="564438"/>
                <a:ext cx="127221" cy="216321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1" name="Google Shape;611;p120"/>
              <p:cNvSpPr/>
              <p:nvPr/>
            </p:nvSpPr>
            <p:spPr>
              <a:xfrm>
                <a:off x="4988072" y="888476"/>
                <a:ext cx="134757" cy="268628"/>
              </a:xfrm>
              <a:custGeom>
                <a:rect b="b" l="l" r="r" t="t"/>
                <a:pathLst>
                  <a:path extrusionOk="0" h="618" w="310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2" name="Google Shape;612;p120"/>
              <p:cNvSpPr/>
              <p:nvPr/>
            </p:nvSpPr>
            <p:spPr>
              <a:xfrm>
                <a:off x="5131251" y="938123"/>
                <a:ext cx="207455" cy="219867"/>
              </a:xfrm>
              <a:custGeom>
                <a:rect b="b" l="l" r="r" t="t"/>
                <a:pathLst>
                  <a:path extrusionOk="0" h="505" w="477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3" name="Google Shape;613;p120"/>
              <p:cNvSpPr/>
              <p:nvPr/>
            </p:nvSpPr>
            <p:spPr>
              <a:xfrm>
                <a:off x="5348015" y="938123"/>
                <a:ext cx="195486" cy="219867"/>
              </a:xfrm>
              <a:custGeom>
                <a:rect b="b" l="l" r="r" t="t"/>
                <a:pathLst>
                  <a:path extrusionOk="0" h="505" w="450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120"/>
              <p:cNvSpPr/>
              <p:nvPr/>
            </p:nvSpPr>
            <p:spPr>
              <a:xfrm>
                <a:off x="5553254" y="866312"/>
                <a:ext cx="193270" cy="286802"/>
              </a:xfrm>
              <a:custGeom>
                <a:rect b="b" l="l" r="r" t="t"/>
                <a:pathLst>
                  <a:path extrusionOk="0" h="660" w="445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120"/>
              <p:cNvSpPr/>
              <p:nvPr/>
            </p:nvSpPr>
            <p:spPr>
              <a:xfrm>
                <a:off x="5762039" y="938123"/>
                <a:ext cx="192827" cy="214991"/>
              </a:xfrm>
              <a:custGeom>
                <a:rect b="b" l="l" r="r" t="t"/>
                <a:pathLst>
                  <a:path extrusionOk="0" h="494" w="44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120"/>
              <p:cNvSpPr/>
              <p:nvPr/>
            </p:nvSpPr>
            <p:spPr>
              <a:xfrm>
                <a:off x="5967277" y="938123"/>
                <a:ext cx="228289" cy="219867"/>
              </a:xfrm>
              <a:custGeom>
                <a:rect b="b" l="l" r="r" t="t"/>
                <a:pathLst>
                  <a:path extrusionOk="0" h="505" w="52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120"/>
              <p:cNvSpPr/>
              <p:nvPr/>
            </p:nvSpPr>
            <p:spPr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8" name="Google Shape;618;p120"/>
              <p:cNvSpPr/>
              <p:nvPr/>
            </p:nvSpPr>
            <p:spPr>
              <a:xfrm>
                <a:off x="6278460" y="938123"/>
                <a:ext cx="228732" cy="219867"/>
              </a:xfrm>
              <a:custGeom>
                <a:rect b="b" l="l" r="r" t="t"/>
                <a:pathLst>
                  <a:path extrusionOk="0" h="505" w="526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9" name="Google Shape;619;p120"/>
              <p:cNvSpPr/>
              <p:nvPr/>
            </p:nvSpPr>
            <p:spPr>
              <a:xfrm>
                <a:off x="6516057" y="938123"/>
                <a:ext cx="221197" cy="278823"/>
              </a:xfrm>
              <a:custGeom>
                <a:rect b="b" l="l" r="r" t="t"/>
                <a:pathLst>
                  <a:path extrusionOk="0" h="641" w="509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0" name="Google Shape;620;p120"/>
              <p:cNvSpPr/>
              <p:nvPr/>
            </p:nvSpPr>
            <p:spPr>
              <a:xfrm>
                <a:off x="6747450" y="942113"/>
                <a:ext cx="219424" cy="275277"/>
              </a:xfrm>
              <a:custGeom>
                <a:rect b="b" l="l" r="r" t="t"/>
                <a:pathLst>
                  <a:path extrusionOk="0" h="633" w="505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1" name="Google Shape;621;p120"/>
              <p:cNvSpPr/>
              <p:nvPr/>
            </p:nvSpPr>
            <p:spPr>
              <a:xfrm>
                <a:off x="6005842" y="1258171"/>
                <a:ext cx="132541" cy="290348"/>
              </a:xfrm>
              <a:custGeom>
                <a:rect b="b" l="l" r="r" t="t"/>
                <a:pathLst>
                  <a:path extrusionOk="0" h="667" w="305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120"/>
              <p:cNvSpPr/>
              <p:nvPr/>
            </p:nvSpPr>
            <p:spPr>
              <a:xfrm>
                <a:off x="6137497" y="1333086"/>
                <a:ext cx="228289" cy="219867"/>
              </a:xfrm>
              <a:custGeom>
                <a:rect b="b" l="l" r="r" t="t"/>
                <a:pathLst>
                  <a:path extrusionOk="0" h="506" w="525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120"/>
              <p:cNvSpPr/>
              <p:nvPr/>
            </p:nvSpPr>
            <p:spPr>
              <a:xfrm>
                <a:off x="6379084" y="1331756"/>
                <a:ext cx="127665" cy="216764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4" name="Google Shape;624;p120"/>
              <p:cNvSpPr/>
              <p:nvPr/>
            </p:nvSpPr>
            <p:spPr>
              <a:xfrm>
                <a:off x="6582993" y="1334859"/>
                <a:ext cx="194157" cy="217207"/>
              </a:xfrm>
              <a:custGeom>
                <a:rect b="b" l="l" r="r" t="t"/>
                <a:pathLst>
                  <a:path extrusionOk="0" h="500" w="446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5" name="Google Shape;625;p120"/>
              <p:cNvSpPr/>
              <p:nvPr/>
            </p:nvSpPr>
            <p:spPr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6" name="Google Shape;626;p120"/>
              <p:cNvSpPr/>
              <p:nvPr/>
            </p:nvSpPr>
            <p:spPr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27" name="Google Shape;627;p120"/>
            <p:cNvSpPr/>
            <p:nvPr/>
          </p:nvSpPr>
          <p:spPr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28" name="Google Shape;628;p120"/>
            <p:cNvGrpSpPr/>
            <p:nvPr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29" name="Google Shape;629;p120"/>
              <p:cNvSpPr/>
              <p:nvPr/>
            </p:nvSpPr>
            <p:spPr>
              <a:xfrm>
                <a:off x="7383556" y="1311808"/>
                <a:ext cx="249567" cy="247350"/>
              </a:xfrm>
              <a:custGeom>
                <a:rect b="b" l="l" r="r" t="t"/>
                <a:pathLst>
                  <a:path extrusionOk="0" h="569" w="574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0" name="Google Shape;630;p120"/>
              <p:cNvSpPr/>
              <p:nvPr/>
            </p:nvSpPr>
            <p:spPr>
              <a:xfrm>
                <a:off x="7387546" y="755049"/>
                <a:ext cx="245577" cy="276163"/>
              </a:xfrm>
              <a:custGeom>
                <a:rect b="b" l="l" r="r" t="t"/>
                <a:pathLst>
                  <a:path extrusionOk="0" h="623" w="554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1" name="Google Shape;631;p120"/>
              <p:cNvSpPr/>
              <p:nvPr/>
            </p:nvSpPr>
            <p:spPr>
              <a:xfrm>
                <a:off x="7383556" y="1583096"/>
                <a:ext cx="253999" cy="256659"/>
              </a:xfrm>
              <a:custGeom>
                <a:rect b="b" l="l" r="r" t="t"/>
                <a:pathLst>
                  <a:path extrusionOk="0" h="590" w="584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20"/>
              <p:cNvSpPr/>
              <p:nvPr/>
            </p:nvSpPr>
            <p:spPr>
              <a:xfrm>
                <a:off x="7313961" y="1846404"/>
                <a:ext cx="319161" cy="221640"/>
              </a:xfrm>
              <a:custGeom>
                <a:rect b="b" l="l" r="r" t="t"/>
                <a:pathLst>
                  <a:path extrusionOk="0" h="500" w="72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3" name="Google Shape;633;p120"/>
              <p:cNvSpPr/>
              <p:nvPr/>
            </p:nvSpPr>
            <p:spPr>
              <a:xfrm>
                <a:off x="7383556" y="501936"/>
                <a:ext cx="253999" cy="263752"/>
              </a:xfrm>
              <a:custGeom>
                <a:rect b="b" l="l" r="r" t="t"/>
                <a:pathLst>
                  <a:path extrusionOk="0" h="607" w="584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4" name="Google Shape;634;p120"/>
              <p:cNvSpPr/>
              <p:nvPr/>
            </p:nvSpPr>
            <p:spPr>
              <a:xfrm>
                <a:off x="7383556" y="1021017"/>
                <a:ext cx="253999" cy="263752"/>
              </a:xfrm>
              <a:custGeom>
                <a:rect b="b" l="l" r="r" t="t"/>
                <a:pathLst>
                  <a:path extrusionOk="0" h="607" w="584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35" name="Google Shape;635;p120"/>
          <p:cNvGrpSpPr/>
          <p:nvPr/>
        </p:nvGrpSpPr>
        <p:grpSpPr>
          <a:xfrm>
            <a:off x="1154511" y="3561908"/>
            <a:ext cx="5890067" cy="1769127"/>
            <a:chOff x="541049" y="2649538"/>
            <a:chExt cx="9285724" cy="2092325"/>
          </a:xfrm>
        </p:grpSpPr>
        <p:sp>
          <p:nvSpPr>
            <p:cNvPr id="636" name="Google Shape;636;p120"/>
            <p:cNvSpPr/>
            <p:nvPr/>
          </p:nvSpPr>
          <p:spPr>
            <a:xfrm>
              <a:off x="541049" y="2809876"/>
              <a:ext cx="963613" cy="1928813"/>
            </a:xfrm>
            <a:custGeom>
              <a:rect b="b" l="l" r="r" t="t"/>
              <a:pathLst>
                <a:path extrusionOk="0" h="600" w="301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20"/>
            <p:cNvSpPr/>
            <p:nvPr/>
          </p:nvSpPr>
          <p:spPr>
            <a:xfrm>
              <a:off x="1708151" y="2649538"/>
              <a:ext cx="1382713" cy="2063750"/>
            </a:xfrm>
            <a:custGeom>
              <a:rect b="b" l="l" r="r" t="t"/>
              <a:pathLst>
                <a:path extrusionOk="0" h="642" w="43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20"/>
            <p:cNvSpPr/>
            <p:nvPr/>
          </p:nvSpPr>
          <p:spPr>
            <a:xfrm>
              <a:off x="3261304" y="3179763"/>
              <a:ext cx="1390650" cy="1562100"/>
            </a:xfrm>
            <a:custGeom>
              <a:rect b="b" l="l" r="r" t="t"/>
              <a:pathLst>
                <a:path extrusionOk="0" h="486" w="434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20"/>
            <p:cNvSpPr/>
            <p:nvPr/>
          </p:nvSpPr>
          <p:spPr>
            <a:xfrm>
              <a:off x="4859916" y="3170238"/>
              <a:ext cx="1384300" cy="1543050"/>
            </a:xfrm>
            <a:custGeom>
              <a:rect b="b" l="l" r="r" t="t"/>
              <a:pathLst>
                <a:path extrusionOk="0" h="480" w="432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20"/>
            <p:cNvSpPr/>
            <p:nvPr/>
          </p:nvSpPr>
          <p:spPr>
            <a:xfrm>
              <a:off x="6436593" y="2649538"/>
              <a:ext cx="1460500" cy="2063750"/>
            </a:xfrm>
            <a:custGeom>
              <a:rect b="b" l="l" r="r" t="t"/>
              <a:pathLst>
                <a:path extrusionOk="0" h="1300" w="92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20"/>
            <p:cNvSpPr/>
            <p:nvPr/>
          </p:nvSpPr>
          <p:spPr>
            <a:xfrm>
              <a:off x="7919896" y="3173413"/>
              <a:ext cx="1227138" cy="1568450"/>
            </a:xfrm>
            <a:custGeom>
              <a:rect b="b" l="l" r="r" t="t"/>
              <a:pathLst>
                <a:path extrusionOk="0" h="488" w="383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20"/>
            <p:cNvSpPr/>
            <p:nvPr/>
          </p:nvSpPr>
          <p:spPr>
            <a:xfrm>
              <a:off x="9282260" y="4167188"/>
              <a:ext cx="544513" cy="54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losing Slide_White" showMasterSp="0">
  <p:cSld name="1_Closing Slide_White">
    <p:bg>
      <p:bgPr>
        <a:solidFill>
          <a:schemeClr val="lt1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Lenovo pale smarter gradient, &quot;Wonder&quot; combines pale reds, purples and blue" id="644" name="Google Shape;644;p1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0">
                <a:srgbClr val="A7B6D3"/>
              </a:gs>
              <a:gs pos="9000">
                <a:srgbClr val="A7B6D3"/>
              </a:gs>
              <a:gs pos="47000">
                <a:srgbClr val="D2ADC9"/>
              </a:gs>
              <a:gs pos="77000">
                <a:srgbClr val="E6BDC1"/>
              </a:gs>
              <a:gs pos="100000">
                <a:srgbClr val="F5A598"/>
              </a:gs>
            </a:gsLst>
            <a:lin ang="13500000" scaled="0"/>
          </a:gradFill>
          <a:ln>
            <a:noFill/>
          </a:ln>
        </p:spPr>
        <p:txBody>
          <a:bodyPr anchorCtr="0" anchor="ctr" bIns="137175" lIns="137175" spcFirstLastPara="1" rIns="137175" wrap="square" tIns="1371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45" name="Google Shape;645;p121"/>
          <p:cNvGrpSpPr/>
          <p:nvPr/>
        </p:nvGrpSpPr>
        <p:grpSpPr>
          <a:xfrm>
            <a:off x="7044578" y="767096"/>
            <a:ext cx="2100612" cy="1898696"/>
            <a:chOff x="9390324" y="767096"/>
            <a:chExt cx="2800087" cy="1898696"/>
          </a:xfrm>
        </p:grpSpPr>
        <p:grpSp>
          <p:nvGrpSpPr>
            <p:cNvPr id="646" name="Google Shape;646;p121"/>
            <p:cNvGrpSpPr/>
            <p:nvPr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</p:grpSpPr>
          <p:sp>
            <p:nvSpPr>
              <p:cNvPr id="647" name="Google Shape;647;p121"/>
              <p:cNvSpPr/>
              <p:nvPr/>
            </p:nvSpPr>
            <p:spPr>
              <a:xfrm>
                <a:off x="5559016" y="501936"/>
                <a:ext cx="218094" cy="282813"/>
              </a:xfrm>
              <a:custGeom>
                <a:rect b="b" l="l" r="r" t="t"/>
                <a:pathLst>
                  <a:path extrusionOk="0" h="651" w="502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8" name="Google Shape;648;p121"/>
              <p:cNvSpPr/>
              <p:nvPr/>
            </p:nvSpPr>
            <p:spPr>
              <a:xfrm>
                <a:off x="5791295" y="566212"/>
                <a:ext cx="322264" cy="214547"/>
              </a:xfrm>
              <a:custGeom>
                <a:rect b="b" l="l" r="r" t="t"/>
                <a:pathLst>
                  <a:path extrusionOk="0" h="494" w="741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9" name="Google Shape;649;p121"/>
              <p:cNvSpPr/>
              <p:nvPr/>
            </p:nvSpPr>
            <p:spPr>
              <a:xfrm>
                <a:off x="6125971" y="567985"/>
                <a:ext cx="193713" cy="216764"/>
              </a:xfrm>
              <a:custGeom>
                <a:rect b="b" l="l" r="r" t="t"/>
                <a:pathLst>
                  <a:path extrusionOk="0" h="499" w="446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0" name="Google Shape;650;p121"/>
              <p:cNvSpPr/>
              <p:nvPr/>
            </p:nvSpPr>
            <p:spPr>
              <a:xfrm>
                <a:off x="6336529" y="564438"/>
                <a:ext cx="127665" cy="216321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1" name="Google Shape;651;p121"/>
              <p:cNvSpPr/>
              <p:nvPr/>
            </p:nvSpPr>
            <p:spPr>
              <a:xfrm>
                <a:off x="6475719" y="516121"/>
                <a:ext cx="134757" cy="268184"/>
              </a:xfrm>
              <a:custGeom>
                <a:rect b="b" l="l" r="r" t="t"/>
                <a:pathLst>
                  <a:path extrusionOk="0" h="617" w="310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2" name="Google Shape;652;p121"/>
              <p:cNvSpPr/>
              <p:nvPr/>
            </p:nvSpPr>
            <p:spPr>
              <a:xfrm>
                <a:off x="6618455" y="566212"/>
                <a:ext cx="207012" cy="219424"/>
              </a:xfrm>
              <a:custGeom>
                <a:rect b="b" l="l" r="r" t="t"/>
                <a:pathLst>
                  <a:path extrusionOk="0" h="505" w="476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3" name="Google Shape;653;p121"/>
              <p:cNvSpPr/>
              <p:nvPr/>
            </p:nvSpPr>
            <p:spPr>
              <a:xfrm>
                <a:off x="6837879" y="564438"/>
                <a:ext cx="127221" cy="216321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121"/>
              <p:cNvSpPr/>
              <p:nvPr/>
            </p:nvSpPr>
            <p:spPr>
              <a:xfrm>
                <a:off x="4988072" y="888476"/>
                <a:ext cx="134757" cy="268628"/>
              </a:xfrm>
              <a:custGeom>
                <a:rect b="b" l="l" r="r" t="t"/>
                <a:pathLst>
                  <a:path extrusionOk="0" h="618" w="310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121"/>
              <p:cNvSpPr/>
              <p:nvPr/>
            </p:nvSpPr>
            <p:spPr>
              <a:xfrm>
                <a:off x="5131251" y="938123"/>
                <a:ext cx="207455" cy="219867"/>
              </a:xfrm>
              <a:custGeom>
                <a:rect b="b" l="l" r="r" t="t"/>
                <a:pathLst>
                  <a:path extrusionOk="0" h="505" w="477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6" name="Google Shape;656;p121"/>
              <p:cNvSpPr/>
              <p:nvPr/>
            </p:nvSpPr>
            <p:spPr>
              <a:xfrm>
                <a:off x="5348015" y="938123"/>
                <a:ext cx="195486" cy="219867"/>
              </a:xfrm>
              <a:custGeom>
                <a:rect b="b" l="l" r="r" t="t"/>
                <a:pathLst>
                  <a:path extrusionOk="0" h="505" w="450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21"/>
              <p:cNvSpPr/>
              <p:nvPr/>
            </p:nvSpPr>
            <p:spPr>
              <a:xfrm>
                <a:off x="5553254" y="866312"/>
                <a:ext cx="193270" cy="286802"/>
              </a:xfrm>
              <a:custGeom>
                <a:rect b="b" l="l" r="r" t="t"/>
                <a:pathLst>
                  <a:path extrusionOk="0" h="660" w="445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21"/>
              <p:cNvSpPr/>
              <p:nvPr/>
            </p:nvSpPr>
            <p:spPr>
              <a:xfrm>
                <a:off x="5762039" y="938123"/>
                <a:ext cx="192827" cy="214991"/>
              </a:xfrm>
              <a:custGeom>
                <a:rect b="b" l="l" r="r" t="t"/>
                <a:pathLst>
                  <a:path extrusionOk="0" h="494" w="44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9" name="Google Shape;659;p121"/>
              <p:cNvSpPr/>
              <p:nvPr/>
            </p:nvSpPr>
            <p:spPr>
              <a:xfrm>
                <a:off x="5967277" y="938123"/>
                <a:ext cx="228289" cy="219867"/>
              </a:xfrm>
              <a:custGeom>
                <a:rect b="b" l="l" r="r" t="t"/>
                <a:pathLst>
                  <a:path extrusionOk="0" h="505" w="52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21"/>
              <p:cNvSpPr/>
              <p:nvPr/>
            </p:nvSpPr>
            <p:spPr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21"/>
              <p:cNvSpPr/>
              <p:nvPr/>
            </p:nvSpPr>
            <p:spPr>
              <a:xfrm>
                <a:off x="6278460" y="938123"/>
                <a:ext cx="228732" cy="219867"/>
              </a:xfrm>
              <a:custGeom>
                <a:rect b="b" l="l" r="r" t="t"/>
                <a:pathLst>
                  <a:path extrusionOk="0" h="505" w="526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2" name="Google Shape;662;p121"/>
              <p:cNvSpPr/>
              <p:nvPr/>
            </p:nvSpPr>
            <p:spPr>
              <a:xfrm>
                <a:off x="6516057" y="938123"/>
                <a:ext cx="221197" cy="278823"/>
              </a:xfrm>
              <a:custGeom>
                <a:rect b="b" l="l" r="r" t="t"/>
                <a:pathLst>
                  <a:path extrusionOk="0" h="641" w="509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3" name="Google Shape;663;p121"/>
              <p:cNvSpPr/>
              <p:nvPr/>
            </p:nvSpPr>
            <p:spPr>
              <a:xfrm>
                <a:off x="6747450" y="942113"/>
                <a:ext cx="219424" cy="275277"/>
              </a:xfrm>
              <a:custGeom>
                <a:rect b="b" l="l" r="r" t="t"/>
                <a:pathLst>
                  <a:path extrusionOk="0" h="633" w="505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4" name="Google Shape;664;p121"/>
              <p:cNvSpPr/>
              <p:nvPr/>
            </p:nvSpPr>
            <p:spPr>
              <a:xfrm>
                <a:off x="6005842" y="1258171"/>
                <a:ext cx="132541" cy="290348"/>
              </a:xfrm>
              <a:custGeom>
                <a:rect b="b" l="l" r="r" t="t"/>
                <a:pathLst>
                  <a:path extrusionOk="0" h="667" w="305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121"/>
              <p:cNvSpPr/>
              <p:nvPr/>
            </p:nvSpPr>
            <p:spPr>
              <a:xfrm>
                <a:off x="6137497" y="1333086"/>
                <a:ext cx="228289" cy="219867"/>
              </a:xfrm>
              <a:custGeom>
                <a:rect b="b" l="l" r="r" t="t"/>
                <a:pathLst>
                  <a:path extrusionOk="0" h="506" w="525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6" name="Google Shape;666;p121"/>
              <p:cNvSpPr/>
              <p:nvPr/>
            </p:nvSpPr>
            <p:spPr>
              <a:xfrm>
                <a:off x="6379084" y="1331756"/>
                <a:ext cx="127665" cy="216764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7" name="Google Shape;667;p121"/>
              <p:cNvSpPr/>
              <p:nvPr/>
            </p:nvSpPr>
            <p:spPr>
              <a:xfrm>
                <a:off x="6582993" y="1334859"/>
                <a:ext cx="194157" cy="217207"/>
              </a:xfrm>
              <a:custGeom>
                <a:rect b="b" l="l" r="r" t="t"/>
                <a:pathLst>
                  <a:path extrusionOk="0" h="500" w="446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8" name="Google Shape;668;p121"/>
              <p:cNvSpPr/>
              <p:nvPr/>
            </p:nvSpPr>
            <p:spPr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121"/>
              <p:cNvSpPr/>
              <p:nvPr/>
            </p:nvSpPr>
            <p:spPr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rgbClr val="4D144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70" name="Google Shape;670;p121"/>
            <p:cNvSpPr/>
            <p:nvPr/>
          </p:nvSpPr>
          <p:spPr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71" name="Google Shape;671;p121"/>
            <p:cNvGrpSpPr/>
            <p:nvPr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72" name="Google Shape;672;p121"/>
              <p:cNvSpPr/>
              <p:nvPr/>
            </p:nvSpPr>
            <p:spPr>
              <a:xfrm>
                <a:off x="7383556" y="1311808"/>
                <a:ext cx="249567" cy="247350"/>
              </a:xfrm>
              <a:custGeom>
                <a:rect b="b" l="l" r="r" t="t"/>
                <a:pathLst>
                  <a:path extrusionOk="0" h="569" w="574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21"/>
              <p:cNvSpPr/>
              <p:nvPr/>
            </p:nvSpPr>
            <p:spPr>
              <a:xfrm>
                <a:off x="7387546" y="755049"/>
                <a:ext cx="245577" cy="276163"/>
              </a:xfrm>
              <a:custGeom>
                <a:rect b="b" l="l" r="r" t="t"/>
                <a:pathLst>
                  <a:path extrusionOk="0" h="623" w="554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4" name="Google Shape;674;p121"/>
              <p:cNvSpPr/>
              <p:nvPr/>
            </p:nvSpPr>
            <p:spPr>
              <a:xfrm>
                <a:off x="7383556" y="1583096"/>
                <a:ext cx="253999" cy="256659"/>
              </a:xfrm>
              <a:custGeom>
                <a:rect b="b" l="l" r="r" t="t"/>
                <a:pathLst>
                  <a:path extrusionOk="0" h="590" w="584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121"/>
              <p:cNvSpPr/>
              <p:nvPr/>
            </p:nvSpPr>
            <p:spPr>
              <a:xfrm>
                <a:off x="7313961" y="1846404"/>
                <a:ext cx="319161" cy="221640"/>
              </a:xfrm>
              <a:custGeom>
                <a:rect b="b" l="l" r="r" t="t"/>
                <a:pathLst>
                  <a:path extrusionOk="0" h="500" w="72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6" name="Google Shape;676;p121"/>
              <p:cNvSpPr/>
              <p:nvPr/>
            </p:nvSpPr>
            <p:spPr>
              <a:xfrm>
                <a:off x="7383556" y="501936"/>
                <a:ext cx="253999" cy="263752"/>
              </a:xfrm>
              <a:custGeom>
                <a:rect b="b" l="l" r="r" t="t"/>
                <a:pathLst>
                  <a:path extrusionOk="0" h="607" w="584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7" name="Google Shape;677;p121"/>
              <p:cNvSpPr/>
              <p:nvPr/>
            </p:nvSpPr>
            <p:spPr>
              <a:xfrm>
                <a:off x="7383556" y="1021017"/>
                <a:ext cx="253999" cy="263752"/>
              </a:xfrm>
              <a:custGeom>
                <a:rect b="b" l="l" r="r" t="t"/>
                <a:pathLst>
                  <a:path extrusionOk="0" h="607" w="584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78" name="Google Shape;678;p121"/>
          <p:cNvGrpSpPr/>
          <p:nvPr/>
        </p:nvGrpSpPr>
        <p:grpSpPr>
          <a:xfrm>
            <a:off x="1154511" y="3561908"/>
            <a:ext cx="5890067" cy="1769127"/>
            <a:chOff x="541049" y="2649538"/>
            <a:chExt cx="9285724" cy="2092325"/>
          </a:xfrm>
        </p:grpSpPr>
        <p:sp>
          <p:nvSpPr>
            <p:cNvPr id="679" name="Google Shape;679;p121"/>
            <p:cNvSpPr/>
            <p:nvPr/>
          </p:nvSpPr>
          <p:spPr>
            <a:xfrm>
              <a:off x="541049" y="2809876"/>
              <a:ext cx="963613" cy="1928813"/>
            </a:xfrm>
            <a:custGeom>
              <a:rect b="b" l="l" r="r" t="t"/>
              <a:pathLst>
                <a:path extrusionOk="0" h="600" w="301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121"/>
            <p:cNvSpPr/>
            <p:nvPr/>
          </p:nvSpPr>
          <p:spPr>
            <a:xfrm>
              <a:off x="1708151" y="2649538"/>
              <a:ext cx="1382713" cy="2063750"/>
            </a:xfrm>
            <a:custGeom>
              <a:rect b="b" l="l" r="r" t="t"/>
              <a:pathLst>
                <a:path extrusionOk="0" h="642" w="43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121"/>
            <p:cNvSpPr/>
            <p:nvPr/>
          </p:nvSpPr>
          <p:spPr>
            <a:xfrm>
              <a:off x="3261304" y="3179763"/>
              <a:ext cx="1390650" cy="1562100"/>
            </a:xfrm>
            <a:custGeom>
              <a:rect b="b" l="l" r="r" t="t"/>
              <a:pathLst>
                <a:path extrusionOk="0" h="486" w="434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121"/>
            <p:cNvSpPr/>
            <p:nvPr/>
          </p:nvSpPr>
          <p:spPr>
            <a:xfrm>
              <a:off x="4859916" y="3170238"/>
              <a:ext cx="1384300" cy="1543050"/>
            </a:xfrm>
            <a:custGeom>
              <a:rect b="b" l="l" r="r" t="t"/>
              <a:pathLst>
                <a:path extrusionOk="0" h="480" w="432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121"/>
            <p:cNvSpPr/>
            <p:nvPr/>
          </p:nvSpPr>
          <p:spPr>
            <a:xfrm>
              <a:off x="6436593" y="2649538"/>
              <a:ext cx="1460500" cy="2063750"/>
            </a:xfrm>
            <a:custGeom>
              <a:rect b="b" l="l" r="r" t="t"/>
              <a:pathLst>
                <a:path extrusionOk="0" h="1300" w="92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121"/>
            <p:cNvSpPr/>
            <p:nvPr/>
          </p:nvSpPr>
          <p:spPr>
            <a:xfrm>
              <a:off x="7919896" y="3173413"/>
              <a:ext cx="1227138" cy="1568450"/>
            </a:xfrm>
            <a:custGeom>
              <a:rect b="b" l="l" r="r" t="t"/>
              <a:pathLst>
                <a:path extrusionOk="0" h="488" w="383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121"/>
            <p:cNvSpPr/>
            <p:nvPr/>
          </p:nvSpPr>
          <p:spPr>
            <a:xfrm>
              <a:off x="9282260" y="4167188"/>
              <a:ext cx="544513" cy="546100"/>
            </a:xfrm>
            <a:prstGeom prst="ellipse">
              <a:avLst/>
            </a:prstGeom>
            <a:solidFill>
              <a:srgbClr val="4D144A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_Black" showMasterSp="0">
  <p:cSld name="Closing Slide_Black">
    <p:bg>
      <p:bgPr>
        <a:gradFill>
          <a:gsLst>
            <a:gs pos="0">
              <a:srgbClr val="831B22"/>
            </a:gs>
            <a:gs pos="38000">
              <a:srgbClr val="64131E"/>
            </a:gs>
            <a:gs pos="71000">
              <a:srgbClr val="4D144A"/>
            </a:gs>
            <a:gs pos="100000">
              <a:srgbClr val="391262"/>
            </a:gs>
          </a:gsLst>
          <a:path path="circle">
            <a:fillToRect l="100%" t="100%"/>
          </a:path>
          <a:tileRect b="-100%" r="-100%"/>
        </a:gra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7" name="Google Shape;687;p122"/>
          <p:cNvGrpSpPr/>
          <p:nvPr/>
        </p:nvGrpSpPr>
        <p:grpSpPr>
          <a:xfrm>
            <a:off x="1154511" y="3561908"/>
            <a:ext cx="5890067" cy="1769127"/>
            <a:chOff x="541049" y="2649538"/>
            <a:chExt cx="9285724" cy="2092325"/>
          </a:xfrm>
        </p:grpSpPr>
        <p:sp>
          <p:nvSpPr>
            <p:cNvPr id="688" name="Google Shape;688;p122"/>
            <p:cNvSpPr/>
            <p:nvPr/>
          </p:nvSpPr>
          <p:spPr>
            <a:xfrm>
              <a:off x="541049" y="2809876"/>
              <a:ext cx="963613" cy="1928813"/>
            </a:xfrm>
            <a:custGeom>
              <a:rect b="b" l="l" r="r" t="t"/>
              <a:pathLst>
                <a:path extrusionOk="0" h="600" w="301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122"/>
            <p:cNvSpPr/>
            <p:nvPr/>
          </p:nvSpPr>
          <p:spPr>
            <a:xfrm>
              <a:off x="1708151" y="2649538"/>
              <a:ext cx="1382713" cy="2063750"/>
            </a:xfrm>
            <a:custGeom>
              <a:rect b="b" l="l" r="r" t="t"/>
              <a:pathLst>
                <a:path extrusionOk="0" h="642" w="43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122"/>
            <p:cNvSpPr/>
            <p:nvPr/>
          </p:nvSpPr>
          <p:spPr>
            <a:xfrm>
              <a:off x="3261304" y="3179763"/>
              <a:ext cx="1390650" cy="1562100"/>
            </a:xfrm>
            <a:custGeom>
              <a:rect b="b" l="l" r="r" t="t"/>
              <a:pathLst>
                <a:path extrusionOk="0" h="486" w="434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122"/>
            <p:cNvSpPr/>
            <p:nvPr/>
          </p:nvSpPr>
          <p:spPr>
            <a:xfrm>
              <a:off x="4859916" y="3170238"/>
              <a:ext cx="1384300" cy="1543050"/>
            </a:xfrm>
            <a:custGeom>
              <a:rect b="b" l="l" r="r" t="t"/>
              <a:pathLst>
                <a:path extrusionOk="0" h="480" w="432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122"/>
            <p:cNvSpPr/>
            <p:nvPr/>
          </p:nvSpPr>
          <p:spPr>
            <a:xfrm>
              <a:off x="6436593" y="2649538"/>
              <a:ext cx="1460500" cy="2063750"/>
            </a:xfrm>
            <a:custGeom>
              <a:rect b="b" l="l" r="r" t="t"/>
              <a:pathLst>
                <a:path extrusionOk="0" h="1300" w="92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122"/>
            <p:cNvSpPr/>
            <p:nvPr/>
          </p:nvSpPr>
          <p:spPr>
            <a:xfrm>
              <a:off x="7919896" y="3173413"/>
              <a:ext cx="1227138" cy="1568450"/>
            </a:xfrm>
            <a:custGeom>
              <a:rect b="b" l="l" r="r" t="t"/>
              <a:pathLst>
                <a:path extrusionOk="0" h="488" w="383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122"/>
            <p:cNvSpPr/>
            <p:nvPr/>
          </p:nvSpPr>
          <p:spPr>
            <a:xfrm>
              <a:off x="9282260" y="4167188"/>
              <a:ext cx="544513" cy="546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5" name="Google Shape;695;p122"/>
          <p:cNvGrpSpPr/>
          <p:nvPr/>
        </p:nvGrpSpPr>
        <p:grpSpPr>
          <a:xfrm>
            <a:off x="7044578" y="767096"/>
            <a:ext cx="2100612" cy="1898696"/>
            <a:chOff x="9390324" y="767096"/>
            <a:chExt cx="2800087" cy="1898696"/>
          </a:xfrm>
        </p:grpSpPr>
        <p:grpSp>
          <p:nvGrpSpPr>
            <p:cNvPr id="696" name="Google Shape;696;p122"/>
            <p:cNvGrpSpPr/>
            <p:nvPr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</p:grpSpPr>
          <p:sp>
            <p:nvSpPr>
              <p:cNvPr id="697" name="Google Shape;697;p122"/>
              <p:cNvSpPr/>
              <p:nvPr/>
            </p:nvSpPr>
            <p:spPr>
              <a:xfrm>
                <a:off x="5559016" y="501936"/>
                <a:ext cx="218094" cy="282813"/>
              </a:xfrm>
              <a:custGeom>
                <a:rect b="b" l="l" r="r" t="t"/>
                <a:pathLst>
                  <a:path extrusionOk="0" h="651" w="502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8" name="Google Shape;698;p122"/>
              <p:cNvSpPr/>
              <p:nvPr/>
            </p:nvSpPr>
            <p:spPr>
              <a:xfrm>
                <a:off x="5791295" y="566212"/>
                <a:ext cx="322264" cy="214547"/>
              </a:xfrm>
              <a:custGeom>
                <a:rect b="b" l="l" r="r" t="t"/>
                <a:pathLst>
                  <a:path extrusionOk="0" h="494" w="741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22"/>
              <p:cNvSpPr/>
              <p:nvPr/>
            </p:nvSpPr>
            <p:spPr>
              <a:xfrm>
                <a:off x="6125971" y="567985"/>
                <a:ext cx="193713" cy="216764"/>
              </a:xfrm>
              <a:custGeom>
                <a:rect b="b" l="l" r="r" t="t"/>
                <a:pathLst>
                  <a:path extrusionOk="0" h="499" w="446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3"/>
                      <a:pt x="80" y="194"/>
                      <a:pt x="195" y="194"/>
                    </a:cubicBezTo>
                    <a:cubicBezTo>
                      <a:pt x="244" y="194"/>
                      <a:pt x="280" y="202"/>
                      <a:pt x="314" y="214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7"/>
                      <a:pt x="210" y="117"/>
                    </a:cubicBezTo>
                    <a:cubicBezTo>
                      <a:pt x="157" y="117"/>
                      <a:pt x="120" y="127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7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0"/>
                      <a:pt x="446" y="144"/>
                      <a:pt x="446" y="209"/>
                    </a:cubicBezTo>
                    <a:cubicBezTo>
                      <a:pt x="446" y="490"/>
                      <a:pt x="446" y="490"/>
                      <a:pt x="446" y="490"/>
                    </a:cubicBezTo>
                    <a:cubicBezTo>
                      <a:pt x="313" y="490"/>
                      <a:pt x="313" y="490"/>
                      <a:pt x="313" y="490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3" y="499"/>
                      <a:pt x="166" y="499"/>
                    </a:cubicBezTo>
                    <a:cubicBezTo>
                      <a:pt x="75" y="499"/>
                      <a:pt x="0" y="447"/>
                      <a:pt x="0" y="351"/>
                    </a:cubicBezTo>
                    <a:close/>
                    <a:moveTo>
                      <a:pt x="316" y="319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0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4"/>
                      <a:pt x="208" y="404"/>
                    </a:cubicBezTo>
                    <a:cubicBezTo>
                      <a:pt x="272" y="404"/>
                      <a:pt x="316" y="369"/>
                      <a:pt x="316" y="31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122"/>
              <p:cNvSpPr/>
              <p:nvPr/>
            </p:nvSpPr>
            <p:spPr>
              <a:xfrm>
                <a:off x="6336529" y="564438"/>
                <a:ext cx="127665" cy="216321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122"/>
              <p:cNvSpPr/>
              <p:nvPr/>
            </p:nvSpPr>
            <p:spPr>
              <a:xfrm>
                <a:off x="6475719" y="516121"/>
                <a:ext cx="134757" cy="268184"/>
              </a:xfrm>
              <a:custGeom>
                <a:rect b="b" l="l" r="r" t="t"/>
                <a:pathLst>
                  <a:path extrusionOk="0" h="617" w="310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6" y="0"/>
                      <a:pt x="196" y="0"/>
                      <a:pt x="196" y="0"/>
                    </a:cubicBezTo>
                    <a:cubicBezTo>
                      <a:pt x="196" y="124"/>
                      <a:pt x="196" y="124"/>
                      <a:pt x="196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6" y="242"/>
                      <a:pt x="196" y="242"/>
                      <a:pt x="196" y="242"/>
                    </a:cubicBezTo>
                    <a:cubicBezTo>
                      <a:pt x="196" y="449"/>
                      <a:pt x="196" y="449"/>
                      <a:pt x="196" y="449"/>
                    </a:cubicBezTo>
                    <a:cubicBezTo>
                      <a:pt x="196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89"/>
                      <a:pt x="308" y="589"/>
                      <a:pt x="308" y="589"/>
                    </a:cubicBezTo>
                    <a:cubicBezTo>
                      <a:pt x="279" y="607"/>
                      <a:pt x="245" y="617"/>
                      <a:pt x="199" y="617"/>
                    </a:cubicBezTo>
                    <a:cubicBezTo>
                      <a:pt x="115" y="617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122"/>
              <p:cNvSpPr/>
              <p:nvPr/>
            </p:nvSpPr>
            <p:spPr>
              <a:xfrm>
                <a:off x="6618455" y="566212"/>
                <a:ext cx="207012" cy="219424"/>
              </a:xfrm>
              <a:custGeom>
                <a:rect b="b" l="l" r="r" t="t"/>
                <a:pathLst>
                  <a:path extrusionOk="0" h="505" w="476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6" y="126"/>
                      <a:pt x="476" y="263"/>
                    </a:cubicBezTo>
                    <a:cubicBezTo>
                      <a:pt x="476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2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2" y="21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122"/>
              <p:cNvSpPr/>
              <p:nvPr/>
            </p:nvSpPr>
            <p:spPr>
              <a:xfrm>
                <a:off x="6837879" y="564438"/>
                <a:ext cx="127221" cy="216321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1"/>
                      <a:pt x="138" y="111"/>
                      <a:pt x="138" y="111"/>
                    </a:cubicBezTo>
                    <a:cubicBezTo>
                      <a:pt x="166" y="44"/>
                      <a:pt x="211" y="0"/>
                      <a:pt x="293" y="4"/>
                    </a:cubicBezTo>
                    <a:cubicBezTo>
                      <a:pt x="293" y="148"/>
                      <a:pt x="293" y="148"/>
                      <a:pt x="293" y="148"/>
                    </a:cubicBezTo>
                    <a:cubicBezTo>
                      <a:pt x="285" y="148"/>
                      <a:pt x="285" y="148"/>
                      <a:pt x="285" y="148"/>
                    </a:cubicBezTo>
                    <a:cubicBezTo>
                      <a:pt x="194" y="148"/>
                      <a:pt x="138" y="203"/>
                      <a:pt x="138" y="319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122"/>
              <p:cNvSpPr/>
              <p:nvPr/>
            </p:nvSpPr>
            <p:spPr>
              <a:xfrm>
                <a:off x="4988072" y="888476"/>
                <a:ext cx="134757" cy="268628"/>
              </a:xfrm>
              <a:custGeom>
                <a:rect b="b" l="l" r="r" t="t"/>
                <a:pathLst>
                  <a:path extrusionOk="0" h="618" w="310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122"/>
              <p:cNvSpPr/>
              <p:nvPr/>
            </p:nvSpPr>
            <p:spPr>
              <a:xfrm>
                <a:off x="5131251" y="938123"/>
                <a:ext cx="207455" cy="219867"/>
              </a:xfrm>
              <a:custGeom>
                <a:rect b="b" l="l" r="r" t="t"/>
                <a:pathLst>
                  <a:path extrusionOk="0" h="505" w="477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122"/>
              <p:cNvSpPr/>
              <p:nvPr/>
            </p:nvSpPr>
            <p:spPr>
              <a:xfrm>
                <a:off x="5348015" y="938123"/>
                <a:ext cx="195486" cy="219867"/>
              </a:xfrm>
              <a:custGeom>
                <a:rect b="b" l="l" r="r" t="t"/>
                <a:pathLst>
                  <a:path extrusionOk="0" h="505" w="450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22"/>
              <p:cNvSpPr/>
              <p:nvPr/>
            </p:nvSpPr>
            <p:spPr>
              <a:xfrm>
                <a:off x="5553254" y="866312"/>
                <a:ext cx="193270" cy="286802"/>
              </a:xfrm>
              <a:custGeom>
                <a:rect b="b" l="l" r="r" t="t"/>
                <a:pathLst>
                  <a:path extrusionOk="0" h="660" w="445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122"/>
              <p:cNvSpPr/>
              <p:nvPr/>
            </p:nvSpPr>
            <p:spPr>
              <a:xfrm>
                <a:off x="5762039" y="938123"/>
                <a:ext cx="192827" cy="214991"/>
              </a:xfrm>
              <a:custGeom>
                <a:rect b="b" l="l" r="r" t="t"/>
                <a:pathLst>
                  <a:path extrusionOk="0" h="494" w="44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122"/>
              <p:cNvSpPr/>
              <p:nvPr/>
            </p:nvSpPr>
            <p:spPr>
              <a:xfrm>
                <a:off x="5967277" y="938123"/>
                <a:ext cx="228289" cy="219867"/>
              </a:xfrm>
              <a:custGeom>
                <a:rect b="b" l="l" r="r" t="t"/>
                <a:pathLst>
                  <a:path extrusionOk="0" h="505" w="52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122"/>
              <p:cNvSpPr/>
              <p:nvPr/>
            </p:nvSpPr>
            <p:spPr>
              <a:xfrm>
                <a:off x="6207091" y="866312"/>
                <a:ext cx="59843" cy="28680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122"/>
              <p:cNvSpPr/>
              <p:nvPr/>
            </p:nvSpPr>
            <p:spPr>
              <a:xfrm>
                <a:off x="6278460" y="938123"/>
                <a:ext cx="228732" cy="219867"/>
              </a:xfrm>
              <a:custGeom>
                <a:rect b="b" l="l" r="r" t="t"/>
                <a:pathLst>
                  <a:path extrusionOk="0" h="505" w="526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122"/>
              <p:cNvSpPr/>
              <p:nvPr/>
            </p:nvSpPr>
            <p:spPr>
              <a:xfrm>
                <a:off x="6516057" y="938123"/>
                <a:ext cx="221197" cy="278823"/>
              </a:xfrm>
              <a:custGeom>
                <a:rect b="b" l="l" r="r" t="t"/>
                <a:pathLst>
                  <a:path extrusionOk="0" h="641" w="509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122"/>
              <p:cNvSpPr/>
              <p:nvPr/>
            </p:nvSpPr>
            <p:spPr>
              <a:xfrm>
                <a:off x="6747450" y="942113"/>
                <a:ext cx="219424" cy="275277"/>
              </a:xfrm>
              <a:custGeom>
                <a:rect b="b" l="l" r="r" t="t"/>
                <a:pathLst>
                  <a:path extrusionOk="0" h="633" w="505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122"/>
              <p:cNvSpPr/>
              <p:nvPr/>
            </p:nvSpPr>
            <p:spPr>
              <a:xfrm>
                <a:off x="6005842" y="1258171"/>
                <a:ext cx="132541" cy="290348"/>
              </a:xfrm>
              <a:custGeom>
                <a:rect b="b" l="l" r="r" t="t"/>
                <a:pathLst>
                  <a:path extrusionOk="0" h="667" w="305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22"/>
              <p:cNvSpPr/>
              <p:nvPr/>
            </p:nvSpPr>
            <p:spPr>
              <a:xfrm>
                <a:off x="6137497" y="1333086"/>
                <a:ext cx="228289" cy="219867"/>
              </a:xfrm>
              <a:custGeom>
                <a:rect b="b" l="l" r="r" t="t"/>
                <a:pathLst>
                  <a:path extrusionOk="0" h="506" w="525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22"/>
              <p:cNvSpPr/>
              <p:nvPr/>
            </p:nvSpPr>
            <p:spPr>
              <a:xfrm>
                <a:off x="6379084" y="1331756"/>
                <a:ext cx="127665" cy="216764"/>
              </a:xfrm>
              <a:custGeom>
                <a:rect b="b" l="l" r="r" t="t"/>
                <a:pathLst>
                  <a:path extrusionOk="0" h="498" w="293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22"/>
              <p:cNvSpPr/>
              <p:nvPr/>
            </p:nvSpPr>
            <p:spPr>
              <a:xfrm>
                <a:off x="6582993" y="1334859"/>
                <a:ext cx="194157" cy="217207"/>
              </a:xfrm>
              <a:custGeom>
                <a:rect b="b" l="l" r="r" t="t"/>
                <a:pathLst>
                  <a:path extrusionOk="0" h="500" w="446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22"/>
              <p:cNvSpPr/>
              <p:nvPr/>
            </p:nvSpPr>
            <p:spPr>
              <a:xfrm>
                <a:off x="6801973" y="1260831"/>
                <a:ext cx="59843" cy="28768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9" name="Google Shape;719;p122"/>
              <p:cNvSpPr/>
              <p:nvPr/>
            </p:nvSpPr>
            <p:spPr>
              <a:xfrm>
                <a:off x="6886639" y="1260831"/>
                <a:ext cx="59399" cy="28768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0" name="Google Shape;720;p122"/>
            <p:cNvSpPr/>
            <p:nvPr/>
          </p:nvSpPr>
          <p:spPr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1" name="Google Shape;721;p122"/>
            <p:cNvGrpSpPr/>
            <p:nvPr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22" name="Google Shape;722;p122"/>
              <p:cNvSpPr/>
              <p:nvPr/>
            </p:nvSpPr>
            <p:spPr>
              <a:xfrm>
                <a:off x="7383556" y="1311808"/>
                <a:ext cx="249567" cy="247350"/>
              </a:xfrm>
              <a:custGeom>
                <a:rect b="b" l="l" r="r" t="t"/>
                <a:pathLst>
                  <a:path extrusionOk="0" h="569" w="574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3" name="Google Shape;723;p122"/>
              <p:cNvSpPr/>
              <p:nvPr/>
            </p:nvSpPr>
            <p:spPr>
              <a:xfrm>
                <a:off x="7387546" y="755049"/>
                <a:ext cx="245577" cy="276163"/>
              </a:xfrm>
              <a:custGeom>
                <a:rect b="b" l="l" r="r" t="t"/>
                <a:pathLst>
                  <a:path extrusionOk="0" h="623" w="554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4" name="Google Shape;724;p122"/>
              <p:cNvSpPr/>
              <p:nvPr/>
            </p:nvSpPr>
            <p:spPr>
              <a:xfrm>
                <a:off x="7383556" y="1583096"/>
                <a:ext cx="253999" cy="256659"/>
              </a:xfrm>
              <a:custGeom>
                <a:rect b="b" l="l" r="r" t="t"/>
                <a:pathLst>
                  <a:path extrusionOk="0" h="590" w="584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5" name="Google Shape;725;p122"/>
              <p:cNvSpPr/>
              <p:nvPr/>
            </p:nvSpPr>
            <p:spPr>
              <a:xfrm>
                <a:off x="7313961" y="1846404"/>
                <a:ext cx="319161" cy="221640"/>
              </a:xfrm>
              <a:custGeom>
                <a:rect b="b" l="l" r="r" t="t"/>
                <a:pathLst>
                  <a:path extrusionOk="0" h="500" w="72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122"/>
              <p:cNvSpPr/>
              <p:nvPr/>
            </p:nvSpPr>
            <p:spPr>
              <a:xfrm>
                <a:off x="7383556" y="501936"/>
                <a:ext cx="253999" cy="263752"/>
              </a:xfrm>
              <a:custGeom>
                <a:rect b="b" l="l" r="r" t="t"/>
                <a:pathLst>
                  <a:path extrusionOk="0" h="607" w="584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7" name="Google Shape;727;p122"/>
              <p:cNvSpPr/>
              <p:nvPr/>
            </p:nvSpPr>
            <p:spPr>
              <a:xfrm>
                <a:off x="7383556" y="1021017"/>
                <a:ext cx="253999" cy="263752"/>
              </a:xfrm>
              <a:custGeom>
                <a:rect b="b" l="l" r="r" t="t"/>
                <a:pathLst>
                  <a:path extrusionOk="0" h="607" w="584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35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theme" Target="../theme/theme5.xml"/><Relationship Id="rId1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55.xml"/><Relationship Id="rId42" Type="http://schemas.openxmlformats.org/officeDocument/2006/relationships/slideLayout" Target="../slideLayouts/slideLayout77.xml"/><Relationship Id="rId41" Type="http://schemas.openxmlformats.org/officeDocument/2006/relationships/slideLayout" Target="../slideLayouts/slideLayout76.xml"/><Relationship Id="rId22" Type="http://schemas.openxmlformats.org/officeDocument/2006/relationships/slideLayout" Target="../slideLayouts/slideLayout57.xml"/><Relationship Id="rId21" Type="http://schemas.openxmlformats.org/officeDocument/2006/relationships/slideLayout" Target="../slideLayouts/slideLayout56.xml"/><Relationship Id="rId43" Type="http://schemas.openxmlformats.org/officeDocument/2006/relationships/theme" Target="../theme/theme1.xml"/><Relationship Id="rId24" Type="http://schemas.openxmlformats.org/officeDocument/2006/relationships/slideLayout" Target="../slideLayouts/slideLayout59.xml"/><Relationship Id="rId23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61.xml"/><Relationship Id="rId25" Type="http://schemas.openxmlformats.org/officeDocument/2006/relationships/slideLayout" Target="../slideLayouts/slideLayout60.xml"/><Relationship Id="rId28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2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29" Type="http://schemas.openxmlformats.org/officeDocument/2006/relationships/slideLayout" Target="../slideLayouts/slideLayout64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66.xml"/><Relationship Id="rId30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46.xml"/><Relationship Id="rId33" Type="http://schemas.openxmlformats.org/officeDocument/2006/relationships/slideLayout" Target="../slideLayouts/slideLayout68.xml"/><Relationship Id="rId10" Type="http://schemas.openxmlformats.org/officeDocument/2006/relationships/slideLayout" Target="../slideLayouts/slideLayout45.xml"/><Relationship Id="rId32" Type="http://schemas.openxmlformats.org/officeDocument/2006/relationships/slideLayout" Target="../slideLayouts/slideLayout67.xml"/><Relationship Id="rId13" Type="http://schemas.openxmlformats.org/officeDocument/2006/relationships/slideLayout" Target="../slideLayouts/slideLayout48.xml"/><Relationship Id="rId35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47.xml"/><Relationship Id="rId34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50.xml"/><Relationship Id="rId37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49.xml"/><Relationship Id="rId36" Type="http://schemas.openxmlformats.org/officeDocument/2006/relationships/slideLayout" Target="../slideLayouts/slideLayout71.xml"/><Relationship Id="rId17" Type="http://schemas.openxmlformats.org/officeDocument/2006/relationships/slideLayout" Target="../slideLayouts/slideLayout52.xml"/><Relationship Id="rId39" Type="http://schemas.openxmlformats.org/officeDocument/2006/relationships/slideLayout" Target="../slideLayouts/slideLayout74.xml"/><Relationship Id="rId16" Type="http://schemas.openxmlformats.org/officeDocument/2006/relationships/slideLayout" Target="../slideLayouts/slideLayout51.xml"/><Relationship Id="rId38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4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4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6" name="Google Shape;86;p54"/>
          <p:cNvSpPr/>
          <p:nvPr/>
        </p:nvSpPr>
        <p:spPr>
          <a:xfrm>
            <a:off x="4763" y="731838"/>
            <a:ext cx="9136062" cy="6111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7" name="Google Shape;87;p54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8" name="Google Shape;88;p54"/>
          <p:cNvSpPr txBox="1"/>
          <p:nvPr>
            <p:ph idx="1" type="body"/>
          </p:nvPr>
        </p:nvSpPr>
        <p:spPr>
          <a:xfrm>
            <a:off x="458788" y="1021215"/>
            <a:ext cx="8119156" cy="514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862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252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0519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92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3146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62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3147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62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20039" lvl="5" marL="27432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D4A6D"/>
              </a:buClr>
              <a:buSzPts val="144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20039" lvl="6" marL="32004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D4A6D"/>
              </a:buClr>
              <a:buSzPts val="144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20040" lvl="7" marL="36576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D4A6D"/>
              </a:buClr>
              <a:buSzPts val="144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20040" lvl="8" marL="411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D4A6D"/>
              </a:buClr>
              <a:buSzPts val="144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7"/>
          <p:cNvSpPr/>
          <p:nvPr/>
        </p:nvSpPr>
        <p:spPr>
          <a:xfrm>
            <a:off x="0" y="0"/>
            <a:ext cx="9144000" cy="70408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p67"/>
          <p:cNvSpPr/>
          <p:nvPr/>
        </p:nvSpPr>
        <p:spPr>
          <a:xfrm>
            <a:off x="4763" y="731838"/>
            <a:ext cx="9136062" cy="6111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" name="Google Shape;132;p67"/>
          <p:cNvSpPr txBox="1"/>
          <p:nvPr>
            <p:ph type="title"/>
          </p:nvPr>
        </p:nvSpPr>
        <p:spPr>
          <a:xfrm>
            <a:off x="460375" y="-2"/>
            <a:ext cx="7773988" cy="740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91425" wrap="square" tIns="45700">
            <a:no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133" name="Google Shape;133;p67"/>
          <p:cNvSpPr txBox="1"/>
          <p:nvPr>
            <p:ph idx="1" type="body"/>
          </p:nvPr>
        </p:nvSpPr>
        <p:spPr>
          <a:xfrm>
            <a:off x="458788" y="1021215"/>
            <a:ext cx="8119156" cy="51473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862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252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indent="-350519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92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6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3pPr>
            <a:lvl4pPr indent="-331469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62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4pPr>
            <a:lvl5pPr indent="-33147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70C0"/>
              </a:buClr>
              <a:buSzPts val="162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5pPr>
            <a:lvl6pPr indent="-320039" lvl="5" marL="27432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D4A6D"/>
              </a:buClr>
              <a:buSzPts val="144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20039" lvl="6" marL="32004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D4A6D"/>
              </a:buClr>
              <a:buSzPts val="144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20040" lvl="7" marL="36576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D4A6D"/>
              </a:buClr>
              <a:buSzPts val="144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20040" lvl="8" marL="4114800" marR="0" rtl="0" algn="l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rgbClr val="2D4A6D"/>
              </a:buClr>
              <a:buSzPts val="1440"/>
              <a:buFont typeface="Verdana"/>
              <a:buChar char="•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0"/>
          <p:cNvSpPr txBox="1"/>
          <p:nvPr>
            <p:ph idx="12" type="sldNum"/>
          </p:nvPr>
        </p:nvSpPr>
        <p:spPr>
          <a:xfrm>
            <a:off x="8754426" y="6400800"/>
            <a:ext cx="32927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  <p:sldLayoutId id="2147483713" r:id="rId27"/>
    <p:sldLayoutId id="2147483714" r:id="rId28"/>
    <p:sldLayoutId id="2147483715" r:id="rId29"/>
    <p:sldLayoutId id="2147483716" r:id="rId30"/>
    <p:sldLayoutId id="2147483717" r:id="rId31"/>
    <p:sldLayoutId id="2147483718" r:id="rId32"/>
    <p:sldLayoutId id="2147483719" r:id="rId33"/>
    <p:sldLayoutId id="2147483720" r:id="rId34"/>
    <p:sldLayoutId id="2147483721" r:id="rId35"/>
    <p:sldLayoutId id="2147483722" r:id="rId36"/>
    <p:sldLayoutId id="2147483723" r:id="rId37"/>
    <p:sldLayoutId id="2147483724" r:id="rId38"/>
    <p:sldLayoutId id="2147483725" r:id="rId39"/>
    <p:sldLayoutId id="2147483726" r:id="rId40"/>
    <p:sldLayoutId id="2147483727" r:id="rId41"/>
    <p:sldLayoutId id="2147483728" r:id="rId4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440">
          <p15:clr>
            <a:srgbClr val="F26B43"/>
          </p15:clr>
        </p15:guide>
        <p15:guide id="2" pos="6719">
          <p15:clr>
            <a:srgbClr val="F26B43"/>
          </p15:clr>
        </p15:guide>
        <p15:guide id="3" orient="horz" pos="2880">
          <p15:clr>
            <a:srgbClr val="F26B43"/>
          </p15:clr>
        </p15:guide>
        <p15:guide id="4" pos="3839">
          <p15:clr>
            <a:srgbClr val="F26B43"/>
          </p15:clr>
        </p15:guide>
        <p15:guide id="5" pos="5279">
          <p15:clr>
            <a:srgbClr val="F26B43"/>
          </p15:clr>
        </p15:guide>
        <p15:guide id="6" pos="2399">
          <p15:clr>
            <a:srgbClr val="F26B43"/>
          </p15:clr>
        </p15:guide>
        <p15:guide id="7" pos="959">
          <p15:clr>
            <a:srgbClr val="F26B43"/>
          </p15:clr>
        </p15:guide>
        <p15:guide id="8" pos="7199">
          <p15:clr>
            <a:srgbClr val="FDE53C"/>
          </p15:clr>
        </p15:guide>
        <p15:guide id="9" pos="6239">
          <p15:clr>
            <a:srgbClr val="FDE53C"/>
          </p15:clr>
        </p15:guide>
        <p15:guide id="10" pos="5759">
          <p15:clr>
            <a:srgbClr val="FDE53C"/>
          </p15:clr>
        </p15:guide>
        <p15:guide id="11" pos="4319">
          <p15:clr>
            <a:srgbClr val="FDE53C"/>
          </p15:clr>
        </p15:guide>
        <p15:guide id="12" pos="4799">
          <p15:clr>
            <a:srgbClr val="FDE53C"/>
          </p15:clr>
        </p15:guide>
        <p15:guide id="13" pos="3335">
          <p15:clr>
            <a:srgbClr val="FDE53C"/>
          </p15:clr>
        </p15:guide>
        <p15:guide id="14" pos="2879">
          <p15:clr>
            <a:srgbClr val="FDE53C"/>
          </p15:clr>
        </p15:guide>
        <p15:guide id="15" pos="1919">
          <p15:clr>
            <a:srgbClr val="FDE53C"/>
          </p15:clr>
        </p15:guide>
        <p15:guide id="16" pos="1439">
          <p15:clr>
            <a:srgbClr val="FDE53C"/>
          </p15:clr>
        </p15:guide>
        <p15:guide id="17" pos="479">
          <p15:clr>
            <a:srgbClr val="FDE53C"/>
          </p15:clr>
        </p15:guide>
        <p15:guide id="18" orient="horz" pos="960">
          <p15:clr>
            <a:srgbClr val="FDE53C"/>
          </p15:clr>
        </p15:guide>
        <p15:guide id="19" orient="horz" pos="480">
          <p15:clr>
            <a:srgbClr val="FDE53C"/>
          </p15:clr>
        </p15:guide>
        <p15:guide id="20" orient="horz" pos="1920">
          <p15:clr>
            <a:srgbClr val="FDE53C"/>
          </p15:clr>
        </p15:guide>
        <p15:guide id="21" orient="horz" pos="2400">
          <p15:clr>
            <a:srgbClr val="FDE53C"/>
          </p15:clr>
        </p15:guide>
        <p15:guide id="22" orient="horz" pos="3360">
          <p15:clr>
            <a:srgbClr val="FDE53C"/>
          </p15:clr>
        </p15:guide>
        <p15:guide id="23" orient="horz" pos="3840">
          <p15:clr>
            <a:srgbClr val="FDE53C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en.wikipedia.org/wiki/Microsoft_Windows?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learn.microsoft.com/en-us/windows/release-health/release-information" TargetMode="External"/><Relationship Id="rId4" Type="http://schemas.openxmlformats.org/officeDocument/2006/relationships/hyperlink" Target="https://learn.microsoft.com/en-us/windows-server/get-started/windows-server-release-info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learn.microsoft.com/en-us/windows/release-health/supported-versions-windows-client" TargetMode="External"/><Relationship Id="rId4" Type="http://schemas.openxmlformats.org/officeDocument/2006/relationships/hyperlink" Target="https://learn.microsoft.com/en-us/windows/release-health/supported-versions-windows-client" TargetMode="External"/><Relationship Id="rId5" Type="http://schemas.openxmlformats.org/officeDocument/2006/relationships/hyperlink" Target="https://learn.microsoft.com/en-us/windows/release-health/windows-server-release-info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learn.microsoft.com/en-us/windows/release-health/supported-versions-windows-client" TargetMode="External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about:blank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1"/>
          <p:cNvSpPr txBox="1"/>
          <p:nvPr/>
        </p:nvSpPr>
        <p:spPr>
          <a:xfrm>
            <a:off x="5364087" y="689491"/>
            <a:ext cx="3672409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3600"/>
              <a:buFont typeface="Aharoni"/>
              <a:buNone/>
            </a:pPr>
            <a:r>
              <a:rPr b="0" i="0" lang="en-US" sz="3600" u="none" cap="none" strike="noStrike">
                <a:solidFill>
                  <a:srgbClr val="00B0F0"/>
                </a:solidFill>
                <a:latin typeface="Aharoni"/>
                <a:ea typeface="Aharoni"/>
                <a:cs typeface="Aharoni"/>
                <a:sym typeface="Aharoni"/>
              </a:rPr>
              <a:t>DWS - Industry Integrated Skilling Program</a:t>
            </a:r>
            <a:endParaRPr b="0" i="0" sz="3600" u="none" cap="none" strike="noStrike">
              <a:solidFill>
                <a:srgbClr val="00B0F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733" name="Google Shape;7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076056" cy="4862719"/>
          </a:xfrm>
          <a:prstGeom prst="rect">
            <a:avLst/>
          </a:prstGeom>
          <a:noFill/>
          <a:ln>
            <a:noFill/>
          </a:ln>
        </p:spPr>
      </p:pic>
      <p:sp>
        <p:nvSpPr>
          <p:cNvPr id="734" name="Google Shape;734;p1"/>
          <p:cNvSpPr/>
          <p:nvPr/>
        </p:nvSpPr>
        <p:spPr>
          <a:xfrm>
            <a:off x="5076055" y="2997815"/>
            <a:ext cx="4090893" cy="266343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1F497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1"/>
          <p:cNvSpPr/>
          <p:nvPr/>
        </p:nvSpPr>
        <p:spPr>
          <a:xfrm>
            <a:off x="0" y="4862719"/>
            <a:ext cx="5076054" cy="199528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50"/>
              <a:buFont typeface="Calibri"/>
              <a:buNone/>
            </a:pPr>
            <a:r>
              <a:t/>
            </a:r>
            <a:endParaRPr b="0" i="0" sz="13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"/>
          <p:cNvSpPr/>
          <p:nvPr/>
        </p:nvSpPr>
        <p:spPr>
          <a:xfrm>
            <a:off x="5894018" y="6016115"/>
            <a:ext cx="2454965" cy="487017"/>
          </a:xfrm>
          <a:prstGeom prst="roundRect">
            <a:avLst>
              <a:gd fmla="val 16667" name="adj"/>
            </a:avLst>
          </a:prstGeom>
          <a:noFill/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 Black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Prepared by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 Black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Thousif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"/>
          <p:cNvSpPr/>
          <p:nvPr/>
        </p:nvSpPr>
        <p:spPr>
          <a:xfrm>
            <a:off x="6045" y="0"/>
            <a:ext cx="4998003" cy="126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Program Dates</a:t>
            </a:r>
            <a:endParaRPr/>
          </a:p>
        </p:txBody>
      </p:sp>
      <p:sp>
        <p:nvSpPr>
          <p:cNvPr id="743" name="Google Shape;743;p2"/>
          <p:cNvSpPr/>
          <p:nvPr/>
        </p:nvSpPr>
        <p:spPr>
          <a:xfrm>
            <a:off x="6045" y="6629400"/>
            <a:ext cx="9144000" cy="22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44" name="Google Shape;74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92" y="1392080"/>
            <a:ext cx="9144000" cy="4845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3"/>
          <p:cNvSpPr/>
          <p:nvPr/>
        </p:nvSpPr>
        <p:spPr>
          <a:xfrm>
            <a:off x="6045" y="0"/>
            <a:ext cx="4998003" cy="126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Rounded"/>
                <a:ea typeface="Arial Rounded"/>
                <a:cs typeface="Arial Rounded"/>
                <a:sym typeface="Arial Rounded"/>
              </a:rPr>
              <a:t>Program Schedule</a:t>
            </a:r>
            <a:endParaRPr/>
          </a:p>
        </p:txBody>
      </p:sp>
      <p:sp>
        <p:nvSpPr>
          <p:cNvPr id="751" name="Google Shape;751;p3"/>
          <p:cNvSpPr/>
          <p:nvPr/>
        </p:nvSpPr>
        <p:spPr>
          <a:xfrm>
            <a:off x="6045" y="6629400"/>
            <a:ext cx="9144000" cy="22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"/>
          <p:cNvSpPr/>
          <p:nvPr/>
        </p:nvSpPr>
        <p:spPr>
          <a:xfrm>
            <a:off x="467544" y="1890944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"/>
          <p:cNvSpPr/>
          <p:nvPr/>
        </p:nvSpPr>
        <p:spPr>
          <a:xfrm>
            <a:off x="948009" y="1890943"/>
            <a:ext cx="3600400" cy="228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8:45 am – Session starts</a:t>
            </a:r>
            <a:endParaRPr/>
          </a:p>
        </p:txBody>
      </p:sp>
      <p:sp>
        <p:nvSpPr>
          <p:cNvPr id="754" name="Google Shape;754;p3"/>
          <p:cNvSpPr/>
          <p:nvPr/>
        </p:nvSpPr>
        <p:spPr>
          <a:xfrm>
            <a:off x="467543" y="2322980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"/>
          <p:cNvSpPr/>
          <p:nvPr/>
        </p:nvSpPr>
        <p:spPr>
          <a:xfrm>
            <a:off x="960382" y="2308280"/>
            <a:ext cx="4187682" cy="39895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mts Short break  ( 11am – 11.15am)</a:t>
            </a:r>
            <a:endParaRPr/>
          </a:p>
        </p:txBody>
      </p:sp>
      <p:sp>
        <p:nvSpPr>
          <p:cNvPr id="756" name="Google Shape;756;p3"/>
          <p:cNvSpPr/>
          <p:nvPr/>
        </p:nvSpPr>
        <p:spPr>
          <a:xfrm>
            <a:off x="467543" y="2750443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"/>
          <p:cNvSpPr/>
          <p:nvPr/>
        </p:nvSpPr>
        <p:spPr>
          <a:xfrm>
            <a:off x="971600" y="2761148"/>
            <a:ext cx="4032448" cy="24329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60 mts Lunch break ( 1pm – 2.00pm)</a:t>
            </a:r>
            <a:endParaRPr/>
          </a:p>
        </p:txBody>
      </p:sp>
      <p:sp>
        <p:nvSpPr>
          <p:cNvPr id="758" name="Google Shape;758;p3"/>
          <p:cNvSpPr/>
          <p:nvPr/>
        </p:nvSpPr>
        <p:spPr>
          <a:xfrm>
            <a:off x="960382" y="3685012"/>
            <a:ext cx="5267802" cy="46575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5:15 pm Recap, Q&amp;A, Feedback &amp; Closing the day</a:t>
            </a:r>
            <a:endParaRPr/>
          </a:p>
        </p:txBody>
      </p:sp>
      <p:sp>
        <p:nvSpPr>
          <p:cNvPr id="759" name="Google Shape;759;p3"/>
          <p:cNvSpPr/>
          <p:nvPr/>
        </p:nvSpPr>
        <p:spPr>
          <a:xfrm>
            <a:off x="467543" y="3778260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3"/>
          <p:cNvSpPr/>
          <p:nvPr/>
        </p:nvSpPr>
        <p:spPr>
          <a:xfrm>
            <a:off x="481255" y="3271965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"/>
          <p:cNvSpPr/>
          <p:nvPr/>
        </p:nvSpPr>
        <p:spPr>
          <a:xfrm>
            <a:off x="960382" y="3239453"/>
            <a:ext cx="4032448" cy="24329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15 mts Short break ( 4pm – 4.15pm)</a:t>
            </a:r>
            <a:endParaRPr/>
          </a:p>
        </p:txBody>
      </p:sp>
      <p:sp>
        <p:nvSpPr>
          <p:cNvPr id="762" name="Google Shape;762;p3"/>
          <p:cNvSpPr/>
          <p:nvPr/>
        </p:nvSpPr>
        <p:spPr>
          <a:xfrm>
            <a:off x="449640" y="1494026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3"/>
          <p:cNvSpPr/>
          <p:nvPr/>
        </p:nvSpPr>
        <p:spPr>
          <a:xfrm>
            <a:off x="924142" y="1506107"/>
            <a:ext cx="3600400" cy="2286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8 hour per day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"/>
          <p:cNvSpPr/>
          <p:nvPr/>
        </p:nvSpPr>
        <p:spPr>
          <a:xfrm>
            <a:off x="6045" y="0"/>
            <a:ext cx="4998003" cy="126876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 Rounded"/>
                <a:ea typeface="Arial Rounded"/>
                <a:cs typeface="Arial Rounded"/>
                <a:sym typeface="Arial Rounded"/>
              </a:rPr>
              <a:t>Candidate guidelines</a:t>
            </a:r>
            <a:endParaRPr/>
          </a:p>
        </p:txBody>
      </p:sp>
      <p:sp>
        <p:nvSpPr>
          <p:cNvPr id="770" name="Google Shape;770;p4"/>
          <p:cNvSpPr/>
          <p:nvPr/>
        </p:nvSpPr>
        <p:spPr>
          <a:xfrm>
            <a:off x="6045" y="6629400"/>
            <a:ext cx="9144000" cy="228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"/>
          <p:cNvSpPr/>
          <p:nvPr/>
        </p:nvSpPr>
        <p:spPr>
          <a:xfrm>
            <a:off x="467543" y="1931777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"/>
          <p:cNvSpPr/>
          <p:nvPr/>
        </p:nvSpPr>
        <p:spPr>
          <a:xfrm>
            <a:off x="948008" y="1890942"/>
            <a:ext cx="5627841" cy="300603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 on-time</a:t>
            </a:r>
            <a:endParaRPr/>
          </a:p>
        </p:txBody>
      </p:sp>
      <p:sp>
        <p:nvSpPr>
          <p:cNvPr id="773" name="Google Shape;773;p4"/>
          <p:cNvSpPr/>
          <p:nvPr/>
        </p:nvSpPr>
        <p:spPr>
          <a:xfrm>
            <a:off x="467543" y="2395598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"/>
          <p:cNvSpPr/>
          <p:nvPr/>
        </p:nvSpPr>
        <p:spPr>
          <a:xfrm>
            <a:off x="960383" y="2308280"/>
            <a:ext cx="5627842" cy="341125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Ask questions if you have doubts or need clarification</a:t>
            </a:r>
            <a:endParaRPr/>
          </a:p>
        </p:txBody>
      </p:sp>
      <p:sp>
        <p:nvSpPr>
          <p:cNvPr id="775" name="Google Shape;775;p4"/>
          <p:cNvSpPr/>
          <p:nvPr/>
        </p:nvSpPr>
        <p:spPr>
          <a:xfrm>
            <a:off x="490809" y="2909017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"/>
          <p:cNvSpPr/>
          <p:nvPr/>
        </p:nvSpPr>
        <p:spPr>
          <a:xfrm>
            <a:off x="971599" y="2789163"/>
            <a:ext cx="5616625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Perform your Lab Activities without fail</a:t>
            </a:r>
            <a:endParaRPr/>
          </a:p>
        </p:txBody>
      </p:sp>
      <p:sp>
        <p:nvSpPr>
          <p:cNvPr id="777" name="Google Shape;777;p4"/>
          <p:cNvSpPr/>
          <p:nvPr/>
        </p:nvSpPr>
        <p:spPr>
          <a:xfrm>
            <a:off x="984960" y="3344402"/>
            <a:ext cx="5603263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Respect break times</a:t>
            </a:r>
            <a:endParaRPr/>
          </a:p>
        </p:txBody>
      </p:sp>
      <p:sp>
        <p:nvSpPr>
          <p:cNvPr id="778" name="Google Shape;778;p4"/>
          <p:cNvSpPr/>
          <p:nvPr/>
        </p:nvSpPr>
        <p:spPr>
          <a:xfrm>
            <a:off x="490809" y="3473323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"/>
          <p:cNvSpPr/>
          <p:nvPr/>
        </p:nvSpPr>
        <p:spPr>
          <a:xfrm>
            <a:off x="983752" y="3876618"/>
            <a:ext cx="5603262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Mobile phones in Silent mode</a:t>
            </a:r>
            <a:endParaRPr/>
          </a:p>
        </p:txBody>
      </p:sp>
      <p:sp>
        <p:nvSpPr>
          <p:cNvPr id="780" name="Google Shape;780;p4"/>
          <p:cNvSpPr/>
          <p:nvPr/>
        </p:nvSpPr>
        <p:spPr>
          <a:xfrm>
            <a:off x="491659" y="4014682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"/>
          <p:cNvSpPr/>
          <p:nvPr/>
        </p:nvSpPr>
        <p:spPr>
          <a:xfrm>
            <a:off x="490809" y="4505174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"/>
          <p:cNvSpPr/>
          <p:nvPr/>
        </p:nvSpPr>
        <p:spPr>
          <a:xfrm>
            <a:off x="971599" y="4416778"/>
            <a:ext cx="5603263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MCQ / Lab Assessment at the end of modules</a:t>
            </a:r>
            <a:endParaRPr/>
          </a:p>
        </p:txBody>
      </p:sp>
      <p:sp>
        <p:nvSpPr>
          <p:cNvPr id="783" name="Google Shape;783;p4"/>
          <p:cNvSpPr/>
          <p:nvPr/>
        </p:nvSpPr>
        <p:spPr>
          <a:xfrm>
            <a:off x="490809" y="4995153"/>
            <a:ext cx="227493" cy="22860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"/>
          <p:cNvSpPr/>
          <p:nvPr/>
        </p:nvSpPr>
        <p:spPr>
          <a:xfrm>
            <a:off x="983751" y="4891969"/>
            <a:ext cx="5603263" cy="415481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  <a:effectLst>
            <a:outerShdw blurRad="107950" algn="ctr" dir="5400000" dist="12700">
              <a:srgbClr val="000000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Contact Trainer for any training or lab related issues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5"/>
          <p:cNvSpPr txBox="1"/>
          <p:nvPr>
            <p:ph idx="1" type="body"/>
          </p:nvPr>
        </p:nvSpPr>
        <p:spPr>
          <a:xfrm>
            <a:off x="390840" y="476672"/>
            <a:ext cx="8229600" cy="5517232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t/>
            </a:r>
            <a:endParaRPr b="1" sz="4000"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b="1"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DWS Training</a:t>
            </a:r>
            <a:endParaRPr b="1" sz="4000"/>
          </a:p>
          <a:p>
            <a:pPr indent="0" lvl="0" marL="0" rtl="0" algn="l">
              <a:spcBef>
                <a:spcPts val="88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</a:pPr>
            <a:r>
              <a:t/>
            </a:r>
            <a:endParaRPr sz="4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6"/>
          <p:cNvSpPr txBox="1"/>
          <p:nvPr>
            <p:ph type="title"/>
          </p:nvPr>
        </p:nvSpPr>
        <p:spPr>
          <a:xfrm>
            <a:off x="0" y="13103"/>
            <a:ext cx="9144000" cy="778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Module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6"/>
          <p:cNvSpPr txBox="1"/>
          <p:nvPr>
            <p:ph idx="1" type="body"/>
          </p:nvPr>
        </p:nvSpPr>
        <p:spPr>
          <a:xfrm>
            <a:off x="390840" y="1196752"/>
            <a:ext cx="8229600" cy="561662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/>
          </a:p>
          <a:p>
            <a:pPr indent="0" lvl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1 – Introduction to Windows Operating System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801" name="Google Shape;801;p7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Introduction to Operating System </a:t>
            </a:r>
            <a:r>
              <a:rPr lang="en-US" sz="1800"/>
              <a:t>- An operating system (OS) is system software that manages computer hardware, software resources, and provides common services for computer programs.</a:t>
            </a:r>
            <a:endParaRPr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Operating System Vendors – 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- 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Microsoft Windows – Wikipedia</a:t>
            </a:r>
            <a:endParaRPr sz="1800"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Apple iOS</a:t>
            </a:r>
            <a:endParaRPr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Android</a:t>
            </a:r>
            <a:endParaRPr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Ubuntu</a:t>
            </a:r>
            <a:endParaRPr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Linux</a:t>
            </a:r>
            <a:endParaRPr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8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807" name="Google Shape;807;p8"/>
          <p:cNvSpPr txBox="1"/>
          <p:nvPr>
            <p:ph idx="1" type="body"/>
          </p:nvPr>
        </p:nvSpPr>
        <p:spPr>
          <a:xfrm>
            <a:off x="426368" y="964294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Operating Systems Type</a:t>
            </a:r>
            <a:endParaRPr b="1" sz="1800" u="sng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b="1" lang="en-US" sz="1800"/>
              <a:t>Client 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Windows 10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Windows 11</a:t>
            </a:r>
            <a:endParaRPr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2. Server 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Windows Server 2016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Windows Server 2019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Windows Server 2022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9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813" name="Google Shape;813;p9"/>
          <p:cNvSpPr txBox="1"/>
          <p:nvPr>
            <p:ph idx="1" type="body"/>
          </p:nvPr>
        </p:nvSpPr>
        <p:spPr>
          <a:xfrm>
            <a:off x="426368" y="964294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Operating Systems Version History</a:t>
            </a:r>
            <a:endParaRPr b="1" sz="1800" u="sng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Client -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Windows 10 - release information | Microsoft Learn</a:t>
            </a:r>
            <a:r>
              <a:rPr lang="en-US" sz="1800"/>
              <a:t> </a:t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Server - </a:t>
            </a:r>
            <a:r>
              <a:rPr lang="en-US" sz="1800" u="sng">
                <a:solidFill>
                  <a:schemeClr val="hlink"/>
                </a:solidFill>
                <a:hlinkClick r:id="rId4"/>
              </a:rPr>
              <a:t>Windows Server release information | Microsoft Learn</a:t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</a:t>
            </a:r>
            <a:endParaRPr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10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819" name="Google Shape;819;p10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Windows Operating System LifeCycle</a:t>
            </a:r>
            <a:endParaRPr b="1" sz="1800" u="sng"/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 u="sng">
              <a:solidFill>
                <a:schemeClr val="hlink"/>
              </a:solidFill>
              <a:hlinkClick r:id="rId3"/>
            </a:endParaRPr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u="sng">
                <a:solidFill>
                  <a:schemeClr val="hlink"/>
                </a:solidFill>
                <a:hlinkClick r:id="rId4"/>
              </a:rPr>
              <a:t>Supported versions of Windows client | Microsoft Learn</a:t>
            </a:r>
            <a:endParaRPr sz="1800"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 u="sng">
                <a:solidFill>
                  <a:schemeClr val="hlink"/>
                </a:solidFill>
                <a:hlinkClick r:id="rId5"/>
              </a:rPr>
              <a:t>Windows Server release information | Microsoft Learn</a:t>
            </a:r>
            <a:r>
              <a:rPr lang="en-US" sz="1800"/>
              <a:t> </a:t>
            </a:r>
            <a:endParaRPr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11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825" name="Google Shape;825;p11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429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Identifying Windows Build Version and Edition</a:t>
            </a:r>
            <a:endParaRPr sz="1800"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 u="sng">
              <a:solidFill>
                <a:schemeClr val="hlink"/>
              </a:solidFill>
              <a:hlinkClick r:id="rId3"/>
            </a:endParaRPr>
          </a:p>
          <a:p>
            <a:pPr indent="-228600" lvl="0" marL="34290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pic>
        <p:nvPicPr>
          <p:cNvPr id="826" name="Google Shape;82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47664" y="2225612"/>
            <a:ext cx="6048672" cy="3147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2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832" name="Google Shape;832;p12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0005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Windows Basic Functions</a:t>
            </a:r>
            <a:endParaRPr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Start Menu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Task Bar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Command Prompt and PowerShell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Universal App – Office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File/Windows Explorer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Inbuilt Apps – Edge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MS Store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13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Windows Operating System</a:t>
            </a:r>
            <a:endParaRPr/>
          </a:p>
        </p:txBody>
      </p:sp>
      <p:sp>
        <p:nvSpPr>
          <p:cNvPr id="838" name="Google Shape;838;p13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40005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 u="sng"/>
              <a:t>Windows Basic Functions</a:t>
            </a:r>
            <a:endParaRPr/>
          </a:p>
          <a:p>
            <a:pPr indent="0" lvl="1" marL="4000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Event viewer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Windows Run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UAC -Admin, Standard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Windows Registry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Disk Cleaner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Disk Management</a:t>
            </a:r>
            <a:endParaRPr/>
          </a:p>
          <a:p>
            <a:pPr indent="-285750" lvl="1" marL="6858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/>
              <a:t>Task Scheduler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4"/>
          <p:cNvSpPr txBox="1"/>
          <p:nvPr>
            <p:ph type="title"/>
          </p:nvPr>
        </p:nvSpPr>
        <p:spPr>
          <a:xfrm>
            <a:off x="0" y="13103"/>
            <a:ext cx="9144000" cy="7780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Training Module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14"/>
          <p:cNvSpPr txBox="1"/>
          <p:nvPr>
            <p:ph idx="1" type="body"/>
          </p:nvPr>
        </p:nvSpPr>
        <p:spPr>
          <a:xfrm>
            <a:off x="390840" y="899714"/>
            <a:ext cx="8229600" cy="5616624"/>
          </a:xfrm>
          <a:prstGeom prst="rect">
            <a:avLst/>
          </a:prstGeom>
          <a:gradFill>
            <a:gsLst>
              <a:gs pos="0">
                <a:srgbClr val="9FC3FF"/>
              </a:gs>
              <a:gs pos="35000">
                <a:srgbClr val="BDD5FF"/>
              </a:gs>
              <a:gs pos="100000">
                <a:srgbClr val="E4EE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Module 2 – Application Packaging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15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 Application Packaging</a:t>
            </a:r>
            <a:endParaRPr/>
          </a:p>
        </p:txBody>
      </p:sp>
      <p:sp>
        <p:nvSpPr>
          <p:cNvPr id="850" name="Google Shape;850;p15"/>
          <p:cNvSpPr txBox="1"/>
          <p:nvPr>
            <p:ph idx="1" type="body"/>
          </p:nvPr>
        </p:nvSpPr>
        <p:spPr>
          <a:xfrm>
            <a:off x="395536" y="1196752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Application Packaging - </a:t>
            </a:r>
            <a:r>
              <a:rPr lang="en-US" sz="1800"/>
              <a:t>is the process of preparing software applications for deployment in a standardized, automated, and manageable way across multiple systems or environments. It’s especially crucial in enterprise IT environments where consistency, security, and scalability are key.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Their terms application packaging and repackaging is mostly used in the same sense. However, if we get the binaries from a vendor, then we combine them to make an application package. If we get a legacy installer from a vendor such as an exe or msi or batch files etc then we customize them as an application repackage.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16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 Application Packaging</a:t>
            </a:r>
            <a:endParaRPr/>
          </a:p>
        </p:txBody>
      </p:sp>
      <p:sp>
        <p:nvSpPr>
          <p:cNvPr id="856" name="Google Shape;856;p16"/>
          <p:cNvSpPr txBox="1"/>
          <p:nvPr>
            <p:ph idx="1" type="body"/>
          </p:nvPr>
        </p:nvSpPr>
        <p:spPr>
          <a:xfrm>
            <a:off x="395536" y="1196752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Application packaging typically includes: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Customization</a:t>
            </a:r>
            <a:r>
              <a:rPr lang="en-US" sz="1800"/>
              <a:t>: Tailoring the application settings to meet organizational needs (e.g., disabling auto-updates, setting default paths).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Bundling</a:t>
            </a:r>
            <a:r>
              <a:rPr lang="en-US" sz="1800"/>
              <a:t>: Wrapping all necessary files, configurations, and dependencies into a single package.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Testing</a:t>
            </a:r>
            <a:r>
              <a:rPr lang="en-US" sz="1800"/>
              <a:t>: Ensuring the package installs, runs, and uninstalls correctly without conflicts.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Deployment Readiness</a:t>
            </a:r>
            <a:r>
              <a:rPr lang="en-US" sz="1800"/>
              <a:t>: Making the package compatible with deployment tools like SCCM, Intune, or other endpoint management systems.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7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Introduction To  Application Packaging</a:t>
            </a:r>
            <a:endParaRPr/>
          </a:p>
        </p:txBody>
      </p:sp>
      <p:sp>
        <p:nvSpPr>
          <p:cNvPr id="862" name="Google Shape;862;p17"/>
          <p:cNvSpPr txBox="1"/>
          <p:nvPr>
            <p:ph idx="1" type="body"/>
          </p:nvPr>
        </p:nvSpPr>
        <p:spPr>
          <a:xfrm>
            <a:off x="395536" y="1196752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Why Standard App Packaging is necessary in IT ?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Consistency</a:t>
            </a:r>
            <a:r>
              <a:rPr lang="en-US" sz="1800"/>
              <a:t>: Ensures all users get the same version and configuration.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Efficiency</a:t>
            </a:r>
            <a:r>
              <a:rPr lang="en-US" sz="1800"/>
              <a:t>: Speeds up deployment and reduces manual errors.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Security</a:t>
            </a:r>
            <a:r>
              <a:rPr lang="en-US" sz="1800"/>
              <a:t>: Helps enforce policies and reduce vulnerabilities.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Scalability</a:t>
            </a:r>
            <a:r>
              <a:rPr lang="en-US" sz="1800"/>
              <a:t>: Supports mass deployment across thousands of devices.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18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18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Device drivers </a:t>
            </a:r>
            <a:r>
              <a:rPr lang="en-US" sz="1800"/>
              <a:t>are low-level software components that allow the operating system to communicate with hardware devices like printers, graphics cards, network adapters, etc.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They act as translators between the OS and the hardware.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Each device requires a specific driver to function properly.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Handling Drivers Within MSI Packages: MSI (Microsoft Installer) is a Windows installation package format used to install software, including drivers.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How Drivers Are Packaged in MSI: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MSI files can include drivers directly or call external driver installers.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Driver installation may be handled using: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DPInst.exe (Driver Package Installer)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PnPUtil.exe (Plug and Play Utility)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19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19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Driver-related files and where they go after installation: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After installation, drivers are staged in the DriverStore: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Location</a:t>
            </a:r>
            <a:r>
              <a:rPr lang="en-US" sz="1800"/>
              <a:t>: </a:t>
            </a:r>
            <a:r>
              <a:rPr i="1" lang="en-US" sz="1800"/>
              <a:t>C:\Windows\System32\DriverStore\FileRepository &amp;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-US" sz="1800"/>
              <a:t>C:\Windows\inf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i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875" name="Google Shape;875;p19"/>
          <p:cNvGraphicFramePr/>
          <p:nvPr/>
        </p:nvGraphicFramePr>
        <p:xfrm>
          <a:off x="385259" y="17728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{00B84525-1E2A-4C2A-A82D-95F7E6001347}</a:tableStyleId>
              </a:tblPr>
              <a:tblGrid>
                <a:gridCol w="1234475"/>
                <a:gridCol w="2592300"/>
                <a:gridCol w="44028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File 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Common Location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.inf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Driver setup info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Inside MSI or %SystemRoot%\INF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.sys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Driver binary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%SystemRoot%\System32\drivers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.cat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Catalog file for signing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%SystemRoot%\System32\CatRoot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.dll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Driver support libraries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%SystemRoot%\System32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.exe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Installer or helper tools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May be in MSI or %ProgramFiles%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20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0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Logs for Successful Installation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MSI Installation Logs: </a:t>
            </a:r>
            <a:r>
              <a:rPr lang="en-US" sz="1800"/>
              <a:t>Enable logging with this command: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msiexec /i yourdriver.msi /L*v install.log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Event Viewer: </a:t>
            </a:r>
            <a:r>
              <a:rPr lang="en-US" sz="1800"/>
              <a:t>Event Viewer → Windows Logs → System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Filter for source: DriverFrameworks-UserMode, Service Control Manager, or SetupAPI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Device Manager: </a:t>
            </a:r>
            <a:r>
              <a:rPr lang="en-US" sz="1800"/>
              <a:t>Right-click device → Properties → Driver tab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Check driver version and provider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PnPUtil: </a:t>
            </a:r>
            <a:r>
              <a:rPr lang="en-US" sz="1800"/>
              <a:t>pnputil /enum-drivers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21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1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Kernel Drivers? - </a:t>
            </a:r>
            <a:r>
              <a:rPr lang="en-US" sz="1800"/>
              <a:t>Kernel drivers operate in Ring 0, the most privileged level of the operating system. They directly interact with hardware and core OS functions.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Examples of Kernel Drivers: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File system drivers (e.g., ntfs.sys)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Network drivers (e.g., ndis.sys)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Storage drivers (e.g., storport.sys)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Security drivers (e.g., antivirus kernel hooks)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22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22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Identifying Kernel Drivers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Windows Device Manager: </a:t>
            </a:r>
            <a:r>
              <a:rPr lang="en-US" sz="1800"/>
              <a:t>View driver details under device properties → Driver tab → Driver File Details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Kernel drivers typically reside in C:\Windows\System32\drivers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DriverQuery Command: </a:t>
            </a:r>
            <a:r>
              <a:rPr lang="en-US" sz="1800"/>
              <a:t>driverquery /v /fo list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23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Device Driver Management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3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Handling Kernel Drivers Within MSI: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MSI packages can install kernel-mode drivers, but they must follow strict guidelines due to their privileged nature.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Key Considerations: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Driver Signing: </a:t>
            </a:r>
            <a:r>
              <a:rPr lang="en-US" sz="1800"/>
              <a:t>Kernel drivers must be signed (WHQL or EV certificate) to load on modern Windows.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INF File: </a:t>
            </a:r>
            <a:r>
              <a:rPr lang="en-US" sz="1800"/>
              <a:t>Defines how the driver is installed and associated with hardware.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24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Handling Services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4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Handling Windows Services in MSI: </a:t>
            </a:r>
            <a:r>
              <a:rPr lang="en-US" sz="1800"/>
              <a:t>Windows Services are background processes that can be installed and managed via MSI using built-in tables and actions.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Key MSI Tables for Services: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906" name="Google Shape;906;p24"/>
          <p:cNvGraphicFramePr/>
          <p:nvPr/>
        </p:nvGraphicFramePr>
        <p:xfrm>
          <a:off x="351614" y="25649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{00B84525-1E2A-4C2A-A82D-95F7E6001347}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Table Name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Purpose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ServiceInstall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Defines service properties (name, startup type, dependencies)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ServiceControl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Controls service actions (start, stop, delete) during install/uninstall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MsiServiceConfig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Advanced service configuration (e.g., delayed start, failure actions)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MsiServiceConfigFailureActions</a:t>
                      </a:r>
                      <a:endParaRPr sz="16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Specifies actions on service failure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25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Handling Services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5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Handling Printers in MSI: </a:t>
            </a:r>
            <a:r>
              <a:rPr lang="en-US" sz="1800"/>
              <a:t>MSI can also manage printer installation, driver deployment, and port configuration.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Printer Deployment Actions: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913" name="Google Shape;913;p25"/>
          <p:cNvGraphicFramePr/>
          <p:nvPr/>
        </p:nvGraphicFramePr>
        <p:xfrm>
          <a:off x="385192" y="26239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{00B84525-1E2A-4C2A-A82D-95F7E6001347}</a:tableStyleId>
              </a:tblPr>
              <a:tblGrid>
                <a:gridCol w="4114800"/>
                <a:gridCol w="41148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Action Type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Create, modify, or delete printers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Printer Driver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Install or remove printer drivers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Printer 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Create/delete local or TCP/IP ports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 Processor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Add/remove print processors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Print Monitor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/>
                        <a:t>Add/remove language or port monitors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26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GUID String and Log locations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6"/>
          <p:cNvSpPr txBox="1"/>
          <p:nvPr>
            <p:ph idx="1" type="body"/>
          </p:nvPr>
        </p:nvSpPr>
        <p:spPr>
          <a:xfrm>
            <a:off x="323528" y="980728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64-bit: </a:t>
            </a:r>
            <a:r>
              <a:rPr lang="en-US" sz="1800"/>
              <a:t>HKLM\Software\Microsoft\Windows\CurrentVersion\Uninstall\{GUID}</a:t>
            </a:r>
            <a:r>
              <a:rPr b="1" lang="en-US" sz="1800"/>
              <a:t>	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32-bit apps on 64-bit OS:  </a:t>
            </a:r>
            <a:r>
              <a:rPr lang="en-US" sz="1800"/>
              <a:t>HKLM\Software\WOW6432Node\Microsoft\Windows\CurrentVersion\Uninstall\{GUID}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System App: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64-bit: C:\Program Files\&lt;AppName&gt;\Logs\...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32-bit: C:\Program Files (x86)\&lt;AppName&gt;\Logs\...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Per-user apps logs: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C:\Users\&lt;UserName&gt;\AppData\Local\&lt;AppName&gt;\Logs\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C:\Users\&lt;UserName&gt;\AppData\Roaming\&lt;AppName&gt;\Logs\	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27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Windows Batch Script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7"/>
          <p:cNvSpPr txBox="1"/>
          <p:nvPr>
            <p:ph idx="1" type="body"/>
          </p:nvPr>
        </p:nvSpPr>
        <p:spPr>
          <a:xfrm>
            <a:off x="323528" y="980728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Batch Script (for Chrome or Edge)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@echo off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start chrome "https://www.example.com"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:: or use Edge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:: start msedge "https://www.example.com"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Save this as open_browser.bat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Place it in: C:\Scripts\open_browser.bat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8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MS 365 Packaging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8"/>
          <p:cNvSpPr txBox="1"/>
          <p:nvPr>
            <p:ph idx="1" type="body"/>
          </p:nvPr>
        </p:nvSpPr>
        <p:spPr>
          <a:xfrm>
            <a:off x="323528" y="980728"/>
            <a:ext cx="8291264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Microsoft Office Architecture – </a:t>
            </a:r>
            <a:r>
              <a:rPr lang="en-US" sz="1800"/>
              <a:t>Microsoft Office (now part of Microsoft 365 Apps) is designed with a modular, service-connected architecture that supports flexible packaging and deployment across enterprise environments.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  <p:graphicFrame>
        <p:nvGraphicFramePr>
          <p:cNvPr id="932" name="Google Shape;932;p28"/>
          <p:cNvGraphicFramePr/>
          <p:nvPr/>
        </p:nvGraphicFramePr>
        <p:xfrm>
          <a:off x="381369" y="2492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{00B84525-1E2A-4C2A-A82D-95F7E6001347}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Packaging Model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Description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chemeClr val="lt1"/>
                          </a:solidFill>
                        </a:rPr>
                        <a:t>Status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/>
                        <a:t>Click-to-Run (C2R)</a:t>
                      </a:r>
                      <a:endParaRPr sz="18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Streaming-based installer using Office Deployment Tool (ODT)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✅ Primary method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MSI (Windows Installer)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Traditional installer used in older Office versions (Office 2016 and earlier)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❌ Deprecated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MSIX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Modern packaging format for Windows apps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🔄 In development for Office apps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29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MS 365 Packaging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9"/>
          <p:cNvSpPr txBox="1"/>
          <p:nvPr>
            <p:ph idx="1" type="body"/>
          </p:nvPr>
        </p:nvSpPr>
        <p:spPr>
          <a:xfrm>
            <a:off x="323528" y="980728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When </a:t>
            </a:r>
            <a:r>
              <a:rPr b="1" lang="en-US" sz="1600"/>
              <a:t>Microsoft 365 Apps are installed via Click-to-Run</a:t>
            </a:r>
            <a:r>
              <a:rPr lang="en-US" sz="1600"/>
              <a:t>, the system registers a single unified entry in the Add/Remove Programs list: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Display Name: Microsoft 365 Apps for enterprise or Microsoft Office 365 ProPlus</a:t>
            </a:r>
            <a:endParaRPr sz="1600"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Publisher: Microsoft Corporation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Version: Reflects the build number (e.g., 16.0.XXXX.XXXX)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Size: Varies depending on installed components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Install Location: Usually under C:\Program Files\Microsoft Office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It’s a container for all Office apps (Word, Excel, PowerPoint, Outlook, etc.)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You cannot uninstall individual apps from this entry unless installed separately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The entry is tied to the Click-to-Run virtualization layer, not traditional MSI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If you’ve excluded apps during deployment (e.g., Access or Publisher), they won’t appear in the Start Menu or be usable—but the Add/Remove entry still shows the full suite name</a:t>
            </a:r>
            <a:endParaRPr/>
          </a:p>
          <a:p>
            <a:pPr indent="-342900" lvl="0" marL="34290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Registry Location for Program Entry: HKEY_LOCAL_MACHINE\SOFTWARE\Microsoft\Windows\CurrentVersion\Uninstall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sz="1600"/>
              <a:t>       Look for keys with DisplayName like Microsoft 365 Apps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30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Application Installation Type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44" name="Google Shape;944;p30"/>
          <p:cNvGraphicFramePr/>
          <p:nvPr/>
        </p:nvGraphicFramePr>
        <p:xfrm>
          <a:off x="179512" y="14847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{00B84525-1E2A-4C2A-A82D-95F7E6001347}</a:tableStyleId>
              </a:tblPr>
              <a:tblGrid>
                <a:gridCol w="1080125"/>
                <a:gridCol w="2160250"/>
                <a:gridCol w="1697400"/>
                <a:gridCol w="1831000"/>
                <a:gridCol w="146085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Context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Runs As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Access Level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Best For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Limitations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User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Logged-in user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Limited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Profile-based apps, Store apps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system access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Admin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Elevated user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(FedEX App Manager)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Full (via UAC)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Manual installs, troubleshooting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Requires user consent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/>
                        <a:t>System</a:t>
                      </a:r>
                      <a:endParaRPr sz="18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SYSTEM account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Full (silent)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Enterprise deployments, Intune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user interaction, no profile data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1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User Context Installation</a:t>
            </a:r>
            <a:endParaRPr/>
          </a:p>
        </p:txBody>
      </p:sp>
      <p:sp>
        <p:nvSpPr>
          <p:cNvPr id="950" name="Google Shape;950;p31"/>
          <p:cNvSpPr txBox="1"/>
          <p:nvPr>
            <p:ph idx="1" type="body"/>
          </p:nvPr>
        </p:nvSpPr>
        <p:spPr>
          <a:xfrm>
            <a:off x="395536" y="1196752"/>
            <a:ext cx="8291264" cy="49294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MSI is Compatible for User Context -&gt; Open the .msi and check the Property table: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If ALLUSERS=1, it's a machine-wide install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If ALLUSERS=2 or missing → can be user-level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Verify Installation Location: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Context App Installs To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Per-user - C:\Users\USERNAME\AppData\Local\Programs\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Per-machine -&gt; C:\Program Files\ or “C:\Program Files (x86)”</a:t>
            </a:r>
            <a:endParaRPr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just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32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Active Setup Versioning</a:t>
            </a:r>
            <a:endParaRPr b="1"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2"/>
          <p:cNvSpPr txBox="1"/>
          <p:nvPr>
            <p:ph idx="1" type="body"/>
          </p:nvPr>
        </p:nvSpPr>
        <p:spPr>
          <a:xfrm>
            <a:off x="323528" y="980728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Active Setup is a Windows mechanism that allows you to run a command once per user at logon. It’s commonly used to initialize user-specific settings after an application is installed.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It compares registry entries in HKLM and HKCU. If the user’s profile doesn’t have the matching entry, the command is executed.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Registry Structure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Machine Key (HKLM)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reg: HKLM\SOFTWARE\Microsoft\Active Setup\Installed Components\{YourAppGUID}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User Key (HKCU)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reg: HKCU\SOFTWARE\Microsoft\Active Setup\Installed Components\{YourAppGUID}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When a user logs in, Windows checks if the Version in HKCU matches HKLM. If not, it runs the command in StubPath.</a:t>
            </a:r>
            <a:endParaRPr sz="1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33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 10 vs Win 11 – App Packaging</a:t>
            </a:r>
            <a:endParaRPr b="1" sz="3200">
              <a:solidFill>
                <a:schemeClr val="lt1"/>
              </a:solidFill>
            </a:endParaRPr>
          </a:p>
        </p:txBody>
      </p:sp>
      <p:graphicFrame>
        <p:nvGraphicFramePr>
          <p:cNvPr id="962" name="Google Shape;962;p33"/>
          <p:cNvGraphicFramePr/>
          <p:nvPr/>
        </p:nvGraphicFramePr>
        <p:xfrm>
          <a:off x="323528" y="10515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{00B84525-1E2A-4C2A-A82D-95F7E6001347}</a:tableStyleId>
              </a:tblPr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Feature Area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Windows 11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chemeClr val="lt1"/>
                          </a:solidFill>
                        </a:rPr>
                        <a:t>Windows 10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70C0"/>
                    </a:solidFill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User Interface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Fluent Design, centered Start Menu &amp; Taskbar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Classic Start Menu &amp; Taskbar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System Requirements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TPM 2.0, Secure Boot, UEFI, 64-bit only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More lenient; supports older hardware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Microsoft Store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Redesigned, supports Android apps via WSA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Traditional Store, no Android support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Packaging Format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Strong push for </a:t>
                      </a:r>
                      <a:r>
                        <a:rPr b="1" lang="en-US" sz="1600"/>
                        <a:t>MSIX</a:t>
                      </a:r>
                      <a:r>
                        <a:rPr lang="en-US" sz="1600"/>
                        <a:t> adoption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Supports MSI, EXE, and MSIX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Security Model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Enforced hardware-based security (TPM, VBS)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Software-based security still common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AppContainer Support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Enhanced isolation for packaged apps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Supported but less emphasized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Virtual Desktops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Snap Layouts, improved multitasking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Basic virtual desktop support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/>
                        <a:t>Copilot Integration</a:t>
                      </a:r>
                      <a:endParaRPr sz="1600"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Built-in AI assistant for productivity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No native AI assistant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34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 10 vs Win 11 – App Packaging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968" name="Google Shape;968;p34"/>
          <p:cNvSpPr txBox="1"/>
          <p:nvPr>
            <p:ph idx="1" type="body"/>
          </p:nvPr>
        </p:nvSpPr>
        <p:spPr>
          <a:xfrm>
            <a:off x="323528" y="980728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MSIX Adoption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11 encourages MSIX for modern deployment, offering: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Clean install/uninstall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Auto-updates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App identity for accessing OS features (e.g., notifications, background tasks)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10 supports MSIX but is more tolerant of legacy formats like MSI and EXE.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Compatibility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11 has stricter hardware requirements (TPM 2.0, Secure Boot), which may affect legacy app deployment.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Windows 10 is more forgiving, making it a better target for older enterprise environments.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35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Windows Troubleshooting and Debugging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974" name="Google Shape;974;p35"/>
          <p:cNvSpPr txBox="1"/>
          <p:nvPr>
            <p:ph idx="1" type="body"/>
          </p:nvPr>
        </p:nvSpPr>
        <p:spPr>
          <a:xfrm>
            <a:off x="323528" y="836712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These are commonly used for system diagnostics, troubleshooting: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LogonSessions</a:t>
            </a:r>
            <a:endParaRPr b="1" sz="1800"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Purpose: </a:t>
            </a:r>
            <a:r>
              <a:rPr lang="en-US" sz="1800"/>
              <a:t>Displays information about logged-on users.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Usage: </a:t>
            </a:r>
            <a:r>
              <a:rPr lang="en-US" sz="1800"/>
              <a:t>Shows detailed information about each logon session including user name, logon time, and authentication package.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Common Command: </a:t>
            </a:r>
            <a:r>
              <a:rPr lang="en-US" sz="1800"/>
              <a:t>LogonSessions.exe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Autologon</a:t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Purpose: </a:t>
            </a:r>
            <a:r>
              <a:rPr lang="en-US" sz="1800"/>
              <a:t>Configures Windows to log on automatically to a specific account.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Usage: </a:t>
            </a:r>
            <a:r>
              <a:rPr lang="en-US" sz="1800"/>
              <a:t>Stores encrypted credentials in the registry to bypass manual login.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GUI Tool: </a:t>
            </a:r>
            <a:r>
              <a:rPr lang="en-US" sz="1800"/>
              <a:t>Simple interface to input username, password, and domain.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36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Windows Troubleshooting and Debugging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980" name="Google Shape;980;p36"/>
          <p:cNvSpPr txBox="1"/>
          <p:nvPr>
            <p:ph idx="1" type="body"/>
          </p:nvPr>
        </p:nvSpPr>
        <p:spPr>
          <a:xfrm>
            <a:off x="323528" y="908720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Process Explorer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Purpose: </a:t>
            </a:r>
            <a:r>
              <a:rPr lang="en-US" sz="1800"/>
              <a:t>Advanced version of Task Manager; shows real-time information on  running processes.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Features: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DLL and handle view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Process tree visualization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PsExec</a:t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Purpose: </a:t>
            </a:r>
            <a:r>
              <a:rPr lang="en-US" sz="1800"/>
              <a:t>Execute processes on remote systems.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Usage: </a:t>
            </a:r>
            <a:r>
              <a:rPr lang="en-US" sz="1800"/>
              <a:t>Great for remote administration and executing commands interactively or in background.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Example:</a:t>
            </a:r>
            <a:r>
              <a:rPr lang="en-US" sz="1800"/>
              <a:t> Command: PsExec </a:t>
            </a:r>
            <a:r>
              <a:rPr lang="en-US" sz="1800" u="sng">
                <a:solidFill>
                  <a:schemeClr val="hlink"/>
                </a:solidFill>
                <a:hlinkClick r:id="rId3"/>
              </a:rPr>
              <a:t>\\RemotePC</a:t>
            </a:r>
            <a:r>
              <a:rPr lang="en-US" sz="1800"/>
              <a:t> cmd</a:t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37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Windows Troubleshooting and Debugging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986" name="Google Shape;986;p37"/>
          <p:cNvSpPr txBox="1"/>
          <p:nvPr>
            <p:ph idx="1" type="body"/>
          </p:nvPr>
        </p:nvSpPr>
        <p:spPr>
          <a:xfrm>
            <a:off x="323528" y="908720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PsTools 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Contains: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PsExec – execute processes remotely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PsList – list detailed process stats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PsKill – kill processes by name or ID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PsService – view and control services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PsShutdown – shutdown/reboot system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Use Case: </a:t>
            </a:r>
            <a:r>
              <a:rPr lang="en-US" sz="1800"/>
              <a:t>Remote administration without RDP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38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Windows Troubleshooting and Debugging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992" name="Google Shape;992;p38"/>
          <p:cNvSpPr txBox="1"/>
          <p:nvPr>
            <p:ph idx="1" type="body"/>
          </p:nvPr>
        </p:nvSpPr>
        <p:spPr>
          <a:xfrm>
            <a:off x="323528" y="908720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RegMon</a:t>
            </a:r>
            <a:r>
              <a:rPr lang="en-US" sz="1800"/>
              <a:t> (Deprecated - replaced by Process Monitor)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Replacement: </a:t>
            </a:r>
            <a:r>
              <a:rPr lang="en-US" sz="1800"/>
              <a:t>Now integrated into Process Monitor, which combines RegMon and FileMon features.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Use Case: </a:t>
            </a:r>
            <a:r>
              <a:rPr lang="en-US" sz="1800"/>
              <a:t>Troubleshooting apps that access or modify the Windows registry.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Whois</a:t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Tool Type: </a:t>
            </a:r>
            <a:r>
              <a:rPr lang="en-US" sz="1800"/>
              <a:t>Domain information lookup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Purpose: </a:t>
            </a:r>
            <a:r>
              <a:rPr lang="en-US" sz="1800"/>
              <a:t>Queries the WHOIS database for domain ownership, registration, and contact information.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39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Vulnerability Management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998" name="Google Shape;998;p39"/>
          <p:cNvSpPr txBox="1"/>
          <p:nvPr>
            <p:ph idx="1" type="body"/>
          </p:nvPr>
        </p:nvSpPr>
        <p:spPr>
          <a:xfrm>
            <a:off x="323528" y="908720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Vulnerability Management: </a:t>
            </a:r>
            <a:r>
              <a:rPr lang="en-US" sz="1800"/>
              <a:t>It's a continuous cycle that ensures applications remain secure throughout their lifecycle. It involves: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Discovery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Scanning applications for known vulnerabilities.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Identifying outdated libraries, insecure configurations, or exposed endpoints.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Assessment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         </a:t>
            </a:r>
            <a:r>
              <a:rPr lang="en-US" sz="1800"/>
              <a:t>Evaluating the severity of each vulnerability (e.g., using CVSS scores).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 Determining the risk based on exploitability and impact.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Prioritization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Ranking vulnerabilities by urgency.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Focusing on those with high risk or active exploits.</a:t>
            </a:r>
            <a:endParaRPr/>
          </a:p>
          <a:p>
            <a:pPr indent="-2286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40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Vulnerability Management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004" name="Google Shape;1004;p40"/>
          <p:cNvSpPr txBox="1"/>
          <p:nvPr>
            <p:ph idx="1" type="body"/>
          </p:nvPr>
        </p:nvSpPr>
        <p:spPr>
          <a:xfrm>
            <a:off x="323528" y="908720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Remediation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Applying patches or updates.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Rewriting insecure code or changing configurations.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Verification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Re-testing to confirm the fix worked.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 Ensuring no new issues were introduced.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 sz="1800"/>
              <a:t>Reporting &amp; Monitoring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Keeping logs and dashboards for audit and compliance.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/>
              <a:t>       Continuously monitoring for new threats.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Tools like </a:t>
            </a:r>
            <a:r>
              <a:rPr lang="en-US" sz="1800"/>
              <a:t>- Qualys , Rapid7, ManageEngine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41"/>
          <p:cNvSpPr txBox="1"/>
          <p:nvPr>
            <p:ph type="title"/>
          </p:nvPr>
        </p:nvSpPr>
        <p:spPr>
          <a:xfrm>
            <a:off x="0" y="-109071"/>
            <a:ext cx="9144000" cy="84304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lt1"/>
                </a:solidFill>
              </a:rPr>
              <a:t>Lab Tasks</a:t>
            </a:r>
            <a:endParaRPr b="1" sz="3200">
              <a:solidFill>
                <a:schemeClr val="lt1"/>
              </a:solidFill>
            </a:endParaRPr>
          </a:p>
        </p:txBody>
      </p:sp>
      <p:sp>
        <p:nvSpPr>
          <p:cNvPr id="1010" name="Google Shape;1010;p41"/>
          <p:cNvSpPr txBox="1"/>
          <p:nvPr>
            <p:ph idx="1" type="body"/>
          </p:nvPr>
        </p:nvSpPr>
        <p:spPr>
          <a:xfrm>
            <a:off x="323528" y="908720"/>
            <a:ext cx="8291264" cy="5616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 sz="1800"/>
              <a:t>Tasks: Vulnerability Remediation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1"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Identify unused local admin user and disable.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Remove Bulk versions of apps via PS and Batch file scripts.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/>
              <a:t>Remove files, folder, registry via script 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novo Master">
  <a:themeElements>
    <a:clrScheme name="Custom 2">
      <a:dk1>
        <a:srgbClr val="000000"/>
      </a:dk1>
      <a:lt1>
        <a:srgbClr val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G_MOC_Core_ModuleNew2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NG_MOC_Core_ModuleNew2">
  <a:themeElements>
    <a:clrScheme name="">
      <a:dk1>
        <a:srgbClr val="000000"/>
      </a:dk1>
      <a:lt1>
        <a:srgbClr val="FFFFFF"/>
      </a:lt1>
      <a:dk2>
        <a:srgbClr val="000000"/>
      </a:dk2>
      <a:lt2>
        <a:srgbClr val="C0C0C0"/>
      </a:lt2>
      <a:accent1>
        <a:srgbClr val="FFFFFF"/>
      </a:accent1>
      <a:accent2>
        <a:srgbClr val="8DAC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7F9BBC"/>
      </a:accent6>
      <a:hlink>
        <a:srgbClr val="006699"/>
      </a:hlink>
      <a:folHlink>
        <a:srgbClr val="0000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2021-06-29T16:44:06Z</dcterms:created>
  <dc:creator>Thousif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52bea721-0b4a-4a73-acbe-d1120acc5d9d</vt:lpwstr>
  </property>
  <property fmtid="{D5CDD505-2E9C-101B-9397-08002B2CF9AE}" pid="3" name="HCLClassD6">
    <vt:lpwstr>False</vt:lpwstr>
  </property>
  <property fmtid="{D5CDD505-2E9C-101B-9397-08002B2CF9AE}" pid="4" name="HCLClassification">
    <vt:lpwstr>HCL_Cla5s_P3rs0nalUs3</vt:lpwstr>
  </property>
</Properties>
</file>