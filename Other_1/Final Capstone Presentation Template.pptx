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4422" r:id="rId3"/>
    <p:sldId id="4434" r:id="rId4"/>
    <p:sldId id="4424" r:id="rId5"/>
    <p:sldId id="4421" r:id="rId6"/>
    <p:sldId id="4425" r:id="rId7"/>
    <p:sldId id="4426" r:id="rId8"/>
    <p:sldId id="4427" r:id="rId9"/>
    <p:sldId id="4428" r:id="rId10"/>
    <p:sldId id="4429" r:id="rId11"/>
    <p:sldId id="443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u Roy" userId="c759c0a1-e226-4bc4-9a6a-7f12d50c3d03" providerId="ADAL" clId="{21677A70-B033-468D-BB9E-8AA2AEFCC23F}"/>
    <pc:docChg chg="modSld">
      <pc:chgData name="Binu Roy" userId="c759c0a1-e226-4bc4-9a6a-7f12d50c3d03" providerId="ADAL" clId="{21677A70-B033-468D-BB9E-8AA2AEFCC23F}" dt="2025-08-11T11:19:49.489" v="49" actId="6549"/>
      <pc:docMkLst>
        <pc:docMk/>
      </pc:docMkLst>
      <pc:sldChg chg="modSp mod">
        <pc:chgData name="Binu Roy" userId="c759c0a1-e226-4bc4-9a6a-7f12d50c3d03" providerId="ADAL" clId="{21677A70-B033-468D-BB9E-8AA2AEFCC23F}" dt="2025-08-08T09:26:09.292" v="47" actId="20577"/>
        <pc:sldMkLst>
          <pc:docMk/>
          <pc:sldMk cId="0" sldId="260"/>
        </pc:sldMkLst>
        <pc:spChg chg="mod">
          <ac:chgData name="Binu Roy" userId="c759c0a1-e226-4bc4-9a6a-7f12d50c3d03" providerId="ADAL" clId="{21677A70-B033-468D-BB9E-8AA2AEFCC23F}" dt="2025-08-08T09:26:09.292" v="47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Binu Roy" userId="c759c0a1-e226-4bc4-9a6a-7f12d50c3d03" providerId="ADAL" clId="{21677A70-B033-468D-BB9E-8AA2AEFCC23F}" dt="2025-08-08T08:00:27.620" v="18" actId="20577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Binu Roy" userId="c759c0a1-e226-4bc4-9a6a-7f12d50c3d03" providerId="ADAL" clId="{21677A70-B033-468D-BB9E-8AA2AEFCC23F}" dt="2025-08-11T11:19:49.489" v="49" actId="6549"/>
        <pc:sldMkLst>
          <pc:docMk/>
          <pc:sldMk cId="4051022129" sldId="4421"/>
        </pc:sldMkLst>
        <pc:spChg chg="mod">
          <ac:chgData name="Binu Roy" userId="c759c0a1-e226-4bc4-9a6a-7f12d50c3d03" providerId="ADAL" clId="{21677A70-B033-468D-BB9E-8AA2AEFCC23F}" dt="2025-08-11T11:19:49.489" v="49" actId="6549"/>
          <ac:spMkLst>
            <pc:docMk/>
            <pc:sldMk cId="4051022129" sldId="4421"/>
            <ac:spMk id="3" creationId="{3222EB71-F821-F852-BAE8-F9C461EA6C98}"/>
          </ac:spMkLst>
        </pc:spChg>
      </pc:sldChg>
    </pc:docChg>
  </pc:docChgLst>
  <pc:docChgLst>
    <pc:chgData name="Binu Roy" userId="c759c0a1-e226-4bc4-9a6a-7f12d50c3d03" providerId="ADAL" clId="{626E80A4-5D85-4923-B433-2C6961CFA3CB}"/>
    <pc:docChg chg="modSld">
      <pc:chgData name="Binu Roy" userId="c759c0a1-e226-4bc4-9a6a-7f12d50c3d03" providerId="ADAL" clId="{626E80A4-5D85-4923-B433-2C6961CFA3CB}" dt="2025-06-13T11:29:05.250" v="43" actId="20577"/>
      <pc:docMkLst>
        <pc:docMk/>
      </pc:docMkLst>
      <pc:sldChg chg="modSp mod">
        <pc:chgData name="Binu Roy" userId="c759c0a1-e226-4bc4-9a6a-7f12d50c3d03" providerId="ADAL" clId="{626E80A4-5D85-4923-B433-2C6961CFA3CB}" dt="2025-06-13T11:29:05.250" v="43" actId="20577"/>
        <pc:sldMkLst>
          <pc:docMk/>
          <pc:sldMk cId="0" sldId="260"/>
        </pc:sldMkLst>
      </pc:sldChg>
    </pc:docChg>
  </pc:docChgLst>
  <pc:docChgLst>
    <pc:chgData name="Binu Roy" userId="c759c0a1-e226-4bc4-9a6a-7f12d50c3d03" providerId="ADAL" clId="{39ABD036-A627-4DF6-B7F7-2F541CCA22F7}"/>
    <pc:docChg chg="modSld">
      <pc:chgData name="Binu Roy" userId="c759c0a1-e226-4bc4-9a6a-7f12d50c3d03" providerId="ADAL" clId="{39ABD036-A627-4DF6-B7F7-2F541CCA22F7}" dt="2025-09-02T12:25:46.965" v="59" actId="20577"/>
      <pc:docMkLst>
        <pc:docMk/>
      </pc:docMkLst>
      <pc:sldChg chg="modSp mod">
        <pc:chgData name="Binu Roy" userId="c759c0a1-e226-4bc4-9a6a-7f12d50c3d03" providerId="ADAL" clId="{39ABD036-A627-4DF6-B7F7-2F541CCA22F7}" dt="2025-09-02T12:25:46.965" v="59" actId="20577"/>
        <pc:sldMkLst>
          <pc:docMk/>
          <pc:sldMk cId="0" sldId="260"/>
        </pc:sldMkLst>
        <pc:spChg chg="mod">
          <ac:chgData name="Binu Roy" userId="c759c0a1-e226-4bc4-9a6a-7f12d50c3d03" providerId="ADAL" clId="{39ABD036-A627-4DF6-B7F7-2F541CCA22F7}" dt="2025-09-02T12:25:46.965" v="59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Binu Roy" userId="c759c0a1-e226-4bc4-9a6a-7f12d50c3d03" providerId="ADAL" clId="{39ABD036-A627-4DF6-B7F7-2F541CCA22F7}" dt="2025-09-02T12:08:03.202" v="52" actId="5793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D808FD-53BE-44A5-BF87-B15CEEDD430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7F997A-C260-4785-AB91-B23A6C72A4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Registry = Central database of  Windows OS   </a:t>
          </a:r>
        </a:p>
      </dgm:t>
    </dgm:pt>
    <dgm:pt modelId="{A14D7288-0F39-43CE-A95D-146E4BE94B4A}" type="parTrans" cxnId="{34375724-BE4A-400F-B99F-60C95878CE16}">
      <dgm:prSet/>
      <dgm:spPr/>
      <dgm:t>
        <a:bodyPr/>
        <a:lstStyle/>
        <a:p>
          <a:endParaRPr lang="en-US"/>
        </a:p>
      </dgm:t>
    </dgm:pt>
    <dgm:pt modelId="{B0A8B063-E124-4851-AD58-48E6990D5FDD}" type="sibTrans" cxnId="{34375724-BE4A-400F-B99F-60C95878CE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ADEC51-25F1-482D-9DB8-0234C46963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Stores system, user, and application settings</a:t>
          </a:r>
        </a:p>
      </dgm:t>
    </dgm:pt>
    <dgm:pt modelId="{1AFC11B6-7406-45C8-8945-983FB09DB04D}" type="parTrans" cxnId="{854E193F-D463-4467-8A68-69AF175D4B58}">
      <dgm:prSet/>
      <dgm:spPr/>
      <dgm:t>
        <a:bodyPr/>
        <a:lstStyle/>
        <a:p>
          <a:endParaRPr lang="en-US"/>
        </a:p>
      </dgm:t>
    </dgm:pt>
    <dgm:pt modelId="{65B33547-4809-4C82-958C-EA3E93FF3395}" type="sibTrans" cxnId="{854E193F-D463-4467-8A68-69AF175D4B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823065-6B62-44EE-847E-F2C0E5E94F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Structured in keys (folders) and values (data)</a:t>
          </a:r>
        </a:p>
      </dgm:t>
    </dgm:pt>
    <dgm:pt modelId="{E6EFACA6-7CB7-4645-9FAB-60761D3FE165}" type="parTrans" cxnId="{36957F58-B2B7-4667-9AA9-620E3C18D3F1}">
      <dgm:prSet/>
      <dgm:spPr/>
      <dgm:t>
        <a:bodyPr/>
        <a:lstStyle/>
        <a:p>
          <a:endParaRPr lang="en-US"/>
        </a:p>
      </dgm:t>
    </dgm:pt>
    <dgm:pt modelId="{A69D7894-59E8-4C20-A427-1324F932D622}" type="sibTrans" cxnId="{36957F58-B2B7-4667-9AA9-620E3C18D3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77A4A2-BA6E-4AB1-960E-3C0081896D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 hives: HKLM, HKCU, HKCR, HKU, HKCC</a:t>
          </a:r>
        </a:p>
      </dgm:t>
    </dgm:pt>
    <dgm:pt modelId="{52B2B161-7756-427A-AC20-953C0953F324}" type="parTrans" cxnId="{BBD6AD58-9D0F-4939-B480-1D2D7B10E9C1}">
      <dgm:prSet/>
      <dgm:spPr/>
      <dgm:t>
        <a:bodyPr/>
        <a:lstStyle/>
        <a:p>
          <a:endParaRPr lang="en-US"/>
        </a:p>
      </dgm:t>
    </dgm:pt>
    <dgm:pt modelId="{55F04D15-8ED1-4B1B-89EF-4BD9873D3FDF}" type="sibTrans" cxnId="{BBD6AD58-9D0F-4939-B480-1D2D7B10E9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B6C247A-947F-4C56-A0E1-692A93A00B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by apps to check if installed, store configs, or enable/disable features</a:t>
          </a:r>
        </a:p>
      </dgm:t>
    </dgm:pt>
    <dgm:pt modelId="{1E006059-E9AA-4DB9-9F78-F8711A084FA4}" type="parTrans" cxnId="{DBB214F1-C583-4394-9702-A82519475F96}">
      <dgm:prSet/>
      <dgm:spPr/>
      <dgm:t>
        <a:bodyPr/>
        <a:lstStyle/>
        <a:p>
          <a:endParaRPr lang="en-US"/>
        </a:p>
      </dgm:t>
    </dgm:pt>
    <dgm:pt modelId="{2AE5E91F-0D35-4E57-90CD-41E4768B26C7}" type="sibTrans" cxnId="{DBB214F1-C583-4394-9702-A82519475F96}">
      <dgm:prSet/>
      <dgm:spPr/>
      <dgm:t>
        <a:bodyPr/>
        <a:lstStyle/>
        <a:p>
          <a:endParaRPr lang="en-US"/>
        </a:p>
      </dgm:t>
    </dgm:pt>
    <dgm:pt modelId="{6B712B6D-F230-46BB-8168-8377D77AC686}" type="pres">
      <dgm:prSet presAssocID="{22D808FD-53BE-44A5-BF87-B15CEEDD4307}" presName="root" presStyleCnt="0">
        <dgm:presLayoutVars>
          <dgm:dir/>
          <dgm:resizeHandles val="exact"/>
        </dgm:presLayoutVars>
      </dgm:prSet>
      <dgm:spPr/>
    </dgm:pt>
    <dgm:pt modelId="{DCBF86B0-BF91-4399-AD9F-34C196BFE966}" type="pres">
      <dgm:prSet presAssocID="{22D808FD-53BE-44A5-BF87-B15CEEDD4307}" presName="container" presStyleCnt="0">
        <dgm:presLayoutVars>
          <dgm:dir/>
          <dgm:resizeHandles val="exact"/>
        </dgm:presLayoutVars>
      </dgm:prSet>
      <dgm:spPr/>
    </dgm:pt>
    <dgm:pt modelId="{C099BCFA-4780-4E82-BCBE-9DB0799894E4}" type="pres">
      <dgm:prSet presAssocID="{FA7F997A-C260-4785-AB91-B23A6C72A443}" presName="compNode" presStyleCnt="0"/>
      <dgm:spPr/>
    </dgm:pt>
    <dgm:pt modelId="{2F89F6B0-1FA4-4E35-8566-0DCD45C08821}" type="pres">
      <dgm:prSet presAssocID="{FA7F997A-C260-4785-AB91-B23A6C72A443}" presName="iconBgRect" presStyleLbl="bgShp" presStyleIdx="0" presStyleCnt="5"/>
      <dgm:spPr/>
    </dgm:pt>
    <dgm:pt modelId="{0E8EBCE5-7290-40CB-A8E8-C2C3A5D9E324}" type="pres">
      <dgm:prSet presAssocID="{FA7F997A-C260-4785-AB91-B23A6C72A44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0F7E7BE-22DA-4895-BF37-DEEDE6BEDAC8}" type="pres">
      <dgm:prSet presAssocID="{FA7F997A-C260-4785-AB91-B23A6C72A443}" presName="spaceRect" presStyleCnt="0"/>
      <dgm:spPr/>
    </dgm:pt>
    <dgm:pt modelId="{6591ABE9-F46C-4BEA-94E3-AAFA01CE8ECF}" type="pres">
      <dgm:prSet presAssocID="{FA7F997A-C260-4785-AB91-B23A6C72A443}" presName="textRect" presStyleLbl="revTx" presStyleIdx="0" presStyleCnt="5">
        <dgm:presLayoutVars>
          <dgm:chMax val="1"/>
          <dgm:chPref val="1"/>
        </dgm:presLayoutVars>
      </dgm:prSet>
      <dgm:spPr/>
    </dgm:pt>
    <dgm:pt modelId="{C76DA133-312D-4C89-B289-1F1ACBDD9BC4}" type="pres">
      <dgm:prSet presAssocID="{B0A8B063-E124-4851-AD58-48E6990D5FDD}" presName="sibTrans" presStyleLbl="sibTrans2D1" presStyleIdx="0" presStyleCnt="0"/>
      <dgm:spPr/>
    </dgm:pt>
    <dgm:pt modelId="{D63EE2B3-EF57-4850-A860-2BDC25F7262C}" type="pres">
      <dgm:prSet presAssocID="{92ADEC51-25F1-482D-9DB8-0234C469631F}" presName="compNode" presStyleCnt="0"/>
      <dgm:spPr/>
    </dgm:pt>
    <dgm:pt modelId="{6F54F075-9F00-4A7A-939A-2EBD6CAE90E3}" type="pres">
      <dgm:prSet presAssocID="{92ADEC51-25F1-482D-9DB8-0234C469631F}" presName="iconBgRect" presStyleLbl="bgShp" presStyleIdx="1" presStyleCnt="5"/>
      <dgm:spPr/>
    </dgm:pt>
    <dgm:pt modelId="{1326178C-32E6-418F-AC87-6ADAFE363F40}" type="pres">
      <dgm:prSet presAssocID="{92ADEC51-25F1-482D-9DB8-0234C469631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DF931B6-8A4B-4E59-A5B5-8027C1DE0F1B}" type="pres">
      <dgm:prSet presAssocID="{92ADEC51-25F1-482D-9DB8-0234C469631F}" presName="spaceRect" presStyleCnt="0"/>
      <dgm:spPr/>
    </dgm:pt>
    <dgm:pt modelId="{966CEE16-1E32-4B83-8429-572E9155E25A}" type="pres">
      <dgm:prSet presAssocID="{92ADEC51-25F1-482D-9DB8-0234C469631F}" presName="textRect" presStyleLbl="revTx" presStyleIdx="1" presStyleCnt="5">
        <dgm:presLayoutVars>
          <dgm:chMax val="1"/>
          <dgm:chPref val="1"/>
        </dgm:presLayoutVars>
      </dgm:prSet>
      <dgm:spPr/>
    </dgm:pt>
    <dgm:pt modelId="{94EAB928-40C4-4EE9-B538-4A4B5003E96D}" type="pres">
      <dgm:prSet presAssocID="{65B33547-4809-4C82-958C-EA3E93FF3395}" presName="sibTrans" presStyleLbl="sibTrans2D1" presStyleIdx="0" presStyleCnt="0"/>
      <dgm:spPr/>
    </dgm:pt>
    <dgm:pt modelId="{461D02CE-C73E-41F7-A36B-9884E0E30D64}" type="pres">
      <dgm:prSet presAssocID="{F9823065-6B62-44EE-847E-F2C0E5E94F8B}" presName="compNode" presStyleCnt="0"/>
      <dgm:spPr/>
    </dgm:pt>
    <dgm:pt modelId="{C9084A6A-F54F-4A69-9623-E065E09EBEAB}" type="pres">
      <dgm:prSet presAssocID="{F9823065-6B62-44EE-847E-F2C0E5E94F8B}" presName="iconBgRect" presStyleLbl="bgShp" presStyleIdx="2" presStyleCnt="5"/>
      <dgm:spPr/>
    </dgm:pt>
    <dgm:pt modelId="{9C8290F9-A7C3-42AE-B9F4-B7B48B3D5DE5}" type="pres">
      <dgm:prSet presAssocID="{F9823065-6B62-44EE-847E-F2C0E5E94F8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432CDE8-6D00-434E-9C55-AD3A1314381A}" type="pres">
      <dgm:prSet presAssocID="{F9823065-6B62-44EE-847E-F2C0E5E94F8B}" presName="spaceRect" presStyleCnt="0"/>
      <dgm:spPr/>
    </dgm:pt>
    <dgm:pt modelId="{22B7E154-61BC-42E7-9EB1-9D7DC6C08AB9}" type="pres">
      <dgm:prSet presAssocID="{F9823065-6B62-44EE-847E-F2C0E5E94F8B}" presName="textRect" presStyleLbl="revTx" presStyleIdx="2" presStyleCnt="5">
        <dgm:presLayoutVars>
          <dgm:chMax val="1"/>
          <dgm:chPref val="1"/>
        </dgm:presLayoutVars>
      </dgm:prSet>
      <dgm:spPr/>
    </dgm:pt>
    <dgm:pt modelId="{5A754644-D695-4CDA-BCD4-1277EFE996E9}" type="pres">
      <dgm:prSet presAssocID="{A69D7894-59E8-4C20-A427-1324F932D622}" presName="sibTrans" presStyleLbl="sibTrans2D1" presStyleIdx="0" presStyleCnt="0"/>
      <dgm:spPr/>
    </dgm:pt>
    <dgm:pt modelId="{3B2BD7CB-37E5-42B9-9569-1FBEC2CB4010}" type="pres">
      <dgm:prSet presAssocID="{2977A4A2-BA6E-4AB1-960E-3C0081896DFA}" presName="compNode" presStyleCnt="0"/>
      <dgm:spPr/>
    </dgm:pt>
    <dgm:pt modelId="{493E3DE5-47BB-4DE8-A348-82ECCE8EB842}" type="pres">
      <dgm:prSet presAssocID="{2977A4A2-BA6E-4AB1-960E-3C0081896DFA}" presName="iconBgRect" presStyleLbl="bgShp" presStyleIdx="3" presStyleCnt="5"/>
      <dgm:spPr/>
    </dgm:pt>
    <dgm:pt modelId="{2ED557E2-F913-46A4-B0DA-0F1E727B1EA4}" type="pres">
      <dgm:prSet presAssocID="{2977A4A2-BA6E-4AB1-960E-3C0081896DF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2DFD2D5C-CA34-4B87-9E65-5231703018F0}" type="pres">
      <dgm:prSet presAssocID="{2977A4A2-BA6E-4AB1-960E-3C0081896DFA}" presName="spaceRect" presStyleCnt="0"/>
      <dgm:spPr/>
    </dgm:pt>
    <dgm:pt modelId="{F23D29F7-A5DB-4B8E-8878-21EBB9351B80}" type="pres">
      <dgm:prSet presAssocID="{2977A4A2-BA6E-4AB1-960E-3C0081896DFA}" presName="textRect" presStyleLbl="revTx" presStyleIdx="3" presStyleCnt="5">
        <dgm:presLayoutVars>
          <dgm:chMax val="1"/>
          <dgm:chPref val="1"/>
        </dgm:presLayoutVars>
      </dgm:prSet>
      <dgm:spPr/>
    </dgm:pt>
    <dgm:pt modelId="{7E1AE539-998B-4D8B-9418-49C60E8C9C12}" type="pres">
      <dgm:prSet presAssocID="{55F04D15-8ED1-4B1B-89EF-4BD9873D3FDF}" presName="sibTrans" presStyleLbl="sibTrans2D1" presStyleIdx="0" presStyleCnt="0"/>
      <dgm:spPr/>
    </dgm:pt>
    <dgm:pt modelId="{C65430B5-EF92-4FA1-AF91-9FA16F5F1F04}" type="pres">
      <dgm:prSet presAssocID="{FB6C247A-947F-4C56-A0E1-692A93A00BED}" presName="compNode" presStyleCnt="0"/>
      <dgm:spPr/>
    </dgm:pt>
    <dgm:pt modelId="{1EAAE968-F27C-4130-B779-A985EBC2149E}" type="pres">
      <dgm:prSet presAssocID="{FB6C247A-947F-4C56-A0E1-692A93A00BED}" presName="iconBgRect" presStyleLbl="bgShp" presStyleIdx="4" presStyleCnt="5"/>
      <dgm:spPr/>
    </dgm:pt>
    <dgm:pt modelId="{01FF07F5-A2AF-4477-A4EB-D6CE4F6FF946}" type="pres">
      <dgm:prSet presAssocID="{FB6C247A-947F-4C56-A0E1-692A93A00BE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347DC9FF-A84E-42DB-BCC1-048246A1A218}" type="pres">
      <dgm:prSet presAssocID="{FB6C247A-947F-4C56-A0E1-692A93A00BED}" presName="spaceRect" presStyleCnt="0"/>
      <dgm:spPr/>
    </dgm:pt>
    <dgm:pt modelId="{DC508DE3-83CC-4CC9-B84A-E1CA873F38C8}" type="pres">
      <dgm:prSet presAssocID="{FB6C247A-947F-4C56-A0E1-692A93A00BE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712BC01-B072-460E-BD79-4C5FB49EF54B}" type="presOf" srcId="{F9823065-6B62-44EE-847E-F2C0E5E94F8B}" destId="{22B7E154-61BC-42E7-9EB1-9D7DC6C08AB9}" srcOrd="0" destOrd="0" presId="urn:microsoft.com/office/officeart/2018/2/layout/IconCircleList"/>
    <dgm:cxn modelId="{EC55B006-0D84-4AE0-A600-13D97D340239}" type="presOf" srcId="{65B33547-4809-4C82-958C-EA3E93FF3395}" destId="{94EAB928-40C4-4EE9-B538-4A4B5003E96D}" srcOrd="0" destOrd="0" presId="urn:microsoft.com/office/officeart/2018/2/layout/IconCircleList"/>
    <dgm:cxn modelId="{5CA8CA06-BB26-4B56-8483-F598E31E95C9}" type="presOf" srcId="{A69D7894-59E8-4C20-A427-1324F932D622}" destId="{5A754644-D695-4CDA-BCD4-1277EFE996E9}" srcOrd="0" destOrd="0" presId="urn:microsoft.com/office/officeart/2018/2/layout/IconCircleList"/>
    <dgm:cxn modelId="{6512EF21-4650-4208-B00D-4D8B36B30C7A}" type="presOf" srcId="{2977A4A2-BA6E-4AB1-960E-3C0081896DFA}" destId="{F23D29F7-A5DB-4B8E-8878-21EBB9351B80}" srcOrd="0" destOrd="0" presId="urn:microsoft.com/office/officeart/2018/2/layout/IconCircleList"/>
    <dgm:cxn modelId="{34375724-BE4A-400F-B99F-60C95878CE16}" srcId="{22D808FD-53BE-44A5-BF87-B15CEEDD4307}" destId="{FA7F997A-C260-4785-AB91-B23A6C72A443}" srcOrd="0" destOrd="0" parTransId="{A14D7288-0F39-43CE-A95D-146E4BE94B4A}" sibTransId="{B0A8B063-E124-4851-AD58-48E6990D5FDD}"/>
    <dgm:cxn modelId="{854E193F-D463-4467-8A68-69AF175D4B58}" srcId="{22D808FD-53BE-44A5-BF87-B15CEEDD4307}" destId="{92ADEC51-25F1-482D-9DB8-0234C469631F}" srcOrd="1" destOrd="0" parTransId="{1AFC11B6-7406-45C8-8945-983FB09DB04D}" sibTransId="{65B33547-4809-4C82-958C-EA3E93FF3395}"/>
    <dgm:cxn modelId="{BFC6C264-4DB9-4A25-BAF3-0B5397C82EE2}" type="presOf" srcId="{B0A8B063-E124-4851-AD58-48E6990D5FDD}" destId="{C76DA133-312D-4C89-B289-1F1ACBDD9BC4}" srcOrd="0" destOrd="0" presId="urn:microsoft.com/office/officeart/2018/2/layout/IconCircleList"/>
    <dgm:cxn modelId="{94B5A46E-E882-42F4-927F-FB2F146741A0}" type="presOf" srcId="{FB6C247A-947F-4C56-A0E1-692A93A00BED}" destId="{DC508DE3-83CC-4CC9-B84A-E1CA873F38C8}" srcOrd="0" destOrd="0" presId="urn:microsoft.com/office/officeart/2018/2/layout/IconCircleList"/>
    <dgm:cxn modelId="{36957F58-B2B7-4667-9AA9-620E3C18D3F1}" srcId="{22D808FD-53BE-44A5-BF87-B15CEEDD4307}" destId="{F9823065-6B62-44EE-847E-F2C0E5E94F8B}" srcOrd="2" destOrd="0" parTransId="{E6EFACA6-7CB7-4645-9FAB-60761D3FE165}" sibTransId="{A69D7894-59E8-4C20-A427-1324F932D622}"/>
    <dgm:cxn modelId="{BBD6AD58-9D0F-4939-B480-1D2D7B10E9C1}" srcId="{22D808FD-53BE-44A5-BF87-B15CEEDD4307}" destId="{2977A4A2-BA6E-4AB1-960E-3C0081896DFA}" srcOrd="3" destOrd="0" parTransId="{52B2B161-7756-427A-AC20-953C0953F324}" sibTransId="{55F04D15-8ED1-4B1B-89EF-4BD9873D3FDF}"/>
    <dgm:cxn modelId="{0D68B658-6C3A-4FBE-9591-D35AA87D54C9}" type="presOf" srcId="{22D808FD-53BE-44A5-BF87-B15CEEDD4307}" destId="{6B712B6D-F230-46BB-8168-8377D77AC686}" srcOrd="0" destOrd="0" presId="urn:microsoft.com/office/officeart/2018/2/layout/IconCircleList"/>
    <dgm:cxn modelId="{B1562EAD-A39A-4AF4-8C74-7490466B3F2C}" type="presOf" srcId="{92ADEC51-25F1-482D-9DB8-0234C469631F}" destId="{966CEE16-1E32-4B83-8429-572E9155E25A}" srcOrd="0" destOrd="0" presId="urn:microsoft.com/office/officeart/2018/2/layout/IconCircleList"/>
    <dgm:cxn modelId="{A125A4C8-254D-4599-9A91-DF352AC6217C}" type="presOf" srcId="{55F04D15-8ED1-4B1B-89EF-4BD9873D3FDF}" destId="{7E1AE539-998B-4D8B-9418-49C60E8C9C12}" srcOrd="0" destOrd="0" presId="urn:microsoft.com/office/officeart/2018/2/layout/IconCircleList"/>
    <dgm:cxn modelId="{0724CAD3-CA63-45F1-A793-FF3B38070C20}" type="presOf" srcId="{FA7F997A-C260-4785-AB91-B23A6C72A443}" destId="{6591ABE9-F46C-4BEA-94E3-AAFA01CE8ECF}" srcOrd="0" destOrd="0" presId="urn:microsoft.com/office/officeart/2018/2/layout/IconCircleList"/>
    <dgm:cxn modelId="{DBB214F1-C583-4394-9702-A82519475F96}" srcId="{22D808FD-53BE-44A5-BF87-B15CEEDD4307}" destId="{FB6C247A-947F-4C56-A0E1-692A93A00BED}" srcOrd="4" destOrd="0" parTransId="{1E006059-E9AA-4DB9-9F78-F8711A084FA4}" sibTransId="{2AE5E91F-0D35-4E57-90CD-41E4768B26C7}"/>
    <dgm:cxn modelId="{6ECF4BCF-5B35-49B2-82CF-43927234A86B}" type="presParOf" srcId="{6B712B6D-F230-46BB-8168-8377D77AC686}" destId="{DCBF86B0-BF91-4399-AD9F-34C196BFE966}" srcOrd="0" destOrd="0" presId="urn:microsoft.com/office/officeart/2018/2/layout/IconCircleList"/>
    <dgm:cxn modelId="{2A2C461A-8094-4634-B615-8C0135F3F254}" type="presParOf" srcId="{DCBF86B0-BF91-4399-AD9F-34C196BFE966}" destId="{C099BCFA-4780-4E82-BCBE-9DB0799894E4}" srcOrd="0" destOrd="0" presId="urn:microsoft.com/office/officeart/2018/2/layout/IconCircleList"/>
    <dgm:cxn modelId="{211712CC-E4EE-43B6-A433-6C40D473A0AD}" type="presParOf" srcId="{C099BCFA-4780-4E82-BCBE-9DB0799894E4}" destId="{2F89F6B0-1FA4-4E35-8566-0DCD45C08821}" srcOrd="0" destOrd="0" presId="urn:microsoft.com/office/officeart/2018/2/layout/IconCircleList"/>
    <dgm:cxn modelId="{BAC7F90E-D4FC-4E2B-8E32-8248B526CCD3}" type="presParOf" srcId="{C099BCFA-4780-4E82-BCBE-9DB0799894E4}" destId="{0E8EBCE5-7290-40CB-A8E8-C2C3A5D9E324}" srcOrd="1" destOrd="0" presId="urn:microsoft.com/office/officeart/2018/2/layout/IconCircleList"/>
    <dgm:cxn modelId="{82085D6E-D1BB-4AD8-A7E4-E1537725E5E7}" type="presParOf" srcId="{C099BCFA-4780-4E82-BCBE-9DB0799894E4}" destId="{D0F7E7BE-22DA-4895-BF37-DEEDE6BEDAC8}" srcOrd="2" destOrd="0" presId="urn:microsoft.com/office/officeart/2018/2/layout/IconCircleList"/>
    <dgm:cxn modelId="{348D0B7F-8A53-4AA1-A95E-B49BC846F383}" type="presParOf" srcId="{C099BCFA-4780-4E82-BCBE-9DB0799894E4}" destId="{6591ABE9-F46C-4BEA-94E3-AAFA01CE8ECF}" srcOrd="3" destOrd="0" presId="urn:microsoft.com/office/officeart/2018/2/layout/IconCircleList"/>
    <dgm:cxn modelId="{A96D8116-1857-48AB-A883-82622441F52B}" type="presParOf" srcId="{DCBF86B0-BF91-4399-AD9F-34C196BFE966}" destId="{C76DA133-312D-4C89-B289-1F1ACBDD9BC4}" srcOrd="1" destOrd="0" presId="urn:microsoft.com/office/officeart/2018/2/layout/IconCircleList"/>
    <dgm:cxn modelId="{B33FAD7D-E459-4373-82E0-13C9362F918A}" type="presParOf" srcId="{DCBF86B0-BF91-4399-AD9F-34C196BFE966}" destId="{D63EE2B3-EF57-4850-A860-2BDC25F7262C}" srcOrd="2" destOrd="0" presId="urn:microsoft.com/office/officeart/2018/2/layout/IconCircleList"/>
    <dgm:cxn modelId="{115FA592-0A6B-4EC0-900D-B01A53D9E37D}" type="presParOf" srcId="{D63EE2B3-EF57-4850-A860-2BDC25F7262C}" destId="{6F54F075-9F00-4A7A-939A-2EBD6CAE90E3}" srcOrd="0" destOrd="0" presId="urn:microsoft.com/office/officeart/2018/2/layout/IconCircleList"/>
    <dgm:cxn modelId="{484C4EEC-9FF5-45D0-9425-0A863519779E}" type="presParOf" srcId="{D63EE2B3-EF57-4850-A860-2BDC25F7262C}" destId="{1326178C-32E6-418F-AC87-6ADAFE363F40}" srcOrd="1" destOrd="0" presId="urn:microsoft.com/office/officeart/2018/2/layout/IconCircleList"/>
    <dgm:cxn modelId="{D793F154-DE88-4CC3-A0F0-4C1BAC7BF8D1}" type="presParOf" srcId="{D63EE2B3-EF57-4850-A860-2BDC25F7262C}" destId="{1DF931B6-8A4B-4E59-A5B5-8027C1DE0F1B}" srcOrd="2" destOrd="0" presId="urn:microsoft.com/office/officeart/2018/2/layout/IconCircleList"/>
    <dgm:cxn modelId="{70CD82BD-D36E-4A70-BBCB-2CDFFFEE6F30}" type="presParOf" srcId="{D63EE2B3-EF57-4850-A860-2BDC25F7262C}" destId="{966CEE16-1E32-4B83-8429-572E9155E25A}" srcOrd="3" destOrd="0" presId="urn:microsoft.com/office/officeart/2018/2/layout/IconCircleList"/>
    <dgm:cxn modelId="{A6D6C0F3-1423-4B11-A1C7-939DB900B369}" type="presParOf" srcId="{DCBF86B0-BF91-4399-AD9F-34C196BFE966}" destId="{94EAB928-40C4-4EE9-B538-4A4B5003E96D}" srcOrd="3" destOrd="0" presId="urn:microsoft.com/office/officeart/2018/2/layout/IconCircleList"/>
    <dgm:cxn modelId="{EFD6E5B4-1B7E-48FB-AEB6-997A60ABDFAC}" type="presParOf" srcId="{DCBF86B0-BF91-4399-AD9F-34C196BFE966}" destId="{461D02CE-C73E-41F7-A36B-9884E0E30D64}" srcOrd="4" destOrd="0" presId="urn:microsoft.com/office/officeart/2018/2/layout/IconCircleList"/>
    <dgm:cxn modelId="{64AB9F97-8E4C-4F15-967D-8418BF781FEA}" type="presParOf" srcId="{461D02CE-C73E-41F7-A36B-9884E0E30D64}" destId="{C9084A6A-F54F-4A69-9623-E065E09EBEAB}" srcOrd="0" destOrd="0" presId="urn:microsoft.com/office/officeart/2018/2/layout/IconCircleList"/>
    <dgm:cxn modelId="{0DD779C5-DDF7-4C66-84C1-221984B98851}" type="presParOf" srcId="{461D02CE-C73E-41F7-A36B-9884E0E30D64}" destId="{9C8290F9-A7C3-42AE-B9F4-B7B48B3D5DE5}" srcOrd="1" destOrd="0" presId="urn:microsoft.com/office/officeart/2018/2/layout/IconCircleList"/>
    <dgm:cxn modelId="{7E04A944-AE30-47A7-969A-CA9756EDF944}" type="presParOf" srcId="{461D02CE-C73E-41F7-A36B-9884E0E30D64}" destId="{7432CDE8-6D00-434E-9C55-AD3A1314381A}" srcOrd="2" destOrd="0" presId="urn:microsoft.com/office/officeart/2018/2/layout/IconCircleList"/>
    <dgm:cxn modelId="{8845912D-05B6-48E6-807B-F9567DB53A13}" type="presParOf" srcId="{461D02CE-C73E-41F7-A36B-9884E0E30D64}" destId="{22B7E154-61BC-42E7-9EB1-9D7DC6C08AB9}" srcOrd="3" destOrd="0" presId="urn:microsoft.com/office/officeart/2018/2/layout/IconCircleList"/>
    <dgm:cxn modelId="{172256A7-7251-47C0-B0D2-948194835F78}" type="presParOf" srcId="{DCBF86B0-BF91-4399-AD9F-34C196BFE966}" destId="{5A754644-D695-4CDA-BCD4-1277EFE996E9}" srcOrd="5" destOrd="0" presId="urn:microsoft.com/office/officeart/2018/2/layout/IconCircleList"/>
    <dgm:cxn modelId="{9AB3AF57-F297-4221-AFC7-ADAE2FEDE60A}" type="presParOf" srcId="{DCBF86B0-BF91-4399-AD9F-34C196BFE966}" destId="{3B2BD7CB-37E5-42B9-9569-1FBEC2CB4010}" srcOrd="6" destOrd="0" presId="urn:microsoft.com/office/officeart/2018/2/layout/IconCircleList"/>
    <dgm:cxn modelId="{0DD67224-E48D-43D6-B0B3-F6CF363483DA}" type="presParOf" srcId="{3B2BD7CB-37E5-42B9-9569-1FBEC2CB4010}" destId="{493E3DE5-47BB-4DE8-A348-82ECCE8EB842}" srcOrd="0" destOrd="0" presId="urn:microsoft.com/office/officeart/2018/2/layout/IconCircleList"/>
    <dgm:cxn modelId="{4E9700B8-C485-4F27-8E61-8E36CD77F96E}" type="presParOf" srcId="{3B2BD7CB-37E5-42B9-9569-1FBEC2CB4010}" destId="{2ED557E2-F913-46A4-B0DA-0F1E727B1EA4}" srcOrd="1" destOrd="0" presId="urn:microsoft.com/office/officeart/2018/2/layout/IconCircleList"/>
    <dgm:cxn modelId="{4D8DDB1A-4FF0-4F26-B456-AC57FD6F9703}" type="presParOf" srcId="{3B2BD7CB-37E5-42B9-9569-1FBEC2CB4010}" destId="{2DFD2D5C-CA34-4B87-9E65-5231703018F0}" srcOrd="2" destOrd="0" presId="urn:microsoft.com/office/officeart/2018/2/layout/IconCircleList"/>
    <dgm:cxn modelId="{FB7CC4DD-B36B-4E9A-AB5A-7DCF7CFFAA21}" type="presParOf" srcId="{3B2BD7CB-37E5-42B9-9569-1FBEC2CB4010}" destId="{F23D29F7-A5DB-4B8E-8878-21EBB9351B80}" srcOrd="3" destOrd="0" presId="urn:microsoft.com/office/officeart/2018/2/layout/IconCircleList"/>
    <dgm:cxn modelId="{BA8046B7-14DE-4BC7-AC5E-C046727E4F44}" type="presParOf" srcId="{DCBF86B0-BF91-4399-AD9F-34C196BFE966}" destId="{7E1AE539-998B-4D8B-9418-49C60E8C9C12}" srcOrd="7" destOrd="0" presId="urn:microsoft.com/office/officeart/2018/2/layout/IconCircleList"/>
    <dgm:cxn modelId="{F6693BA0-64AC-404F-AABB-C8041C5B74EA}" type="presParOf" srcId="{DCBF86B0-BF91-4399-AD9F-34C196BFE966}" destId="{C65430B5-EF92-4FA1-AF91-9FA16F5F1F04}" srcOrd="8" destOrd="0" presId="urn:microsoft.com/office/officeart/2018/2/layout/IconCircleList"/>
    <dgm:cxn modelId="{A31C2466-EB80-4A08-8EEA-9EEB9DB302A6}" type="presParOf" srcId="{C65430B5-EF92-4FA1-AF91-9FA16F5F1F04}" destId="{1EAAE968-F27C-4130-B779-A985EBC2149E}" srcOrd="0" destOrd="0" presId="urn:microsoft.com/office/officeart/2018/2/layout/IconCircleList"/>
    <dgm:cxn modelId="{33D003ED-BE6D-48D0-95EB-805726C4D296}" type="presParOf" srcId="{C65430B5-EF92-4FA1-AF91-9FA16F5F1F04}" destId="{01FF07F5-A2AF-4477-A4EB-D6CE4F6FF946}" srcOrd="1" destOrd="0" presId="urn:microsoft.com/office/officeart/2018/2/layout/IconCircleList"/>
    <dgm:cxn modelId="{251892B5-7D4D-45A3-8951-3CD198CA8A35}" type="presParOf" srcId="{C65430B5-EF92-4FA1-AF91-9FA16F5F1F04}" destId="{347DC9FF-A84E-42DB-BCC1-048246A1A218}" srcOrd="2" destOrd="0" presId="urn:microsoft.com/office/officeart/2018/2/layout/IconCircleList"/>
    <dgm:cxn modelId="{E3444609-4C3E-4CDE-BFCE-D7C50AE165FD}" type="presParOf" srcId="{C65430B5-EF92-4FA1-AF91-9FA16F5F1F04}" destId="{DC508DE3-83CC-4CC9-B84A-E1CA873F38C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89F6B0-1FA4-4E35-8566-0DCD45C08821}">
      <dsp:nvSpPr>
        <dsp:cNvPr id="0" name=""/>
        <dsp:cNvSpPr/>
      </dsp:nvSpPr>
      <dsp:spPr>
        <a:xfrm>
          <a:off x="1590809" y="39132"/>
          <a:ext cx="1091140" cy="10911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8EBCE5-7290-40CB-A8E8-C2C3A5D9E324}">
      <dsp:nvSpPr>
        <dsp:cNvPr id="0" name=""/>
        <dsp:cNvSpPr/>
      </dsp:nvSpPr>
      <dsp:spPr>
        <a:xfrm>
          <a:off x="1819948" y="268272"/>
          <a:ext cx="632861" cy="6328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1ABE9-F46C-4BEA-94E3-AAFA01CE8ECF}">
      <dsp:nvSpPr>
        <dsp:cNvPr id="0" name=""/>
        <dsp:cNvSpPr/>
      </dsp:nvSpPr>
      <dsp:spPr>
        <a:xfrm>
          <a:off x="2915765" y="39132"/>
          <a:ext cx="2571973" cy="1091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Registry = Central database of  Windows OS   </a:t>
          </a:r>
        </a:p>
      </dsp:txBody>
      <dsp:txXfrm>
        <a:off x="2915765" y="39132"/>
        <a:ext cx="2571973" cy="1091140"/>
      </dsp:txXfrm>
    </dsp:sp>
    <dsp:sp modelId="{6F54F075-9F00-4A7A-939A-2EBD6CAE90E3}">
      <dsp:nvSpPr>
        <dsp:cNvPr id="0" name=""/>
        <dsp:cNvSpPr/>
      </dsp:nvSpPr>
      <dsp:spPr>
        <a:xfrm>
          <a:off x="5935885" y="39132"/>
          <a:ext cx="1091140" cy="10911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6178C-32E6-418F-AC87-6ADAFE363F40}">
      <dsp:nvSpPr>
        <dsp:cNvPr id="0" name=""/>
        <dsp:cNvSpPr/>
      </dsp:nvSpPr>
      <dsp:spPr>
        <a:xfrm>
          <a:off x="6165025" y="268272"/>
          <a:ext cx="632861" cy="6328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CEE16-1E32-4B83-8429-572E9155E25A}">
      <dsp:nvSpPr>
        <dsp:cNvPr id="0" name=""/>
        <dsp:cNvSpPr/>
      </dsp:nvSpPr>
      <dsp:spPr>
        <a:xfrm>
          <a:off x="7260842" y="39132"/>
          <a:ext cx="2571973" cy="1091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Stores system, user, and application settings</a:t>
          </a:r>
        </a:p>
      </dsp:txBody>
      <dsp:txXfrm>
        <a:off x="7260842" y="39132"/>
        <a:ext cx="2571973" cy="1091140"/>
      </dsp:txXfrm>
    </dsp:sp>
    <dsp:sp modelId="{C9084A6A-F54F-4A69-9623-E065E09EBEAB}">
      <dsp:nvSpPr>
        <dsp:cNvPr id="0" name=""/>
        <dsp:cNvSpPr/>
      </dsp:nvSpPr>
      <dsp:spPr>
        <a:xfrm>
          <a:off x="1590809" y="1993586"/>
          <a:ext cx="1091140" cy="10911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290F9-A7C3-42AE-B9F4-B7B48B3D5DE5}">
      <dsp:nvSpPr>
        <dsp:cNvPr id="0" name=""/>
        <dsp:cNvSpPr/>
      </dsp:nvSpPr>
      <dsp:spPr>
        <a:xfrm>
          <a:off x="1819948" y="2222725"/>
          <a:ext cx="632861" cy="6328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7E154-61BC-42E7-9EB1-9D7DC6C08AB9}">
      <dsp:nvSpPr>
        <dsp:cNvPr id="0" name=""/>
        <dsp:cNvSpPr/>
      </dsp:nvSpPr>
      <dsp:spPr>
        <a:xfrm>
          <a:off x="2915765" y="1993586"/>
          <a:ext cx="2571973" cy="1091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Structured in keys (folders) and values (data)</a:t>
          </a:r>
        </a:p>
      </dsp:txBody>
      <dsp:txXfrm>
        <a:off x="2915765" y="1993586"/>
        <a:ext cx="2571973" cy="1091140"/>
      </dsp:txXfrm>
    </dsp:sp>
    <dsp:sp modelId="{493E3DE5-47BB-4DE8-A348-82ECCE8EB842}">
      <dsp:nvSpPr>
        <dsp:cNvPr id="0" name=""/>
        <dsp:cNvSpPr/>
      </dsp:nvSpPr>
      <dsp:spPr>
        <a:xfrm>
          <a:off x="5935885" y="1993586"/>
          <a:ext cx="1091140" cy="10911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D557E2-F913-46A4-B0DA-0F1E727B1EA4}">
      <dsp:nvSpPr>
        <dsp:cNvPr id="0" name=""/>
        <dsp:cNvSpPr/>
      </dsp:nvSpPr>
      <dsp:spPr>
        <a:xfrm>
          <a:off x="6165025" y="2222725"/>
          <a:ext cx="632861" cy="6328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D29F7-A5DB-4B8E-8878-21EBB9351B80}">
      <dsp:nvSpPr>
        <dsp:cNvPr id="0" name=""/>
        <dsp:cNvSpPr/>
      </dsp:nvSpPr>
      <dsp:spPr>
        <a:xfrm>
          <a:off x="7260842" y="1993586"/>
          <a:ext cx="2571973" cy="1091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Example hives: HKLM, HKCU, HKCR, HKU, HKCC</a:t>
          </a:r>
        </a:p>
      </dsp:txBody>
      <dsp:txXfrm>
        <a:off x="7260842" y="1993586"/>
        <a:ext cx="2571973" cy="1091140"/>
      </dsp:txXfrm>
    </dsp:sp>
    <dsp:sp modelId="{1EAAE968-F27C-4130-B779-A985EBC2149E}">
      <dsp:nvSpPr>
        <dsp:cNvPr id="0" name=""/>
        <dsp:cNvSpPr/>
      </dsp:nvSpPr>
      <dsp:spPr>
        <a:xfrm>
          <a:off x="1590809" y="3948039"/>
          <a:ext cx="1091140" cy="109114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F07F5-A2AF-4477-A4EB-D6CE4F6FF946}">
      <dsp:nvSpPr>
        <dsp:cNvPr id="0" name=""/>
        <dsp:cNvSpPr/>
      </dsp:nvSpPr>
      <dsp:spPr>
        <a:xfrm>
          <a:off x="1819948" y="4177179"/>
          <a:ext cx="632861" cy="63286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08DE3-83CC-4CC9-B84A-E1CA873F38C8}">
      <dsp:nvSpPr>
        <dsp:cNvPr id="0" name=""/>
        <dsp:cNvSpPr/>
      </dsp:nvSpPr>
      <dsp:spPr>
        <a:xfrm>
          <a:off x="2915765" y="3948039"/>
          <a:ext cx="2571973" cy="1091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Used by apps to check if installed, store configs, or enable/disable features</a:t>
          </a:r>
        </a:p>
      </dsp:txBody>
      <dsp:txXfrm>
        <a:off x="2915765" y="3948039"/>
        <a:ext cx="2571973" cy="10911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57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</a:t>
            </a:r>
            <a:r>
              <a:rPr lang="en-US" sz="28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DWS B 2</a:t>
            </a:r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8133196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</a:t>
            </a:r>
            <a:r>
              <a:rPr lang="en-US" sz="2400">
                <a:solidFill>
                  <a:srgbClr val="FFFFFF"/>
                </a:solidFill>
                <a:latin typeface="HK Grotesk" pitchFamily="2" charset="77"/>
              </a:rPr>
              <a:t>4</a:t>
            </a:r>
            <a:r>
              <a:rPr lang="en-US" sz="2400" baseline="3000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>
                <a:solidFill>
                  <a:srgbClr val="FFFFFF"/>
                </a:solidFill>
                <a:latin typeface="HK Grotesk" pitchFamily="2" charset="77"/>
              </a:rPr>
              <a:t> and 5</a:t>
            </a:r>
            <a:r>
              <a:rPr lang="en-US" sz="2400" baseline="3000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>
                <a:solidFill>
                  <a:srgbClr val="FFFFFF"/>
                </a:solidFill>
                <a:latin typeface="HK Grotesk" pitchFamily="2" charset="77"/>
              </a:rPr>
              <a:t> Sept</a:t>
            </a:r>
            <a:endParaRPr lang="en-US" sz="2400" dirty="0">
              <a:solidFill>
                <a:srgbClr val="FFFFFF"/>
              </a:solidFill>
              <a:latin typeface="HK Grotesk" pitchFamily="2" charset="7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SAUMYA SRIVASTAVA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MSI/EXE with Registry Add/ Delete/Move using PSADT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342F52-4941-7029-15EF-4681B4B4EAB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59DB3-090C-C69F-3A4A-266CF14D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FE921A7-5EB6-085E-C4A8-A15705F3BF0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Title:- Why it need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F718C1C-12E7-42A2-D938-909491C22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F106F44-B50D-D613-8754-89B0923C264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00502-41E2-C6B0-7553-E4A40E0E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DF670-8B7D-4D0E-080C-45306C85D5C2}"/>
              </a:ext>
            </a:extLst>
          </p:cNvPr>
          <p:cNvSpPr txBox="1"/>
          <p:nvPr/>
        </p:nvSpPr>
        <p:spPr>
          <a:xfrm>
            <a:off x="431513" y="1252924"/>
            <a:ext cx="1121756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dirty="0"/>
              <a:t>Manual Installation of apps does not ensure registry entries are updated. 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2000" dirty="0"/>
              <a:t>2</a:t>
            </a:r>
            <a:r>
              <a:rPr lang="en-US" dirty="0"/>
              <a:t>. Without registry entries , IT cannot track or verify installations.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  <a:p>
            <a:r>
              <a:rPr lang="en-US" sz="2000" dirty="0"/>
              <a:t>3. </a:t>
            </a:r>
            <a:r>
              <a:rPr lang="en-US" dirty="0"/>
              <a:t>Updates/Uninstall may fail if old registry keys remain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 </a:t>
            </a:r>
          </a:p>
          <a:p>
            <a:r>
              <a:rPr lang="en-US" sz="2000" dirty="0"/>
              <a:t>4. </a:t>
            </a:r>
            <a:r>
              <a:rPr lang="en-US" dirty="0"/>
              <a:t>Need an automated way to install apps and manage registry changes consistently.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170AA-BF69-5EA5-42FB-AE87A7D2674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35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Title:- About PSADT</a:t>
            </a:r>
          </a:p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184162" y="1031813"/>
            <a:ext cx="1182367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Slide details:-  </a:t>
            </a:r>
            <a:r>
              <a:rPr lang="en-US" sz="2000" dirty="0" err="1">
                <a:latin typeface="HK Grotesk"/>
              </a:rPr>
              <a:t>PSAppDeployToolkit</a:t>
            </a:r>
            <a:r>
              <a:rPr lang="en-US" sz="2000" dirty="0">
                <a:latin typeface="HK Grotesk"/>
              </a:rPr>
              <a:t> (PSADT) is a PowerShell-based framework.</a:t>
            </a:r>
          </a:p>
          <a:p>
            <a:endParaRPr lang="en-US" sz="2000" dirty="0">
              <a:latin typeface="HK Grotesk"/>
            </a:endParaRPr>
          </a:p>
          <a:p>
            <a:r>
              <a:rPr lang="en-US" sz="2000" dirty="0">
                <a:latin typeface="HK Grotesk"/>
              </a:rPr>
              <a:t>Created to simplify software deployment in enterprises.</a:t>
            </a:r>
          </a:p>
          <a:p>
            <a:endParaRPr lang="en-US" sz="2000" dirty="0">
              <a:latin typeface="HK Grotesk"/>
            </a:endParaRPr>
          </a:p>
          <a:p>
            <a:r>
              <a:rPr lang="en-US" sz="2000" dirty="0">
                <a:latin typeface="HK Grotesk"/>
              </a:rPr>
              <a:t>Provides ready-made functions for:</a:t>
            </a:r>
          </a:p>
          <a:p>
            <a:endParaRPr lang="en-US" sz="2000" dirty="0">
              <a:latin typeface="HK Grotesk"/>
            </a:endParaRPr>
          </a:p>
          <a:p>
            <a:r>
              <a:rPr lang="en-US" sz="2000" dirty="0">
                <a:latin typeface="HK Grotesk"/>
              </a:rPr>
              <a:t>Installing MSI/EXE applications</a:t>
            </a:r>
          </a:p>
          <a:p>
            <a:endParaRPr lang="en-US" sz="2000" dirty="0">
              <a:latin typeface="HK Grotesk"/>
            </a:endParaRPr>
          </a:p>
          <a:p>
            <a:r>
              <a:rPr lang="en-US" sz="2000" dirty="0">
                <a:latin typeface="HK Grotesk"/>
              </a:rPr>
              <a:t>Adding, deleting, or moving registry keys</a:t>
            </a:r>
          </a:p>
          <a:p>
            <a:endParaRPr lang="en-US" sz="2000" dirty="0">
              <a:latin typeface="HK Grotesk"/>
            </a:endParaRPr>
          </a:p>
          <a:p>
            <a:r>
              <a:rPr lang="en-US" sz="2000" dirty="0">
                <a:latin typeface="HK Grotesk"/>
              </a:rPr>
              <a:t>Showing user-friendly prompts (Install / Defer)</a:t>
            </a:r>
          </a:p>
          <a:p>
            <a:endParaRPr lang="en-US" sz="2000" dirty="0">
              <a:latin typeface="HK Grotesk"/>
            </a:endParaRPr>
          </a:p>
          <a:p>
            <a:r>
              <a:rPr lang="en-US" sz="2000" dirty="0">
                <a:latin typeface="HK Grotesk"/>
              </a:rPr>
              <a:t>Handling logs and errors automatically</a:t>
            </a:r>
          </a:p>
          <a:p>
            <a:endParaRPr lang="en-US" sz="2000" dirty="0">
              <a:latin typeface="HK Grotesk"/>
            </a:endParaRPr>
          </a:p>
          <a:p>
            <a:r>
              <a:rPr lang="en-US" sz="2000" dirty="0">
                <a:latin typeface="HK Grotesk"/>
              </a:rPr>
              <a:t>Ensures deployments are consistent, reliable, and less error-prone.</a:t>
            </a:r>
          </a:p>
          <a:p>
            <a:endParaRPr lang="en-US" sz="2000" dirty="0">
              <a:latin typeface="HK Grotesk"/>
            </a:endParaRPr>
          </a:p>
          <a:p>
            <a:r>
              <a:rPr lang="en-US" sz="2000" dirty="0">
                <a:latin typeface="HK Grotesk"/>
              </a:rPr>
              <a:t>Widely used in IT environments with </a:t>
            </a:r>
            <a:r>
              <a:rPr lang="en-US" sz="2000" dirty="0" err="1">
                <a:latin typeface="HK Grotesk"/>
              </a:rPr>
              <a:t>ConfigMgr</a:t>
            </a:r>
            <a:r>
              <a:rPr lang="en-US" sz="2000" dirty="0">
                <a:latin typeface="HK Grotesk"/>
              </a:rPr>
              <a:t> (SCCM), Intune, and automation scripts.</a:t>
            </a:r>
          </a:p>
        </p:txBody>
      </p:sp>
    </p:spTree>
    <p:extLst>
      <p:ext uri="{BB962C8B-B14F-4D97-AF65-F5344CB8AC3E}">
        <p14:creationId xmlns:p14="http://schemas.microsoft.com/office/powerpoint/2010/main" val="343192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19EC8-6F57-EB2A-603E-B7736063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C5A85A1-7DF9-D1ED-4CCC-A89E8AEAB7F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Title:- PSADT app installation and extracting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708488D-E464-990C-AF44-B19CDDA73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865B28F-ACDB-3533-2822-40B6CBBCA33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27723-BB6A-EFCA-E70D-B524348C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3F17E-6DD8-12DC-B03D-4D957660E479}"/>
              </a:ext>
            </a:extLst>
          </p:cNvPr>
          <p:cNvSpPr txBox="1"/>
          <p:nvPr/>
        </p:nvSpPr>
        <p:spPr>
          <a:xfrm>
            <a:off x="273075" y="807683"/>
            <a:ext cx="413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187CC"/>
                </a:solidFill>
                <a:latin typeface="HK Grotesk"/>
              </a:rPr>
              <a:t>Slide details here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4DB9A2-9C5F-E8CF-ADC0-1F8953B49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6" r="1" b="1"/>
          <a:stretch>
            <a:fillRect/>
          </a:stretch>
        </p:blipFill>
        <p:spPr>
          <a:xfrm>
            <a:off x="273075" y="1759810"/>
            <a:ext cx="11353780" cy="453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2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Title:- Installing FileZilla using PSADT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116449"/>
            <a:ext cx="413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187CC"/>
                </a:solidFill>
                <a:latin typeface="HK Grotesk"/>
              </a:rPr>
              <a:t>Slide details here</a:t>
            </a:r>
          </a:p>
        </p:txBody>
      </p:sp>
      <p:pic>
        <p:nvPicPr>
          <p:cNvPr id="7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CFAC45B-1B27-76E0-27F4-3D55B120B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1768009"/>
            <a:ext cx="12071880" cy="412133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CA6D06-FB40-6A34-A871-A5DE77199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139" y="3499583"/>
            <a:ext cx="4396621" cy="238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C9104-C85E-C269-A1C2-5F251AF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1FD81B1-9F14-5217-4ADB-0E42B0D929D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Title:- Registry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A678794-212D-89A8-6282-8DD89985B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97348C5-629B-DDA4-C362-1B3DDBACC5A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5216C-50D1-FFC6-1F03-DDEC0B22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3" name="TextBox 3">
            <a:extLst>
              <a:ext uri="{FF2B5EF4-FFF2-40B4-BE49-F238E27FC236}">
                <a16:creationId xmlns:a16="http://schemas.microsoft.com/office/drawing/2014/main" id="{DAA1F611-5F2D-DB0C-569E-F70F8EB79BE8}"/>
              </a:ext>
            </a:extLst>
          </p:cNvPr>
          <p:cNvGraphicFramePr/>
          <p:nvPr/>
        </p:nvGraphicFramePr>
        <p:xfrm>
          <a:off x="615974" y="1242290"/>
          <a:ext cx="11423625" cy="507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968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6461-28B5-EBB7-E279-D96D6C46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FAFC9A4-48AB-FC03-971A-26E1AC93D80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Title:- Registry Add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04EBE59-B0EF-1265-E0FD-C3B3B5AB6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ECF6562-C1DD-C3E9-BA5F-6DD4DF741FA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4F1D7-BC6D-B32B-FAF0-7BD076F1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8CDCF-31F7-6C44-5D82-8C6CDA63E78A}"/>
              </a:ext>
            </a:extLst>
          </p:cNvPr>
          <p:cNvSpPr txBox="1"/>
          <p:nvPr/>
        </p:nvSpPr>
        <p:spPr>
          <a:xfrm>
            <a:off x="273075" y="1116449"/>
            <a:ext cx="413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187CC"/>
                </a:solidFill>
                <a:latin typeface="HK Grotesk"/>
              </a:rPr>
              <a:t>Slide details here</a:t>
            </a:r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BBEDFB-84FD-4741-4518-173E422F1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7912"/>
            <a:ext cx="9733279" cy="4980667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A139A9-A44B-3410-DC5F-9333E3CDA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498" y="1581260"/>
            <a:ext cx="4074167" cy="483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70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61BD-5C4C-B7CB-028A-12E2A9A1B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8EAA077-B3FF-0F3A-D3E2-788BC793932A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Title:- Registry Delete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EDC76C9-6270-E4E9-DEC0-5AFAD8B7D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194DE84-405A-30CE-3435-23A5552543F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BFA78-4E80-BF54-100A-5C7E187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28143-78CF-DDA8-9117-D4AE54997470}"/>
              </a:ext>
            </a:extLst>
          </p:cNvPr>
          <p:cNvSpPr txBox="1"/>
          <p:nvPr/>
        </p:nvSpPr>
        <p:spPr>
          <a:xfrm>
            <a:off x="273075" y="1116449"/>
            <a:ext cx="413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187CC"/>
                </a:solidFill>
                <a:latin typeface="HK Grotesk"/>
              </a:rPr>
              <a:t>Slide details here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8ACA02E-0E37-7FF2-40FC-BB54A078A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9" y="1485781"/>
            <a:ext cx="9379187" cy="464379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583CE8-56D3-D315-C8D0-CD9EF85257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76" y="1744664"/>
            <a:ext cx="5467531" cy="516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10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6167-D4A2-FBEA-0F8E-B7FD2E38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74B3649-6D99-DA4C-516F-2978A56B6CB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Title:- Registry Move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2A16021-CA11-1071-F21B-BEE53E44A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31C14B4-A257-26ED-3A02-8C8FC3BD94F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F5AE8-F51B-539A-99A1-38A83580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6FE2F-4E40-A06A-C2D1-8022A7956BEF}"/>
              </a:ext>
            </a:extLst>
          </p:cNvPr>
          <p:cNvSpPr txBox="1"/>
          <p:nvPr/>
        </p:nvSpPr>
        <p:spPr>
          <a:xfrm>
            <a:off x="273075" y="1116449"/>
            <a:ext cx="413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187CC"/>
                </a:solidFill>
                <a:latin typeface="HK Grotesk"/>
              </a:rPr>
              <a:t>Slide details here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89E4A2D-1AF9-DE1E-1592-4BFDD5569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1485781"/>
            <a:ext cx="8961120" cy="4804386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8FCBFDD-B973-E9AF-BA04-CEBDBB328A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78" y="1663887"/>
            <a:ext cx="4861733" cy="498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9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00BB-15C7-19D2-8DD8-EDCF60444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20631F4D-F01C-7CD7-B8EF-7B52DABA76C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Title:- Conclusion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13444AD-B8D9-B0D8-BB51-DB6ED514B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7453899-D7D5-CA10-4956-508230E4778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BA97D-A1B1-14DE-9794-63BCA36E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80E80-3EB0-4A6B-3B71-50958ECF9A90}"/>
              </a:ext>
            </a:extLst>
          </p:cNvPr>
          <p:cNvSpPr txBox="1"/>
          <p:nvPr/>
        </p:nvSpPr>
        <p:spPr>
          <a:xfrm>
            <a:off x="273075" y="1030724"/>
            <a:ext cx="1169932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Windows Registry is a core database for system and application settings.</a:t>
            </a:r>
          </a:p>
          <a:p>
            <a:r>
              <a:rPr lang="en-US" sz="2400" dirty="0"/>
              <a:t>Managing registry entries is critical for software deployment and configuration.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PSAppDeployToolkit</a:t>
            </a:r>
            <a:r>
              <a:rPr lang="en-US" sz="2400" dirty="0"/>
              <a:t> (PSADT) provides an automated, reliable way to install MSI/EXE and handle registry tasks (Add/Delete/Move).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reduces manual errors, ensures consistency across systems, and makes it easier for IT to verify installation success.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Overall, using PSADT with registry operations improves efficiency, accuracy, and compliance in enterprise environments.</a:t>
            </a:r>
            <a:endParaRPr lang="en-IN" sz="2400" dirty="0"/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873115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F650B-2F94-1B5C-BEC4-8C9AB6F80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E281DE9-FD41-D4A4-F20E-080BE369218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Slide Title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B14F733-276D-9433-AA76-27DF62699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227C9B4-E2EE-7868-5331-9B40AFA4A17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2025 -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5D435-C063-9A21-0305-23625597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A9D6E-7FB5-2CA0-D2DE-756858778506}"/>
              </a:ext>
            </a:extLst>
          </p:cNvPr>
          <p:cNvSpPr txBox="1"/>
          <p:nvPr/>
        </p:nvSpPr>
        <p:spPr>
          <a:xfrm>
            <a:off x="3118160" y="630674"/>
            <a:ext cx="11985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lgerian" panose="04020705040A02060702" pitchFamily="82" charset="0"/>
              </a:rPr>
              <a:t>                                                                              </a:t>
            </a:r>
          </a:p>
          <a:p>
            <a:r>
              <a:rPr lang="en-US" sz="9600" dirty="0">
                <a:latin typeface="Algerian" panose="04020705040A02060702" pitchFamily="82" charset="0"/>
              </a:rPr>
              <a:t>                                                                                                                  </a:t>
            </a:r>
          </a:p>
          <a:p>
            <a:r>
              <a:rPr lang="en-US" sz="9600" dirty="0">
                <a:latin typeface="Algerian" panose="04020705040A02060702" pitchFamily="82" charset="0"/>
              </a:rPr>
              <a:t>Thanks</a:t>
            </a:r>
            <a:endParaRPr lang="en-US" sz="96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699934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3265</TotalTime>
  <Words>469</Words>
  <Application>Microsoft Office PowerPoint</Application>
  <PresentationFormat>Widescreen</PresentationFormat>
  <Paragraphs>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Algerian</vt:lpstr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user9</cp:lastModifiedBy>
  <cp:revision>17</cp:revision>
  <dcterms:created xsi:type="dcterms:W3CDTF">2024-05-04T13:11:57Z</dcterms:created>
  <dcterms:modified xsi:type="dcterms:W3CDTF">2025-09-03T16:31:07Z</dcterms:modified>
</cp:coreProperties>
</file>