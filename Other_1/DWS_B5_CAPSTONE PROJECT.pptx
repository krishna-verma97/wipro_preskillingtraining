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0" r:id="rId2"/>
    <p:sldId id="4421" r:id="rId3"/>
    <p:sldId id="4422" r:id="rId4"/>
    <p:sldId id="4423" r:id="rId5"/>
    <p:sldId id="4425" r:id="rId6"/>
    <p:sldId id="4426" r:id="rId7"/>
    <p:sldId id="4427" r:id="rId8"/>
    <p:sldId id="4428" r:id="rId9"/>
    <p:sldId id="4429" r:id="rId10"/>
    <p:sldId id="4430" r:id="rId11"/>
    <p:sldId id="4431" r:id="rId12"/>
    <p:sldId id="4432" r:id="rId13"/>
    <p:sldId id="4433" r:id="rId14"/>
    <p:sldId id="4434" r:id="rId15"/>
    <p:sldId id="4435" r:id="rId16"/>
    <p:sldId id="4436" r:id="rId17"/>
    <p:sldId id="4437" r:id="rId18"/>
    <p:sldId id="4438" r:id="rId19"/>
    <p:sldId id="4439" r:id="rId20"/>
    <p:sldId id="4440" r:id="rId21"/>
    <p:sldId id="4441" r:id="rId22"/>
    <p:sldId id="4442" r:id="rId23"/>
    <p:sldId id="4443" r:id="rId24"/>
    <p:sldId id="4444" r:id="rId25"/>
    <p:sldId id="4445" r:id="rId26"/>
    <p:sldId id="4446" r:id="rId27"/>
    <p:sldId id="4447" r:id="rId28"/>
    <p:sldId id="4448" r:id="rId29"/>
    <p:sldId id="4449" r:id="rId30"/>
    <p:sldId id="4450" r:id="rId31"/>
    <p:sldId id="4451" r:id="rId32"/>
    <p:sldId id="445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830DA9-A25B-47ED-B477-2065328EA87D}" v="197" dt="2025-09-02T16:03:14.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1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oraj B" userId="5e62bb8d05674c4c" providerId="LiveId" clId="{59830DA9-A25B-47ED-B477-2065328EA87D}"/>
    <pc:docChg chg="undo custSel addSld delSld modSld sldOrd">
      <pc:chgData name="sooraj B" userId="5e62bb8d05674c4c" providerId="LiveId" clId="{59830DA9-A25B-47ED-B477-2065328EA87D}" dt="2025-09-02T16:07:32.203" v="2087" actId="2711"/>
      <pc:docMkLst>
        <pc:docMk/>
      </pc:docMkLst>
      <pc:sldChg chg="modSp mod">
        <pc:chgData name="sooraj B" userId="5e62bb8d05674c4c" providerId="LiveId" clId="{59830DA9-A25B-47ED-B477-2065328EA87D}" dt="2025-09-02T13:16:20.037" v="1025" actId="2711"/>
        <pc:sldMkLst>
          <pc:docMk/>
          <pc:sldMk cId="0" sldId="260"/>
        </pc:sldMkLst>
        <pc:spChg chg="mod">
          <ac:chgData name="sooraj B" userId="5e62bb8d05674c4c" providerId="LiveId" clId="{59830DA9-A25B-47ED-B477-2065328EA87D}" dt="2025-09-02T13:14:49.615" v="1021" actId="2711"/>
          <ac:spMkLst>
            <pc:docMk/>
            <pc:sldMk cId="0" sldId="260"/>
            <ac:spMk id="2" creationId="{ED66556B-B256-8D8D-E60E-0C5895B5FFA5}"/>
          </ac:spMkLst>
        </pc:spChg>
        <pc:spChg chg="mod">
          <ac:chgData name="sooraj B" userId="5e62bb8d05674c4c" providerId="LiveId" clId="{59830DA9-A25B-47ED-B477-2065328EA87D}" dt="2025-09-02T13:15:15.396" v="1022" actId="2711"/>
          <ac:spMkLst>
            <pc:docMk/>
            <pc:sldMk cId="0" sldId="260"/>
            <ac:spMk id="3" creationId="{21F87AA7-2FEF-9248-CC8B-6951622F8F14}"/>
          </ac:spMkLst>
        </pc:spChg>
        <pc:spChg chg="mod">
          <ac:chgData name="sooraj B" userId="5e62bb8d05674c4c" providerId="LiveId" clId="{59830DA9-A25B-47ED-B477-2065328EA87D}" dt="2025-09-02T13:15:53.097" v="1024" actId="2711"/>
          <ac:spMkLst>
            <pc:docMk/>
            <pc:sldMk cId="0" sldId="260"/>
            <ac:spMk id="6" creationId="{00000000-0000-0000-0000-000000000000}"/>
          </ac:spMkLst>
        </pc:spChg>
        <pc:spChg chg="mod">
          <ac:chgData name="sooraj B" userId="5e62bb8d05674c4c" providerId="LiveId" clId="{59830DA9-A25B-47ED-B477-2065328EA87D}" dt="2025-09-02T13:15:33.660" v="1023" actId="2711"/>
          <ac:spMkLst>
            <pc:docMk/>
            <pc:sldMk cId="0" sldId="260"/>
            <ac:spMk id="7" creationId="{00000000-0000-0000-0000-000000000000}"/>
          </ac:spMkLst>
        </pc:spChg>
        <pc:spChg chg="mod">
          <ac:chgData name="sooraj B" userId="5e62bb8d05674c4c" providerId="LiveId" clId="{59830DA9-A25B-47ED-B477-2065328EA87D}" dt="2025-09-02T13:16:20.037" v="1025" actId="2711"/>
          <ac:spMkLst>
            <pc:docMk/>
            <pc:sldMk cId="0" sldId="260"/>
            <ac:spMk id="8" creationId="{00000000-0000-0000-0000-000000000000}"/>
          </ac:spMkLst>
        </pc:spChg>
      </pc:sldChg>
      <pc:sldChg chg="addSp delSp modSp mod">
        <pc:chgData name="sooraj B" userId="5e62bb8d05674c4c" providerId="LiveId" clId="{59830DA9-A25B-47ED-B477-2065328EA87D}" dt="2025-09-02T13:13:34.596" v="1018" actId="14100"/>
        <pc:sldMkLst>
          <pc:docMk/>
          <pc:sldMk cId="4051022129" sldId="4421"/>
        </pc:sldMkLst>
        <pc:spChg chg="mod">
          <ac:chgData name="sooraj B" userId="5e62bb8d05674c4c" providerId="LiveId" clId="{59830DA9-A25B-47ED-B477-2065328EA87D}" dt="2025-09-01T11:41:58.799" v="73" actId="20577"/>
          <ac:spMkLst>
            <pc:docMk/>
            <pc:sldMk cId="4051022129" sldId="4421"/>
            <ac:spMk id="3" creationId="{3222EB71-F821-F852-BAE8-F9C461EA6C98}"/>
          </ac:spMkLst>
        </pc:spChg>
        <pc:spChg chg="del mod">
          <ac:chgData name="sooraj B" userId="5e62bb8d05674c4c" providerId="LiveId" clId="{59830DA9-A25B-47ED-B477-2065328EA87D}" dt="2025-09-01T11:52:52.532" v="84" actId="478"/>
          <ac:spMkLst>
            <pc:docMk/>
            <pc:sldMk cId="4051022129" sldId="4421"/>
            <ac:spMk id="4" creationId="{DC834CDC-2435-88E7-E908-66FF8BBA8773}"/>
          </ac:spMkLst>
        </pc:spChg>
        <pc:spChg chg="add mod">
          <ac:chgData name="sooraj B" userId="5e62bb8d05674c4c" providerId="LiveId" clId="{59830DA9-A25B-47ED-B477-2065328EA87D}" dt="2025-09-01T11:52:46.184" v="82" actId="1076"/>
          <ac:spMkLst>
            <pc:docMk/>
            <pc:sldMk cId="4051022129" sldId="4421"/>
            <ac:spMk id="5" creationId="{B9A56CC8-3E5A-D123-105A-66E72987E65C}"/>
          </ac:spMkLst>
        </pc:spChg>
        <pc:spChg chg="add mod">
          <ac:chgData name="sooraj B" userId="5e62bb8d05674c4c" providerId="LiveId" clId="{59830DA9-A25B-47ED-B477-2065328EA87D}" dt="2025-09-01T11:53:21.530" v="91" actId="1076"/>
          <ac:spMkLst>
            <pc:docMk/>
            <pc:sldMk cId="4051022129" sldId="4421"/>
            <ac:spMk id="7" creationId="{524B2ADE-6EDA-AEFE-9528-3505B37019A2}"/>
          </ac:spMkLst>
        </pc:spChg>
        <pc:spChg chg="add mod">
          <ac:chgData name="sooraj B" userId="5e62bb8d05674c4c" providerId="LiveId" clId="{59830DA9-A25B-47ED-B477-2065328EA87D}" dt="2025-09-02T13:13:34.596" v="1018" actId="14100"/>
          <ac:spMkLst>
            <pc:docMk/>
            <pc:sldMk cId="4051022129" sldId="4421"/>
            <ac:spMk id="9" creationId="{511BBE00-5110-2D24-6FB0-23E96473ABA7}"/>
          </ac:spMkLst>
        </pc:spChg>
        <pc:spChg chg="add del mod">
          <ac:chgData name="sooraj B" userId="5e62bb8d05674c4c" providerId="LiveId" clId="{59830DA9-A25B-47ED-B477-2065328EA87D}" dt="2025-09-01T11:56:12.321" v="100" actId="478"/>
          <ac:spMkLst>
            <pc:docMk/>
            <pc:sldMk cId="4051022129" sldId="4421"/>
            <ac:spMk id="10" creationId="{56868E64-92DC-3F19-90AB-065DB784FF89}"/>
          </ac:spMkLst>
        </pc:spChg>
        <pc:spChg chg="add del mod">
          <ac:chgData name="sooraj B" userId="5e62bb8d05674c4c" providerId="LiveId" clId="{59830DA9-A25B-47ED-B477-2065328EA87D}" dt="2025-09-01T11:56:12.321" v="100" actId="478"/>
          <ac:spMkLst>
            <pc:docMk/>
            <pc:sldMk cId="4051022129" sldId="4421"/>
            <ac:spMk id="11" creationId="{0F187BDB-A77F-D551-4B3D-0C1EFCBE9AC8}"/>
          </ac:spMkLst>
        </pc:spChg>
        <pc:spChg chg="add mod">
          <ac:chgData name="sooraj B" userId="5e62bb8d05674c4c" providerId="LiveId" clId="{59830DA9-A25B-47ED-B477-2065328EA87D}" dt="2025-09-01T11:56:31.552" v="104" actId="14100"/>
          <ac:spMkLst>
            <pc:docMk/>
            <pc:sldMk cId="4051022129" sldId="4421"/>
            <ac:spMk id="12" creationId="{769C61F0-8B57-121E-0F7F-95422FE88027}"/>
          </ac:spMkLst>
        </pc:spChg>
        <pc:spChg chg="add del mod">
          <ac:chgData name="sooraj B" userId="5e62bb8d05674c4c" providerId="LiveId" clId="{59830DA9-A25B-47ED-B477-2065328EA87D}" dt="2025-09-01T11:56:41.749" v="105" actId="478"/>
          <ac:spMkLst>
            <pc:docMk/>
            <pc:sldMk cId="4051022129" sldId="4421"/>
            <ac:spMk id="13" creationId="{BE38CB62-8C4C-61E9-1AD3-432E5D5356B1}"/>
          </ac:spMkLst>
        </pc:spChg>
        <pc:spChg chg="del">
          <ac:chgData name="sooraj B" userId="5e62bb8d05674c4c" providerId="LiveId" clId="{59830DA9-A25B-47ED-B477-2065328EA87D}" dt="2025-09-01T12:03:36.877" v="144" actId="478"/>
          <ac:spMkLst>
            <pc:docMk/>
            <pc:sldMk cId="4051022129" sldId="4421"/>
            <ac:spMk id="29" creationId="{FE3526C0-0D62-E999-846D-539DB0F96A06}"/>
          </ac:spMkLst>
        </pc:spChg>
        <pc:picChg chg="add mod">
          <ac:chgData name="sooraj B" userId="5e62bb8d05674c4c" providerId="LiveId" clId="{59830DA9-A25B-47ED-B477-2065328EA87D}" dt="2025-09-01T11:52:46.184" v="82" actId="1076"/>
          <ac:picMkLst>
            <pc:docMk/>
            <pc:sldMk cId="4051022129" sldId="4421"/>
            <ac:picMk id="1025" creationId="{D795AFE3-02E8-462C-55F2-31A1BB2AF5D4}"/>
          </ac:picMkLst>
        </pc:picChg>
        <pc:picChg chg="add mod">
          <ac:chgData name="sooraj B" userId="5e62bb8d05674c4c" providerId="LiveId" clId="{59830DA9-A25B-47ED-B477-2065328EA87D}" dt="2025-09-01T11:53:21.530" v="91" actId="1076"/>
          <ac:picMkLst>
            <pc:docMk/>
            <pc:sldMk cId="4051022129" sldId="4421"/>
            <ac:picMk id="1027" creationId="{88F7AFA9-DA13-1B12-CF9E-1D8267E9723E}"/>
          </ac:picMkLst>
        </pc:picChg>
        <pc:picChg chg="add del mod">
          <ac:chgData name="sooraj B" userId="5e62bb8d05674c4c" providerId="LiveId" clId="{59830DA9-A25B-47ED-B477-2065328EA87D}" dt="2025-09-01T11:56:12.321" v="100" actId="478"/>
          <ac:picMkLst>
            <pc:docMk/>
            <pc:sldMk cId="4051022129" sldId="4421"/>
            <ac:picMk id="1030" creationId="{7551E731-A1C3-EF1A-3641-3D4C2406FC44}"/>
          </ac:picMkLst>
        </pc:picChg>
        <pc:picChg chg="add mod">
          <ac:chgData name="sooraj B" userId="5e62bb8d05674c4c" providerId="LiveId" clId="{59830DA9-A25B-47ED-B477-2065328EA87D}" dt="2025-09-01T12:05:22.849" v="148" actId="1076"/>
          <ac:picMkLst>
            <pc:docMk/>
            <pc:sldMk cId="4051022129" sldId="4421"/>
            <ac:picMk id="1033" creationId="{06112B93-655E-B3D8-8214-307C4F6E61FF}"/>
          </ac:picMkLst>
        </pc:picChg>
      </pc:sldChg>
      <pc:sldChg chg="addSp delSp modSp add mod">
        <pc:chgData name="sooraj B" userId="5e62bb8d05674c4c" providerId="LiveId" clId="{59830DA9-A25B-47ED-B477-2065328EA87D}" dt="2025-09-02T15:52:05.320" v="2058" actId="2711"/>
        <pc:sldMkLst>
          <pc:docMk/>
          <pc:sldMk cId="834028964" sldId="4422"/>
        </pc:sldMkLst>
        <pc:spChg chg="add mod">
          <ac:chgData name="sooraj B" userId="5e62bb8d05674c4c" providerId="LiveId" clId="{59830DA9-A25B-47ED-B477-2065328EA87D}" dt="2025-09-02T15:52:05.320" v="2058" actId="2711"/>
          <ac:spMkLst>
            <pc:docMk/>
            <pc:sldMk cId="834028964" sldId="4422"/>
            <ac:spMk id="5" creationId="{53750182-C56B-3906-6E8A-AFE5A0453291}"/>
          </ac:spMkLst>
        </pc:spChg>
        <pc:spChg chg="add">
          <ac:chgData name="sooraj B" userId="5e62bb8d05674c4c" providerId="LiveId" clId="{59830DA9-A25B-47ED-B477-2065328EA87D}" dt="2025-09-02T02:44:01.368" v="166"/>
          <ac:spMkLst>
            <pc:docMk/>
            <pc:sldMk cId="834028964" sldId="4422"/>
            <ac:spMk id="7" creationId="{F0B27D04-48BD-D53B-33E3-55469B6893B8}"/>
          </ac:spMkLst>
        </pc:spChg>
        <pc:spChg chg="add">
          <ac:chgData name="sooraj B" userId="5e62bb8d05674c4c" providerId="LiveId" clId="{59830DA9-A25B-47ED-B477-2065328EA87D}" dt="2025-09-02T02:44:39.559" v="171"/>
          <ac:spMkLst>
            <pc:docMk/>
            <pc:sldMk cId="834028964" sldId="4422"/>
            <ac:spMk id="8" creationId="{278B4E09-2D8B-538A-BB0A-7D060955C228}"/>
          </ac:spMkLst>
        </pc:spChg>
        <pc:spChg chg="del mod">
          <ac:chgData name="sooraj B" userId="5e62bb8d05674c4c" providerId="LiveId" clId="{59830DA9-A25B-47ED-B477-2065328EA87D}" dt="2025-09-01T12:01:51.370" v="141" actId="478"/>
          <ac:spMkLst>
            <pc:docMk/>
            <pc:sldMk cId="834028964" sldId="4422"/>
            <ac:spMk id="9" creationId="{20EF36F9-5371-1045-160D-05878FABBF15}"/>
          </ac:spMkLst>
        </pc:spChg>
        <pc:spChg chg="del">
          <ac:chgData name="sooraj B" userId="5e62bb8d05674c4c" providerId="LiveId" clId="{59830DA9-A25B-47ED-B477-2065328EA87D}" dt="2025-09-01T12:03:54.653" v="145" actId="478"/>
          <ac:spMkLst>
            <pc:docMk/>
            <pc:sldMk cId="834028964" sldId="4422"/>
            <ac:spMk id="29" creationId="{143279E5-DA97-16E6-9E0D-2B6415B579A0}"/>
          </ac:spMkLst>
        </pc:spChg>
        <pc:picChg chg="del">
          <ac:chgData name="sooraj B" userId="5e62bb8d05674c4c" providerId="LiveId" clId="{59830DA9-A25B-47ED-B477-2065328EA87D}" dt="2025-09-01T12:01:33.351" v="139" actId="21"/>
          <ac:picMkLst>
            <pc:docMk/>
            <pc:sldMk cId="834028964" sldId="4422"/>
            <ac:picMk id="1033" creationId="{CAA9B317-BCA2-5E2C-4DED-2B14C2DF7E8D}"/>
          </ac:picMkLst>
        </pc:picChg>
        <pc:picChg chg="del">
          <ac:chgData name="sooraj B" userId="5e62bb8d05674c4c" providerId="LiveId" clId="{59830DA9-A25B-47ED-B477-2065328EA87D}" dt="2025-09-01T12:01:27.815" v="138" actId="21"/>
          <ac:picMkLst>
            <pc:docMk/>
            <pc:sldMk cId="834028964" sldId="4422"/>
            <ac:picMk id="2050" creationId="{02B7595A-010A-4FF2-1834-3E600C04F72A}"/>
          </ac:picMkLst>
        </pc:picChg>
        <pc:picChg chg="del">
          <ac:chgData name="sooraj B" userId="5e62bb8d05674c4c" providerId="LiveId" clId="{59830DA9-A25B-47ED-B477-2065328EA87D}" dt="2025-09-01T12:01:24.658" v="137" actId="478"/>
          <ac:picMkLst>
            <pc:docMk/>
            <pc:sldMk cId="834028964" sldId="4422"/>
            <ac:picMk id="2051" creationId="{0D60F833-361C-7B6A-9498-1106BDE7DCA8}"/>
          </ac:picMkLst>
        </pc:picChg>
      </pc:sldChg>
      <pc:sldChg chg="addSp delSp modSp add mod">
        <pc:chgData name="sooraj B" userId="5e62bb8d05674c4c" providerId="LiveId" clId="{59830DA9-A25B-47ED-B477-2065328EA87D}" dt="2025-09-02T16:07:32.203" v="2087" actId="2711"/>
        <pc:sldMkLst>
          <pc:docMk/>
          <pc:sldMk cId="2741167334" sldId="4423"/>
        </pc:sldMkLst>
        <pc:spChg chg="add mod">
          <ac:chgData name="sooraj B" userId="5e62bb8d05674c4c" providerId="LiveId" clId="{59830DA9-A25B-47ED-B477-2065328EA87D}" dt="2025-09-02T16:07:32.203" v="2087" actId="2711"/>
          <ac:spMkLst>
            <pc:docMk/>
            <pc:sldMk cId="2741167334" sldId="4423"/>
            <ac:spMk id="5" creationId="{C2155B5A-69D5-7484-F733-DBFDB2DE2B62}"/>
          </ac:spMkLst>
        </pc:spChg>
        <pc:spChg chg="add">
          <ac:chgData name="sooraj B" userId="5e62bb8d05674c4c" providerId="LiveId" clId="{59830DA9-A25B-47ED-B477-2065328EA87D}" dt="2025-09-02T15:53:13.861" v="2059"/>
          <ac:spMkLst>
            <pc:docMk/>
            <pc:sldMk cId="2741167334" sldId="4423"/>
            <ac:spMk id="7" creationId="{91410B09-4D2D-4F79-3A8B-1D381E8D60A1}"/>
          </ac:spMkLst>
        </pc:spChg>
        <pc:spChg chg="add">
          <ac:chgData name="sooraj B" userId="5e62bb8d05674c4c" providerId="LiveId" clId="{59830DA9-A25B-47ED-B477-2065328EA87D}" dt="2025-09-02T15:53:26.657" v="2060"/>
          <ac:spMkLst>
            <pc:docMk/>
            <pc:sldMk cId="2741167334" sldId="4423"/>
            <ac:spMk id="8" creationId="{BF8B13F3-F0A2-C6FD-3E8A-ABF1F0F37A9A}"/>
          </ac:spMkLst>
        </pc:spChg>
        <pc:spChg chg="add">
          <ac:chgData name="sooraj B" userId="5e62bb8d05674c4c" providerId="LiveId" clId="{59830DA9-A25B-47ED-B477-2065328EA87D}" dt="2025-09-02T15:53:36.868" v="2062"/>
          <ac:spMkLst>
            <pc:docMk/>
            <pc:sldMk cId="2741167334" sldId="4423"/>
            <ac:spMk id="9" creationId="{1B6474D4-BF5F-A135-11D1-0C9E205B4FF1}"/>
          </ac:spMkLst>
        </pc:spChg>
        <pc:spChg chg="add">
          <ac:chgData name="sooraj B" userId="5e62bb8d05674c4c" providerId="LiveId" clId="{59830DA9-A25B-47ED-B477-2065328EA87D}" dt="2025-09-02T15:53:41.727" v="2063"/>
          <ac:spMkLst>
            <pc:docMk/>
            <pc:sldMk cId="2741167334" sldId="4423"/>
            <ac:spMk id="10" creationId="{5E434BA6-7750-3CF8-A569-FE5E08C37305}"/>
          </ac:spMkLst>
        </pc:spChg>
        <pc:spChg chg="del">
          <ac:chgData name="sooraj B" userId="5e62bb8d05674c4c" providerId="LiveId" clId="{59830DA9-A25B-47ED-B477-2065328EA87D}" dt="2025-09-01T12:03:59.624" v="146" actId="478"/>
          <ac:spMkLst>
            <pc:docMk/>
            <pc:sldMk cId="2741167334" sldId="4423"/>
            <ac:spMk id="29" creationId="{9190AF80-ED54-410C-6F59-938DD2348AB5}"/>
          </ac:spMkLst>
        </pc:spChg>
      </pc:sldChg>
      <pc:sldChg chg="addSp delSp modSp add del mod">
        <pc:chgData name="sooraj B" userId="5e62bb8d05674c4c" providerId="LiveId" clId="{59830DA9-A25B-47ED-B477-2065328EA87D}" dt="2025-09-02T13:13:12.757" v="1016" actId="2696"/>
        <pc:sldMkLst>
          <pc:docMk/>
          <pc:sldMk cId="3737359031" sldId="4424"/>
        </pc:sldMkLst>
        <pc:spChg chg="add mod">
          <ac:chgData name="sooraj B" userId="5e62bb8d05674c4c" providerId="LiveId" clId="{59830DA9-A25B-47ED-B477-2065328EA87D}" dt="2025-09-02T03:03:34.894" v="216" actId="20577"/>
          <ac:spMkLst>
            <pc:docMk/>
            <pc:sldMk cId="3737359031" sldId="4424"/>
            <ac:spMk id="5" creationId="{E48BDDE2-F67A-E42C-E8E2-AAD09A407EC1}"/>
          </ac:spMkLst>
        </pc:spChg>
        <pc:spChg chg="del">
          <ac:chgData name="sooraj B" userId="5e62bb8d05674c4c" providerId="LiveId" clId="{59830DA9-A25B-47ED-B477-2065328EA87D}" dt="2025-09-01T12:04:09.242" v="147" actId="478"/>
          <ac:spMkLst>
            <pc:docMk/>
            <pc:sldMk cId="3737359031" sldId="4424"/>
            <ac:spMk id="29" creationId="{20B0A76F-2847-DF00-100A-C2D02E9C3CFF}"/>
          </ac:spMkLst>
        </pc:spChg>
      </pc:sldChg>
      <pc:sldChg chg="addSp delSp modSp add mod">
        <pc:chgData name="sooraj B" userId="5e62bb8d05674c4c" providerId="LiveId" clId="{59830DA9-A25B-47ED-B477-2065328EA87D}" dt="2025-09-02T16:03:15.400" v="2086" actId="20577"/>
        <pc:sldMkLst>
          <pc:docMk/>
          <pc:sldMk cId="1430352319" sldId="4425"/>
        </pc:sldMkLst>
        <pc:spChg chg="add">
          <ac:chgData name="sooraj B" userId="5e62bb8d05674c4c" providerId="LiveId" clId="{59830DA9-A25B-47ED-B477-2065328EA87D}" dt="2025-09-02T16:03:05.645" v="2084"/>
          <ac:spMkLst>
            <pc:docMk/>
            <pc:sldMk cId="1430352319" sldId="4425"/>
            <ac:spMk id="4" creationId="{3455A838-434B-71E9-D8E0-B2E3388800C1}"/>
          </ac:spMkLst>
        </pc:spChg>
        <pc:spChg chg="del mod">
          <ac:chgData name="sooraj B" userId="5e62bb8d05674c4c" providerId="LiveId" clId="{59830DA9-A25B-47ED-B477-2065328EA87D}" dt="2025-09-02T16:03:15.400" v="2086" actId="20577"/>
          <ac:spMkLst>
            <pc:docMk/>
            <pc:sldMk cId="1430352319" sldId="4425"/>
            <ac:spMk id="5" creationId="{C239B315-F1F9-97EE-860D-88378879C498}"/>
          </ac:spMkLst>
        </pc:spChg>
        <pc:spChg chg="add">
          <ac:chgData name="sooraj B" userId="5e62bb8d05674c4c" providerId="LiveId" clId="{59830DA9-A25B-47ED-B477-2065328EA87D}" dt="2025-09-02T16:03:12.943" v="2085"/>
          <ac:spMkLst>
            <pc:docMk/>
            <pc:sldMk cId="1430352319" sldId="4425"/>
            <ac:spMk id="7" creationId="{9DA8874B-19E4-6821-E3C0-49B965A9DE2A}"/>
          </ac:spMkLst>
        </pc:spChg>
      </pc:sldChg>
      <pc:sldChg chg="new del">
        <pc:chgData name="sooraj B" userId="5e62bb8d05674c4c" providerId="LiveId" clId="{59830DA9-A25B-47ED-B477-2065328EA87D}" dt="2025-09-02T03:04:13.532" v="218" actId="2696"/>
        <pc:sldMkLst>
          <pc:docMk/>
          <pc:sldMk cId="3403484667" sldId="4425"/>
        </pc:sldMkLst>
      </pc:sldChg>
      <pc:sldChg chg="addSp modSp add mod">
        <pc:chgData name="sooraj B" userId="5e62bb8d05674c4c" providerId="LiveId" clId="{59830DA9-A25B-47ED-B477-2065328EA87D}" dt="2025-09-02T13:11:53.569" v="1014" actId="2711"/>
        <pc:sldMkLst>
          <pc:docMk/>
          <pc:sldMk cId="3250454062" sldId="4426"/>
        </pc:sldMkLst>
        <pc:spChg chg="add mod">
          <ac:chgData name="sooraj B" userId="5e62bb8d05674c4c" providerId="LiveId" clId="{59830DA9-A25B-47ED-B477-2065328EA87D}" dt="2025-09-02T13:11:53.569" v="1014" actId="2711"/>
          <ac:spMkLst>
            <pc:docMk/>
            <pc:sldMk cId="3250454062" sldId="4426"/>
            <ac:spMk id="5" creationId="{B5B0B285-9589-713D-B258-0D200BDAE65C}"/>
          </ac:spMkLst>
        </pc:spChg>
      </pc:sldChg>
      <pc:sldChg chg="addSp modSp add mod">
        <pc:chgData name="sooraj B" userId="5e62bb8d05674c4c" providerId="LiveId" clId="{59830DA9-A25B-47ED-B477-2065328EA87D}" dt="2025-09-02T13:11:45.036" v="1013" actId="2711"/>
        <pc:sldMkLst>
          <pc:docMk/>
          <pc:sldMk cId="189024369" sldId="4427"/>
        </pc:sldMkLst>
        <pc:spChg chg="add mod">
          <ac:chgData name="sooraj B" userId="5e62bb8d05674c4c" providerId="LiveId" clId="{59830DA9-A25B-47ED-B477-2065328EA87D}" dt="2025-09-02T13:11:45.036" v="1013" actId="2711"/>
          <ac:spMkLst>
            <pc:docMk/>
            <pc:sldMk cId="189024369" sldId="4427"/>
            <ac:spMk id="5" creationId="{AC60A20F-CF52-491B-154B-F77274685475}"/>
          </ac:spMkLst>
        </pc:spChg>
      </pc:sldChg>
      <pc:sldChg chg="addSp delSp modSp add mod">
        <pc:chgData name="sooraj B" userId="5e62bb8d05674c4c" providerId="LiveId" clId="{59830DA9-A25B-47ED-B477-2065328EA87D}" dt="2025-09-02T13:11:29.769" v="1012" actId="2711"/>
        <pc:sldMkLst>
          <pc:docMk/>
          <pc:sldMk cId="2271805626" sldId="4428"/>
        </pc:sldMkLst>
        <pc:spChg chg="mod">
          <ac:chgData name="sooraj B" userId="5e62bb8d05674c4c" providerId="LiveId" clId="{59830DA9-A25B-47ED-B477-2065328EA87D}" dt="2025-09-02T05:50:02.196" v="299" actId="1076"/>
          <ac:spMkLst>
            <pc:docMk/>
            <pc:sldMk cId="2271805626" sldId="4428"/>
            <ac:spMk id="3" creationId="{7868F59D-EADE-F533-1862-1F8389951C40}"/>
          </ac:spMkLst>
        </pc:spChg>
        <pc:spChg chg="add del mod">
          <ac:chgData name="sooraj B" userId="5e62bb8d05674c4c" providerId="LiveId" clId="{59830DA9-A25B-47ED-B477-2065328EA87D}" dt="2025-09-02T05:50:05.127" v="302" actId="22"/>
          <ac:spMkLst>
            <pc:docMk/>
            <pc:sldMk cId="2271805626" sldId="4428"/>
            <ac:spMk id="5" creationId="{852636B1-7332-88E9-7F54-0C60D662209D}"/>
          </ac:spMkLst>
        </pc:spChg>
        <pc:spChg chg="mod">
          <ac:chgData name="sooraj B" userId="5e62bb8d05674c4c" providerId="LiveId" clId="{59830DA9-A25B-47ED-B477-2065328EA87D}" dt="2025-09-02T05:50:02.196" v="299" actId="1076"/>
          <ac:spMkLst>
            <pc:docMk/>
            <pc:sldMk cId="2271805626" sldId="4428"/>
            <ac:spMk id="6" creationId="{1D06AB6C-1DF6-EF5B-5FEB-88F6AF77B4DD}"/>
          </ac:spMkLst>
        </pc:spChg>
        <pc:spChg chg="add mod">
          <ac:chgData name="sooraj B" userId="5e62bb8d05674c4c" providerId="LiveId" clId="{59830DA9-A25B-47ED-B477-2065328EA87D}" dt="2025-09-02T13:10:34.954" v="1004" actId="2711"/>
          <ac:spMkLst>
            <pc:docMk/>
            <pc:sldMk cId="2271805626" sldId="4428"/>
            <ac:spMk id="8" creationId="{D17A67EE-3200-7B1F-801F-E7101ABCF44E}"/>
          </ac:spMkLst>
        </pc:spChg>
        <pc:spChg chg="add mod">
          <ac:chgData name="sooraj B" userId="5e62bb8d05674c4c" providerId="LiveId" clId="{59830DA9-A25B-47ED-B477-2065328EA87D}" dt="2025-09-02T13:10:41.769" v="1005" actId="2711"/>
          <ac:spMkLst>
            <pc:docMk/>
            <pc:sldMk cId="2271805626" sldId="4428"/>
            <ac:spMk id="9" creationId="{0693863C-FD44-AA6F-5A9B-5E14047A5382}"/>
          </ac:spMkLst>
        </pc:spChg>
        <pc:spChg chg="add del mod">
          <ac:chgData name="sooraj B" userId="5e62bb8d05674c4c" providerId="LiveId" clId="{59830DA9-A25B-47ED-B477-2065328EA87D}" dt="2025-09-02T06:01:53.489" v="327" actId="478"/>
          <ac:spMkLst>
            <pc:docMk/>
            <pc:sldMk cId="2271805626" sldId="4428"/>
            <ac:spMk id="10" creationId="{DED652CD-4D36-E8B9-B779-A1F9AC1DDAA7}"/>
          </ac:spMkLst>
        </pc:spChg>
        <pc:spChg chg="add del mod">
          <ac:chgData name="sooraj B" userId="5e62bb8d05674c4c" providerId="LiveId" clId="{59830DA9-A25B-47ED-B477-2065328EA87D}" dt="2025-09-02T06:06:40.375" v="349" actId="478"/>
          <ac:spMkLst>
            <pc:docMk/>
            <pc:sldMk cId="2271805626" sldId="4428"/>
            <ac:spMk id="11" creationId="{C6A9EFB2-1C7B-5DEA-3F7A-D7F4B1EF0CB6}"/>
          </ac:spMkLst>
        </pc:spChg>
        <pc:spChg chg="mod">
          <ac:chgData name="sooraj B" userId="5e62bb8d05674c4c" providerId="LiveId" clId="{59830DA9-A25B-47ED-B477-2065328EA87D}" dt="2025-09-02T05:50:02.196" v="299" actId="1076"/>
          <ac:spMkLst>
            <pc:docMk/>
            <pc:sldMk cId="2271805626" sldId="4428"/>
            <ac:spMk id="12" creationId="{32D8D7B7-7355-FAA1-5E75-4F1D32ED3F16}"/>
          </ac:spMkLst>
        </pc:spChg>
        <pc:spChg chg="add del mod">
          <ac:chgData name="sooraj B" userId="5e62bb8d05674c4c" providerId="LiveId" clId="{59830DA9-A25B-47ED-B477-2065328EA87D}" dt="2025-09-02T06:01:57.307" v="328" actId="478"/>
          <ac:spMkLst>
            <pc:docMk/>
            <pc:sldMk cId="2271805626" sldId="4428"/>
            <ac:spMk id="13" creationId="{EA0F8A21-7708-5922-1D7D-55885EC41781}"/>
          </ac:spMkLst>
        </pc:spChg>
        <pc:spChg chg="add mod">
          <ac:chgData name="sooraj B" userId="5e62bb8d05674c4c" providerId="LiveId" clId="{59830DA9-A25B-47ED-B477-2065328EA87D}" dt="2025-09-02T13:10:48.869" v="1006" actId="2711"/>
          <ac:spMkLst>
            <pc:docMk/>
            <pc:sldMk cId="2271805626" sldId="4428"/>
            <ac:spMk id="14" creationId="{E7E3F541-CDBC-8C44-7FE7-8C33FC7C7AEF}"/>
          </ac:spMkLst>
        </pc:spChg>
        <pc:spChg chg="add del mod">
          <ac:chgData name="sooraj B" userId="5e62bb8d05674c4c" providerId="LiveId" clId="{59830DA9-A25B-47ED-B477-2065328EA87D}" dt="2025-09-02T06:05:31.290" v="343" actId="478"/>
          <ac:spMkLst>
            <pc:docMk/>
            <pc:sldMk cId="2271805626" sldId="4428"/>
            <ac:spMk id="15" creationId="{B1ECCCE7-BEE0-97AC-7A94-E73FE750711C}"/>
          </ac:spMkLst>
        </pc:spChg>
        <pc:spChg chg="add mod">
          <ac:chgData name="sooraj B" userId="5e62bb8d05674c4c" providerId="LiveId" clId="{59830DA9-A25B-47ED-B477-2065328EA87D}" dt="2025-09-02T13:10:55.416" v="1007" actId="2711"/>
          <ac:spMkLst>
            <pc:docMk/>
            <pc:sldMk cId="2271805626" sldId="4428"/>
            <ac:spMk id="16" creationId="{814DB6EC-7ADC-4E78-9C28-3ECCE6646BF9}"/>
          </ac:spMkLst>
        </pc:spChg>
        <pc:spChg chg="add mod">
          <ac:chgData name="sooraj B" userId="5e62bb8d05674c4c" providerId="LiveId" clId="{59830DA9-A25B-47ED-B477-2065328EA87D}" dt="2025-09-02T13:11:04.415" v="1008" actId="2711"/>
          <ac:spMkLst>
            <pc:docMk/>
            <pc:sldMk cId="2271805626" sldId="4428"/>
            <ac:spMk id="17" creationId="{8A1A36F8-9202-C689-2C4A-6B4C16425806}"/>
          </ac:spMkLst>
        </pc:spChg>
        <pc:spChg chg="add mod">
          <ac:chgData name="sooraj B" userId="5e62bb8d05674c4c" providerId="LiveId" clId="{59830DA9-A25B-47ED-B477-2065328EA87D}" dt="2025-09-02T13:11:17.267" v="1010" actId="2711"/>
          <ac:spMkLst>
            <pc:docMk/>
            <pc:sldMk cId="2271805626" sldId="4428"/>
            <ac:spMk id="18" creationId="{F9728005-6D50-9FD0-E24E-636894B2D9E7}"/>
          </ac:spMkLst>
        </pc:spChg>
        <pc:spChg chg="add mod">
          <ac:chgData name="sooraj B" userId="5e62bb8d05674c4c" providerId="LiveId" clId="{59830DA9-A25B-47ED-B477-2065328EA87D}" dt="2025-09-02T13:11:10.819" v="1009" actId="2711"/>
          <ac:spMkLst>
            <pc:docMk/>
            <pc:sldMk cId="2271805626" sldId="4428"/>
            <ac:spMk id="19" creationId="{52B8F958-A3A2-4906-B984-A71238D38FE0}"/>
          </ac:spMkLst>
        </pc:spChg>
        <pc:spChg chg="add mod">
          <ac:chgData name="sooraj B" userId="5e62bb8d05674c4c" providerId="LiveId" clId="{59830DA9-A25B-47ED-B477-2065328EA87D}" dt="2025-09-02T13:11:23.464" v="1011" actId="2711"/>
          <ac:spMkLst>
            <pc:docMk/>
            <pc:sldMk cId="2271805626" sldId="4428"/>
            <ac:spMk id="20" creationId="{0CC96313-9892-47F3-35A9-18384EE552A9}"/>
          </ac:spMkLst>
        </pc:spChg>
        <pc:spChg chg="add mod">
          <ac:chgData name="sooraj B" userId="5e62bb8d05674c4c" providerId="LiveId" clId="{59830DA9-A25B-47ED-B477-2065328EA87D}" dt="2025-09-02T13:11:29.769" v="1012" actId="2711"/>
          <ac:spMkLst>
            <pc:docMk/>
            <pc:sldMk cId="2271805626" sldId="4428"/>
            <ac:spMk id="21" creationId="{E9D26708-5755-B2A7-0F92-C81582C78E2B}"/>
          </ac:spMkLst>
        </pc:spChg>
        <pc:spChg chg="add mod">
          <ac:chgData name="sooraj B" userId="5e62bb8d05674c4c" providerId="LiveId" clId="{59830DA9-A25B-47ED-B477-2065328EA87D}" dt="2025-09-02T06:27:38.979" v="416" actId="14100"/>
          <ac:spMkLst>
            <pc:docMk/>
            <pc:sldMk cId="2271805626" sldId="4428"/>
            <ac:spMk id="22" creationId="{07F12A76-34D8-EE77-8B13-040A325D4BE1}"/>
          </ac:spMkLst>
        </pc:spChg>
        <pc:spChg chg="add mod">
          <ac:chgData name="sooraj B" userId="5e62bb8d05674c4c" providerId="LiveId" clId="{59830DA9-A25B-47ED-B477-2065328EA87D}" dt="2025-09-02T06:27:43.263" v="417" actId="14100"/>
          <ac:spMkLst>
            <pc:docMk/>
            <pc:sldMk cId="2271805626" sldId="4428"/>
            <ac:spMk id="23" creationId="{0EF24C43-4A4D-3E81-6C47-F8C4DB42F50A}"/>
          </ac:spMkLst>
        </pc:spChg>
        <pc:spChg chg="add mod">
          <ac:chgData name="sooraj B" userId="5e62bb8d05674c4c" providerId="LiveId" clId="{59830DA9-A25B-47ED-B477-2065328EA87D}" dt="2025-09-02T06:27:49.633" v="418" actId="14100"/>
          <ac:spMkLst>
            <pc:docMk/>
            <pc:sldMk cId="2271805626" sldId="4428"/>
            <ac:spMk id="24" creationId="{0C9E505D-FE54-8E69-9E60-EDBEFB311137}"/>
          </ac:spMkLst>
        </pc:spChg>
        <pc:spChg chg="add del mod">
          <ac:chgData name="sooraj B" userId="5e62bb8d05674c4c" providerId="LiveId" clId="{59830DA9-A25B-47ED-B477-2065328EA87D}" dt="2025-09-02T06:21:05.859" v="402" actId="478"/>
          <ac:spMkLst>
            <pc:docMk/>
            <pc:sldMk cId="2271805626" sldId="4428"/>
            <ac:spMk id="25" creationId="{12FBDCA6-8780-D4DD-62B0-1E900472881A}"/>
          </ac:spMkLst>
        </pc:spChg>
        <pc:spChg chg="add mod">
          <ac:chgData name="sooraj B" userId="5e62bb8d05674c4c" providerId="LiveId" clId="{59830DA9-A25B-47ED-B477-2065328EA87D}" dt="2025-09-02T06:27:54.329" v="419" actId="14100"/>
          <ac:spMkLst>
            <pc:docMk/>
            <pc:sldMk cId="2271805626" sldId="4428"/>
            <ac:spMk id="26" creationId="{4959FB82-053C-3783-6034-B4FE2F01E047}"/>
          </ac:spMkLst>
        </pc:spChg>
        <pc:spChg chg="add mod">
          <ac:chgData name="sooraj B" userId="5e62bb8d05674c4c" providerId="LiveId" clId="{59830DA9-A25B-47ED-B477-2065328EA87D}" dt="2025-09-02T06:25:54.295" v="410" actId="14100"/>
          <ac:spMkLst>
            <pc:docMk/>
            <pc:sldMk cId="2271805626" sldId="4428"/>
            <ac:spMk id="27" creationId="{C72B84CC-30DA-C983-4E1D-C3B299BC88A2}"/>
          </ac:spMkLst>
        </pc:spChg>
        <pc:spChg chg="add mod">
          <ac:chgData name="sooraj B" userId="5e62bb8d05674c4c" providerId="LiveId" clId="{59830DA9-A25B-47ED-B477-2065328EA87D}" dt="2025-09-02T06:26:34.336" v="412" actId="1076"/>
          <ac:spMkLst>
            <pc:docMk/>
            <pc:sldMk cId="2271805626" sldId="4428"/>
            <ac:spMk id="28" creationId="{7BE3CDFD-9E35-43AF-2800-06BB2987B505}"/>
          </ac:spMkLst>
        </pc:spChg>
        <pc:spChg chg="add mod">
          <ac:chgData name="sooraj B" userId="5e62bb8d05674c4c" providerId="LiveId" clId="{59830DA9-A25B-47ED-B477-2065328EA87D}" dt="2025-09-02T06:27:15.656" v="414" actId="14100"/>
          <ac:spMkLst>
            <pc:docMk/>
            <pc:sldMk cId="2271805626" sldId="4428"/>
            <ac:spMk id="29" creationId="{481DCCD4-752E-C959-5A49-957F669F3B09}"/>
          </ac:spMkLst>
        </pc:spChg>
        <pc:spChg chg="add mod">
          <ac:chgData name="sooraj B" userId="5e62bb8d05674c4c" providerId="LiveId" clId="{59830DA9-A25B-47ED-B477-2065328EA87D}" dt="2025-09-02T06:28:35.592" v="421" actId="1076"/>
          <ac:spMkLst>
            <pc:docMk/>
            <pc:sldMk cId="2271805626" sldId="4428"/>
            <ac:spMk id="30" creationId="{9AB187AB-626F-8AD2-C5D4-55E0E6B8DBCE}"/>
          </ac:spMkLst>
        </pc:spChg>
        <pc:spChg chg="add mod">
          <ac:chgData name="sooraj B" userId="5e62bb8d05674c4c" providerId="LiveId" clId="{59830DA9-A25B-47ED-B477-2065328EA87D}" dt="2025-09-02T06:28:58.732" v="424" actId="1076"/>
          <ac:spMkLst>
            <pc:docMk/>
            <pc:sldMk cId="2271805626" sldId="4428"/>
            <ac:spMk id="31" creationId="{6C737649-3E08-7331-255E-98FCA0589CB4}"/>
          </ac:spMkLst>
        </pc:spChg>
        <pc:picChg chg="mod">
          <ac:chgData name="sooraj B" userId="5e62bb8d05674c4c" providerId="LiveId" clId="{59830DA9-A25B-47ED-B477-2065328EA87D}" dt="2025-09-02T05:50:02.196" v="299" actId="1076"/>
          <ac:picMkLst>
            <pc:docMk/>
            <pc:sldMk cId="2271805626" sldId="4428"/>
            <ac:picMk id="2" creationId="{193DC02E-ABC3-16D2-7004-90948C238C6D}"/>
          </ac:picMkLst>
        </pc:picChg>
      </pc:sldChg>
      <pc:sldChg chg="addSp delSp modSp add mod">
        <pc:chgData name="sooraj B" userId="5e62bb8d05674c4c" providerId="LiveId" clId="{59830DA9-A25B-47ED-B477-2065328EA87D}" dt="2025-09-02T14:29:59.589" v="1461" actId="2711"/>
        <pc:sldMkLst>
          <pc:docMk/>
          <pc:sldMk cId="3483905248" sldId="4429"/>
        </pc:sldMkLst>
        <pc:spChg chg="add mod">
          <ac:chgData name="sooraj B" userId="5e62bb8d05674c4c" providerId="LiveId" clId="{59830DA9-A25B-47ED-B477-2065328EA87D}" dt="2025-09-02T13:10:20.199" v="1003" actId="2711"/>
          <ac:spMkLst>
            <pc:docMk/>
            <pc:sldMk cId="3483905248" sldId="4429"/>
            <ac:spMk id="4" creationId="{71C6F503-E9F3-3CC0-9665-35959D14F38B}"/>
          </ac:spMkLst>
        </pc:spChg>
        <pc:spChg chg="add del mod">
          <ac:chgData name="sooraj B" userId="5e62bb8d05674c4c" providerId="LiveId" clId="{59830DA9-A25B-47ED-B477-2065328EA87D}" dt="2025-09-02T07:34:16.261" v="436" actId="22"/>
          <ac:spMkLst>
            <pc:docMk/>
            <pc:sldMk cId="3483905248" sldId="4429"/>
            <ac:spMk id="7" creationId="{291856DF-EA09-153B-0B7F-2FA9DC7ACF99}"/>
          </ac:spMkLst>
        </pc:spChg>
        <pc:spChg chg="add mod">
          <ac:chgData name="sooraj B" userId="5e62bb8d05674c4c" providerId="LiveId" clId="{59830DA9-A25B-47ED-B477-2065328EA87D}" dt="2025-09-02T14:29:52.505" v="1460" actId="2711"/>
          <ac:spMkLst>
            <pc:docMk/>
            <pc:sldMk cId="3483905248" sldId="4429"/>
            <ac:spMk id="10" creationId="{ED691D9A-0B6A-21D4-8624-8B04D37A024B}"/>
          </ac:spMkLst>
        </pc:spChg>
        <pc:spChg chg="add">
          <ac:chgData name="sooraj B" userId="5e62bb8d05674c4c" providerId="LiveId" clId="{59830DA9-A25B-47ED-B477-2065328EA87D}" dt="2025-09-02T13:41:01.958" v="1030" actId="11529"/>
          <ac:spMkLst>
            <pc:docMk/>
            <pc:sldMk cId="3483905248" sldId="4429"/>
            <ac:spMk id="11" creationId="{2A5D0BFB-A425-4159-E560-66CBFC695A47}"/>
          </ac:spMkLst>
        </pc:spChg>
        <pc:spChg chg="add">
          <ac:chgData name="sooraj B" userId="5e62bb8d05674c4c" providerId="LiveId" clId="{59830DA9-A25B-47ED-B477-2065328EA87D}" dt="2025-09-02T13:41:56.249" v="1037" actId="11529"/>
          <ac:spMkLst>
            <pc:docMk/>
            <pc:sldMk cId="3483905248" sldId="4429"/>
            <ac:spMk id="13" creationId="{1A7C1409-CCAF-52B1-FCDA-00BB41441E1B}"/>
          </ac:spMkLst>
        </pc:spChg>
        <pc:spChg chg="add mod">
          <ac:chgData name="sooraj B" userId="5e62bb8d05674c4c" providerId="LiveId" clId="{59830DA9-A25B-47ED-B477-2065328EA87D}" dt="2025-09-02T14:29:59.589" v="1461" actId="2711"/>
          <ac:spMkLst>
            <pc:docMk/>
            <pc:sldMk cId="3483905248" sldId="4429"/>
            <ac:spMk id="14" creationId="{31FF727B-F594-2216-65FC-6F254B1F87C3}"/>
          </ac:spMkLst>
        </pc:spChg>
        <pc:picChg chg="add mod">
          <ac:chgData name="sooraj B" userId="5e62bb8d05674c4c" providerId="LiveId" clId="{59830DA9-A25B-47ED-B477-2065328EA87D}" dt="2025-09-02T11:26:59.589" v="763" actId="1036"/>
          <ac:picMkLst>
            <pc:docMk/>
            <pc:sldMk cId="3483905248" sldId="4429"/>
            <ac:picMk id="9" creationId="{2D88545E-A37F-D506-5986-DF36A4819126}"/>
          </ac:picMkLst>
        </pc:picChg>
        <pc:picChg chg="add del mod">
          <ac:chgData name="sooraj B" userId="5e62bb8d05674c4c" providerId="LiveId" clId="{59830DA9-A25B-47ED-B477-2065328EA87D}" dt="2025-09-02T07:32:57.987" v="432" actId="478"/>
          <ac:picMkLst>
            <pc:docMk/>
            <pc:sldMk cId="3483905248" sldId="4429"/>
            <ac:picMk id="3073" creationId="{6E2874C1-C78E-854A-00DB-A1C716511B8C}"/>
          </ac:picMkLst>
        </pc:picChg>
      </pc:sldChg>
      <pc:sldChg chg="addSp delSp modSp add mod">
        <pc:chgData name="sooraj B" userId="5e62bb8d05674c4c" providerId="LiveId" clId="{59830DA9-A25B-47ED-B477-2065328EA87D}" dt="2025-09-02T14:29:40.228" v="1459" actId="2711"/>
        <pc:sldMkLst>
          <pc:docMk/>
          <pc:sldMk cId="3225485070" sldId="4430"/>
        </pc:sldMkLst>
        <pc:spChg chg="add mod">
          <ac:chgData name="sooraj B" userId="5e62bb8d05674c4c" providerId="LiveId" clId="{59830DA9-A25B-47ED-B477-2065328EA87D}" dt="2025-09-02T13:10:11.864" v="1002" actId="2711"/>
          <ac:spMkLst>
            <pc:docMk/>
            <pc:sldMk cId="3225485070" sldId="4430"/>
            <ac:spMk id="8" creationId="{121D5B8D-C037-4E26-65D2-EBFC4117DC1C}"/>
          </ac:spMkLst>
        </pc:spChg>
        <pc:spChg chg="add mod">
          <ac:chgData name="sooraj B" userId="5e62bb8d05674c4c" providerId="LiveId" clId="{59830DA9-A25B-47ED-B477-2065328EA87D}" dt="2025-09-02T13:45:02.397" v="1047" actId="1076"/>
          <ac:spMkLst>
            <pc:docMk/>
            <pc:sldMk cId="3225485070" sldId="4430"/>
            <ac:spMk id="11" creationId="{1EDCA472-3E2D-0F12-4B41-BC69D06447F9}"/>
          </ac:spMkLst>
        </pc:spChg>
        <pc:spChg chg="add mod">
          <ac:chgData name="sooraj B" userId="5e62bb8d05674c4c" providerId="LiveId" clId="{59830DA9-A25B-47ED-B477-2065328EA87D}" dt="2025-09-02T14:29:40.228" v="1459" actId="2711"/>
          <ac:spMkLst>
            <pc:docMk/>
            <pc:sldMk cId="3225485070" sldId="4430"/>
            <ac:spMk id="13" creationId="{4168DA34-AEDE-2494-3BD5-3FA7B10BDC18}"/>
          </ac:spMkLst>
        </pc:spChg>
        <pc:picChg chg="add del">
          <ac:chgData name="sooraj B" userId="5e62bb8d05674c4c" providerId="LiveId" clId="{59830DA9-A25B-47ED-B477-2065328EA87D}" dt="2025-09-02T09:35:49.760" v="459" actId="478"/>
          <ac:picMkLst>
            <pc:docMk/>
            <pc:sldMk cId="3225485070" sldId="4430"/>
            <ac:picMk id="5" creationId="{44CDDEC9-C5BC-D626-728C-C25956EC9035}"/>
          </ac:picMkLst>
        </pc:picChg>
        <pc:picChg chg="add mod">
          <ac:chgData name="sooraj B" userId="5e62bb8d05674c4c" providerId="LiveId" clId="{59830DA9-A25B-47ED-B477-2065328EA87D}" dt="2025-09-02T13:46:05.987" v="1076" actId="1035"/>
          <ac:picMkLst>
            <pc:docMk/>
            <pc:sldMk cId="3225485070" sldId="4430"/>
            <ac:picMk id="10" creationId="{19BE9EDD-7515-2E1B-8B02-745A000B99DA}"/>
          </ac:picMkLst>
        </pc:picChg>
      </pc:sldChg>
      <pc:sldChg chg="addSp modSp add mod">
        <pc:chgData name="sooraj B" userId="5e62bb8d05674c4c" providerId="LiveId" clId="{59830DA9-A25B-47ED-B477-2065328EA87D}" dt="2025-09-02T14:29:30.101" v="1458" actId="2711"/>
        <pc:sldMkLst>
          <pc:docMk/>
          <pc:sldMk cId="488305774" sldId="4431"/>
        </pc:sldMkLst>
        <pc:spChg chg="add mod">
          <ac:chgData name="sooraj B" userId="5e62bb8d05674c4c" providerId="LiveId" clId="{59830DA9-A25B-47ED-B477-2065328EA87D}" dt="2025-09-02T13:10:03.004" v="1001" actId="2711"/>
          <ac:spMkLst>
            <pc:docMk/>
            <pc:sldMk cId="488305774" sldId="4431"/>
            <ac:spMk id="5" creationId="{F37B185B-6B24-38F5-0593-211CBEB1F7A0}"/>
          </ac:spMkLst>
        </pc:spChg>
        <pc:spChg chg="add">
          <ac:chgData name="sooraj B" userId="5e62bb8d05674c4c" providerId="LiveId" clId="{59830DA9-A25B-47ED-B477-2065328EA87D}" dt="2025-09-02T13:46:42.668" v="1077" actId="11529"/>
          <ac:spMkLst>
            <pc:docMk/>
            <pc:sldMk cId="488305774" sldId="4431"/>
            <ac:spMk id="9" creationId="{50D209C0-1364-DED7-F45B-3EC29DB2B7E6}"/>
          </ac:spMkLst>
        </pc:spChg>
        <pc:spChg chg="add mod">
          <ac:chgData name="sooraj B" userId="5e62bb8d05674c4c" providerId="LiveId" clId="{59830DA9-A25B-47ED-B477-2065328EA87D}" dt="2025-09-02T14:29:21.354" v="1457" actId="2711"/>
          <ac:spMkLst>
            <pc:docMk/>
            <pc:sldMk cId="488305774" sldId="4431"/>
            <ac:spMk id="10" creationId="{90AD557C-8168-3C8A-A487-06471FB4DE77}"/>
          </ac:spMkLst>
        </pc:spChg>
        <pc:spChg chg="add mod">
          <ac:chgData name="sooraj B" userId="5e62bb8d05674c4c" providerId="LiveId" clId="{59830DA9-A25B-47ED-B477-2065328EA87D}" dt="2025-09-02T13:47:48.147" v="1080" actId="1076"/>
          <ac:spMkLst>
            <pc:docMk/>
            <pc:sldMk cId="488305774" sldId="4431"/>
            <ac:spMk id="11" creationId="{B3CAFF0D-257B-4632-D490-DF4008F8A3D7}"/>
          </ac:spMkLst>
        </pc:spChg>
        <pc:spChg chg="add mod">
          <ac:chgData name="sooraj B" userId="5e62bb8d05674c4c" providerId="LiveId" clId="{59830DA9-A25B-47ED-B477-2065328EA87D}" dt="2025-09-02T14:29:30.101" v="1458" actId="2711"/>
          <ac:spMkLst>
            <pc:docMk/>
            <pc:sldMk cId="488305774" sldId="4431"/>
            <ac:spMk id="13" creationId="{8A0C605E-B3BF-EE8A-78A8-40FF20E90B18}"/>
          </ac:spMkLst>
        </pc:spChg>
        <pc:picChg chg="add mod">
          <ac:chgData name="sooraj B" userId="5e62bb8d05674c4c" providerId="LiveId" clId="{59830DA9-A25B-47ED-B477-2065328EA87D}" dt="2025-09-02T11:32:11.539" v="764" actId="1036"/>
          <ac:picMkLst>
            <pc:docMk/>
            <pc:sldMk cId="488305774" sldId="4431"/>
            <ac:picMk id="8" creationId="{F23D17D9-6029-86A3-0699-668062857C2D}"/>
          </ac:picMkLst>
        </pc:picChg>
      </pc:sldChg>
      <pc:sldChg chg="addSp modSp add mod">
        <pc:chgData name="sooraj B" userId="5e62bb8d05674c4c" providerId="LiveId" clId="{59830DA9-A25B-47ED-B477-2065328EA87D}" dt="2025-09-02T14:29:11.098" v="1456" actId="2711"/>
        <pc:sldMkLst>
          <pc:docMk/>
          <pc:sldMk cId="1690851444" sldId="4432"/>
        </pc:sldMkLst>
        <pc:spChg chg="add mod">
          <ac:chgData name="sooraj B" userId="5e62bb8d05674c4c" providerId="LiveId" clId="{59830DA9-A25B-47ED-B477-2065328EA87D}" dt="2025-09-02T13:09:53.765" v="1000" actId="2711"/>
          <ac:spMkLst>
            <pc:docMk/>
            <pc:sldMk cId="1690851444" sldId="4432"/>
            <ac:spMk id="5" creationId="{8351FB69-C36A-DD55-2ABB-BBAFFFA4CE2A}"/>
          </ac:spMkLst>
        </pc:spChg>
        <pc:spChg chg="add mod">
          <ac:chgData name="sooraj B" userId="5e62bb8d05674c4c" providerId="LiveId" clId="{59830DA9-A25B-47ED-B477-2065328EA87D}" dt="2025-09-02T13:53:28.679" v="1142" actId="1076"/>
          <ac:spMkLst>
            <pc:docMk/>
            <pc:sldMk cId="1690851444" sldId="4432"/>
            <ac:spMk id="9" creationId="{89349E39-E857-8D49-279B-AD2E67D5C64B}"/>
          </ac:spMkLst>
        </pc:spChg>
        <pc:spChg chg="add mod">
          <ac:chgData name="sooraj B" userId="5e62bb8d05674c4c" providerId="LiveId" clId="{59830DA9-A25B-47ED-B477-2065328EA87D}" dt="2025-09-02T14:29:11.098" v="1456" actId="2711"/>
          <ac:spMkLst>
            <pc:docMk/>
            <pc:sldMk cId="1690851444" sldId="4432"/>
            <ac:spMk id="10" creationId="{F992E673-AAC0-7303-B240-69C148CC8F69}"/>
          </ac:spMkLst>
        </pc:spChg>
        <pc:picChg chg="add mod">
          <ac:chgData name="sooraj B" userId="5e62bb8d05674c4c" providerId="LiveId" clId="{59830DA9-A25B-47ED-B477-2065328EA87D}" dt="2025-09-02T09:55:36.207" v="511" actId="14100"/>
          <ac:picMkLst>
            <pc:docMk/>
            <pc:sldMk cId="1690851444" sldId="4432"/>
            <ac:picMk id="8" creationId="{29A10381-2357-DE8F-34E5-AE8621C03AD7}"/>
          </ac:picMkLst>
        </pc:picChg>
      </pc:sldChg>
      <pc:sldChg chg="addSp modSp add mod">
        <pc:chgData name="sooraj B" userId="5e62bb8d05674c4c" providerId="LiveId" clId="{59830DA9-A25B-47ED-B477-2065328EA87D}" dt="2025-09-02T14:29:01.277" v="1455" actId="2711"/>
        <pc:sldMkLst>
          <pc:docMk/>
          <pc:sldMk cId="3091608680" sldId="4433"/>
        </pc:sldMkLst>
        <pc:spChg chg="add mod">
          <ac:chgData name="sooraj B" userId="5e62bb8d05674c4c" providerId="LiveId" clId="{59830DA9-A25B-47ED-B477-2065328EA87D}" dt="2025-09-02T13:09:41.118" v="999" actId="2711"/>
          <ac:spMkLst>
            <pc:docMk/>
            <pc:sldMk cId="3091608680" sldId="4433"/>
            <ac:spMk id="5" creationId="{2109D760-3648-0024-B627-1EAB2A5E9321}"/>
          </ac:spMkLst>
        </pc:spChg>
        <pc:spChg chg="add">
          <ac:chgData name="sooraj B" userId="5e62bb8d05674c4c" providerId="LiveId" clId="{59830DA9-A25B-47ED-B477-2065328EA87D}" dt="2025-09-02T13:56:43.529" v="1179" actId="11529"/>
          <ac:spMkLst>
            <pc:docMk/>
            <pc:sldMk cId="3091608680" sldId="4433"/>
            <ac:spMk id="9" creationId="{3B4EFC4F-4C64-A539-1E16-F948037EB007}"/>
          </ac:spMkLst>
        </pc:spChg>
        <pc:spChg chg="add mod">
          <ac:chgData name="sooraj B" userId="5e62bb8d05674c4c" providerId="LiveId" clId="{59830DA9-A25B-47ED-B477-2065328EA87D}" dt="2025-09-02T14:29:01.277" v="1455" actId="2711"/>
          <ac:spMkLst>
            <pc:docMk/>
            <pc:sldMk cId="3091608680" sldId="4433"/>
            <ac:spMk id="10" creationId="{37BF074C-1B32-C837-3ECC-35363FC98AEE}"/>
          </ac:spMkLst>
        </pc:spChg>
        <pc:picChg chg="add mod">
          <ac:chgData name="sooraj B" userId="5e62bb8d05674c4c" providerId="LiveId" clId="{59830DA9-A25B-47ED-B477-2065328EA87D}" dt="2025-09-02T10:01:16.425" v="522" actId="14100"/>
          <ac:picMkLst>
            <pc:docMk/>
            <pc:sldMk cId="3091608680" sldId="4433"/>
            <ac:picMk id="8" creationId="{2425FF70-2C2B-39A6-0CA3-22D6F940972E}"/>
          </ac:picMkLst>
        </pc:picChg>
      </pc:sldChg>
      <pc:sldChg chg="addSp modSp add mod">
        <pc:chgData name="sooraj B" userId="5e62bb8d05674c4c" providerId="LiveId" clId="{59830DA9-A25B-47ED-B477-2065328EA87D}" dt="2025-09-02T14:28:47.789" v="1454" actId="2711"/>
        <pc:sldMkLst>
          <pc:docMk/>
          <pc:sldMk cId="1363962215" sldId="4434"/>
        </pc:sldMkLst>
        <pc:spChg chg="add mod">
          <ac:chgData name="sooraj B" userId="5e62bb8d05674c4c" providerId="LiveId" clId="{59830DA9-A25B-47ED-B477-2065328EA87D}" dt="2025-09-02T13:09:32.797" v="998" actId="2711"/>
          <ac:spMkLst>
            <pc:docMk/>
            <pc:sldMk cId="1363962215" sldId="4434"/>
            <ac:spMk id="5" creationId="{BA68F331-3184-0FBD-D698-9202CF64E579}"/>
          </ac:spMkLst>
        </pc:spChg>
        <pc:spChg chg="add mod">
          <ac:chgData name="sooraj B" userId="5e62bb8d05674c4c" providerId="LiveId" clId="{59830DA9-A25B-47ED-B477-2065328EA87D}" dt="2025-09-02T14:09:34.603" v="1207" actId="1076"/>
          <ac:spMkLst>
            <pc:docMk/>
            <pc:sldMk cId="1363962215" sldId="4434"/>
            <ac:spMk id="11" creationId="{7924871F-18B1-1DA7-23DF-97281E6B947A}"/>
          </ac:spMkLst>
        </pc:spChg>
        <pc:spChg chg="add mod">
          <ac:chgData name="sooraj B" userId="5e62bb8d05674c4c" providerId="LiveId" clId="{59830DA9-A25B-47ED-B477-2065328EA87D}" dt="2025-09-02T14:09:55.108" v="1210" actId="1076"/>
          <ac:spMkLst>
            <pc:docMk/>
            <pc:sldMk cId="1363962215" sldId="4434"/>
            <ac:spMk id="13" creationId="{59C29F55-9683-4694-02F3-32691130F09B}"/>
          </ac:spMkLst>
        </pc:spChg>
        <pc:spChg chg="add mod">
          <ac:chgData name="sooraj B" userId="5e62bb8d05674c4c" providerId="LiveId" clId="{59830DA9-A25B-47ED-B477-2065328EA87D}" dt="2025-09-02T14:28:41.552" v="1453" actId="2711"/>
          <ac:spMkLst>
            <pc:docMk/>
            <pc:sldMk cId="1363962215" sldId="4434"/>
            <ac:spMk id="14" creationId="{2CEC90D3-299D-E3C7-E3ED-6808809E06AD}"/>
          </ac:spMkLst>
        </pc:spChg>
        <pc:spChg chg="add mod">
          <ac:chgData name="sooraj B" userId="5e62bb8d05674c4c" providerId="LiveId" clId="{59830DA9-A25B-47ED-B477-2065328EA87D}" dt="2025-09-02T14:28:47.789" v="1454" actId="2711"/>
          <ac:spMkLst>
            <pc:docMk/>
            <pc:sldMk cId="1363962215" sldId="4434"/>
            <ac:spMk id="15" creationId="{7C1EBC24-8121-212E-B651-A38BD2B1697B}"/>
          </ac:spMkLst>
        </pc:spChg>
        <pc:picChg chg="add mod">
          <ac:chgData name="sooraj B" userId="5e62bb8d05674c4c" providerId="LiveId" clId="{59830DA9-A25B-47ED-B477-2065328EA87D}" dt="2025-09-02T10:09:20.676" v="554" actId="14100"/>
          <ac:picMkLst>
            <pc:docMk/>
            <pc:sldMk cId="1363962215" sldId="4434"/>
            <ac:picMk id="8" creationId="{D1F5D49F-0EDA-77F1-3DBB-EEA71A2F416F}"/>
          </ac:picMkLst>
        </pc:picChg>
        <pc:picChg chg="add mod">
          <ac:chgData name="sooraj B" userId="5e62bb8d05674c4c" providerId="LiveId" clId="{59830DA9-A25B-47ED-B477-2065328EA87D}" dt="2025-09-02T10:09:43.231" v="559" actId="14100"/>
          <ac:picMkLst>
            <pc:docMk/>
            <pc:sldMk cId="1363962215" sldId="4434"/>
            <ac:picMk id="10" creationId="{A4525BFE-5B13-6043-5D28-2B9E7B1FEDB6}"/>
          </ac:picMkLst>
        </pc:picChg>
      </pc:sldChg>
      <pc:sldChg chg="addSp modSp add mod">
        <pc:chgData name="sooraj B" userId="5e62bb8d05674c4c" providerId="LiveId" clId="{59830DA9-A25B-47ED-B477-2065328EA87D}" dt="2025-09-02T14:28:28.263" v="1452" actId="2711"/>
        <pc:sldMkLst>
          <pc:docMk/>
          <pc:sldMk cId="2045666775" sldId="4435"/>
        </pc:sldMkLst>
        <pc:spChg chg="add mod">
          <ac:chgData name="sooraj B" userId="5e62bb8d05674c4c" providerId="LiveId" clId="{59830DA9-A25B-47ED-B477-2065328EA87D}" dt="2025-09-02T13:09:13.132" v="996" actId="2711"/>
          <ac:spMkLst>
            <pc:docMk/>
            <pc:sldMk cId="2045666775" sldId="4435"/>
            <ac:spMk id="5" creationId="{912D1898-6F91-BF54-BB02-C15A17B4B027}"/>
          </ac:spMkLst>
        </pc:spChg>
        <pc:spChg chg="add mod">
          <ac:chgData name="sooraj B" userId="5e62bb8d05674c4c" providerId="LiveId" clId="{59830DA9-A25B-47ED-B477-2065328EA87D}" dt="2025-09-02T14:28:28.263" v="1452" actId="2711"/>
          <ac:spMkLst>
            <pc:docMk/>
            <pc:sldMk cId="2045666775" sldId="4435"/>
            <ac:spMk id="9" creationId="{49D4408F-0B2C-3339-5362-402B23C3BB3C}"/>
          </ac:spMkLst>
        </pc:spChg>
        <pc:spChg chg="add mod">
          <ac:chgData name="sooraj B" userId="5e62bb8d05674c4c" providerId="LiveId" clId="{59830DA9-A25B-47ED-B477-2065328EA87D}" dt="2025-09-02T14:12:26.351" v="1244" actId="1076"/>
          <ac:spMkLst>
            <pc:docMk/>
            <pc:sldMk cId="2045666775" sldId="4435"/>
            <ac:spMk id="10" creationId="{AF974F4B-F398-637B-B4B3-415EE74530DF}"/>
          </ac:spMkLst>
        </pc:spChg>
        <pc:picChg chg="add mod">
          <ac:chgData name="sooraj B" userId="5e62bb8d05674c4c" providerId="LiveId" clId="{59830DA9-A25B-47ED-B477-2065328EA87D}" dt="2025-09-02T10:14:40.949" v="563" actId="14100"/>
          <ac:picMkLst>
            <pc:docMk/>
            <pc:sldMk cId="2045666775" sldId="4435"/>
            <ac:picMk id="8" creationId="{0A3E445C-344D-DCBC-BEDE-B9E6A01DE98D}"/>
          </ac:picMkLst>
        </pc:picChg>
      </pc:sldChg>
      <pc:sldChg chg="addSp modSp add mod">
        <pc:chgData name="sooraj B" userId="5e62bb8d05674c4c" providerId="LiveId" clId="{59830DA9-A25B-47ED-B477-2065328EA87D}" dt="2025-09-02T14:28:17.466" v="1451" actId="2711"/>
        <pc:sldMkLst>
          <pc:docMk/>
          <pc:sldMk cId="3370938777" sldId="4436"/>
        </pc:sldMkLst>
        <pc:spChg chg="add mod">
          <ac:chgData name="sooraj B" userId="5e62bb8d05674c4c" providerId="LiveId" clId="{59830DA9-A25B-47ED-B477-2065328EA87D}" dt="2025-09-02T13:09:05.335" v="995" actId="2711"/>
          <ac:spMkLst>
            <pc:docMk/>
            <pc:sldMk cId="3370938777" sldId="4436"/>
            <ac:spMk id="5" creationId="{488C9BD9-4827-A4B8-CA49-2C131FCE23D0}"/>
          </ac:spMkLst>
        </pc:spChg>
        <pc:spChg chg="add mod">
          <ac:chgData name="sooraj B" userId="5e62bb8d05674c4c" providerId="LiveId" clId="{59830DA9-A25B-47ED-B477-2065328EA87D}" dt="2025-09-02T14:16:19.444" v="1276" actId="1076"/>
          <ac:spMkLst>
            <pc:docMk/>
            <pc:sldMk cId="3370938777" sldId="4436"/>
            <ac:spMk id="9" creationId="{591B8333-94A5-941B-B108-4911A631507B}"/>
          </ac:spMkLst>
        </pc:spChg>
        <pc:spChg chg="add mod">
          <ac:chgData name="sooraj B" userId="5e62bb8d05674c4c" providerId="LiveId" clId="{59830DA9-A25B-47ED-B477-2065328EA87D}" dt="2025-09-02T14:16:58.783" v="1277"/>
          <ac:spMkLst>
            <pc:docMk/>
            <pc:sldMk cId="3370938777" sldId="4436"/>
            <ac:spMk id="10" creationId="{CF8FED89-9E67-2549-2739-4444B875EC8F}"/>
          </ac:spMkLst>
        </pc:spChg>
        <pc:spChg chg="add mod">
          <ac:chgData name="sooraj B" userId="5e62bb8d05674c4c" providerId="LiveId" clId="{59830DA9-A25B-47ED-B477-2065328EA87D}" dt="2025-09-02T14:17:13.449" v="1278"/>
          <ac:spMkLst>
            <pc:docMk/>
            <pc:sldMk cId="3370938777" sldId="4436"/>
            <ac:spMk id="11" creationId="{6A7D7605-AA3E-6255-3A73-088C2F835824}"/>
          </ac:spMkLst>
        </pc:spChg>
        <pc:spChg chg="add mod">
          <ac:chgData name="sooraj B" userId="5e62bb8d05674c4c" providerId="LiveId" clId="{59830DA9-A25B-47ED-B477-2065328EA87D}" dt="2025-09-02T14:28:17.466" v="1451" actId="2711"/>
          <ac:spMkLst>
            <pc:docMk/>
            <pc:sldMk cId="3370938777" sldId="4436"/>
            <ac:spMk id="13" creationId="{7B048ABA-8D9F-02EF-EDCE-B4524D710A2F}"/>
          </ac:spMkLst>
        </pc:spChg>
        <pc:picChg chg="add mod">
          <ac:chgData name="sooraj B" userId="5e62bb8d05674c4c" providerId="LiveId" clId="{59830DA9-A25B-47ED-B477-2065328EA87D}" dt="2025-09-02T13:09:20.819" v="997" actId="1076"/>
          <ac:picMkLst>
            <pc:docMk/>
            <pc:sldMk cId="3370938777" sldId="4436"/>
            <ac:picMk id="8" creationId="{C533968E-FAA6-F14C-03ED-9567780C5499}"/>
          </ac:picMkLst>
        </pc:picChg>
      </pc:sldChg>
      <pc:sldChg chg="addSp modSp add mod">
        <pc:chgData name="sooraj B" userId="5e62bb8d05674c4c" providerId="LiveId" clId="{59830DA9-A25B-47ED-B477-2065328EA87D}" dt="2025-09-02T14:28:04.066" v="1450" actId="2711"/>
        <pc:sldMkLst>
          <pc:docMk/>
          <pc:sldMk cId="2615437670" sldId="4437"/>
        </pc:sldMkLst>
        <pc:spChg chg="add mod">
          <ac:chgData name="sooraj B" userId="5e62bb8d05674c4c" providerId="LiveId" clId="{59830DA9-A25B-47ED-B477-2065328EA87D}" dt="2025-09-02T13:08:56.747" v="994" actId="2711"/>
          <ac:spMkLst>
            <pc:docMk/>
            <pc:sldMk cId="2615437670" sldId="4437"/>
            <ac:spMk id="5" creationId="{DD3F2B66-287D-F55D-1C60-FA5F99BCD92A}"/>
          </ac:spMkLst>
        </pc:spChg>
        <pc:spChg chg="add mod">
          <ac:chgData name="sooraj B" userId="5e62bb8d05674c4c" providerId="LiveId" clId="{59830DA9-A25B-47ED-B477-2065328EA87D}" dt="2025-09-02T14:19:08.189" v="1315" actId="1076"/>
          <ac:spMkLst>
            <pc:docMk/>
            <pc:sldMk cId="2615437670" sldId="4437"/>
            <ac:spMk id="9" creationId="{450B5BB6-40D2-716A-2C98-FA111C6D994C}"/>
          </ac:spMkLst>
        </pc:spChg>
        <pc:spChg chg="add mod">
          <ac:chgData name="sooraj B" userId="5e62bb8d05674c4c" providerId="LiveId" clId="{59830DA9-A25B-47ED-B477-2065328EA87D}" dt="2025-09-02T14:19:18.878" v="1316"/>
          <ac:spMkLst>
            <pc:docMk/>
            <pc:sldMk cId="2615437670" sldId="4437"/>
            <ac:spMk id="10" creationId="{D3EF1864-F17A-C8B4-C53F-6CAF2573C374}"/>
          </ac:spMkLst>
        </pc:spChg>
        <pc:spChg chg="add mod">
          <ac:chgData name="sooraj B" userId="5e62bb8d05674c4c" providerId="LiveId" clId="{59830DA9-A25B-47ED-B477-2065328EA87D}" dt="2025-09-02T14:28:04.066" v="1450" actId="2711"/>
          <ac:spMkLst>
            <pc:docMk/>
            <pc:sldMk cId="2615437670" sldId="4437"/>
            <ac:spMk id="11" creationId="{10E7C9A4-CE73-D977-14F0-57326D9B7397}"/>
          </ac:spMkLst>
        </pc:spChg>
        <pc:picChg chg="add mod">
          <ac:chgData name="sooraj B" userId="5e62bb8d05674c4c" providerId="LiveId" clId="{59830DA9-A25B-47ED-B477-2065328EA87D}" dt="2025-09-02T10:25:20.746" v="634" actId="14100"/>
          <ac:picMkLst>
            <pc:docMk/>
            <pc:sldMk cId="2615437670" sldId="4437"/>
            <ac:picMk id="8" creationId="{4E5D6804-7187-2484-E509-254FE04A4C9F}"/>
          </ac:picMkLst>
        </pc:picChg>
      </pc:sldChg>
      <pc:sldChg chg="addSp modSp add mod">
        <pc:chgData name="sooraj B" userId="5e62bb8d05674c4c" providerId="LiveId" clId="{59830DA9-A25B-47ED-B477-2065328EA87D}" dt="2025-09-02T14:27:48.531" v="1449" actId="2711"/>
        <pc:sldMkLst>
          <pc:docMk/>
          <pc:sldMk cId="573870111" sldId="4438"/>
        </pc:sldMkLst>
        <pc:spChg chg="add mod">
          <ac:chgData name="sooraj B" userId="5e62bb8d05674c4c" providerId="LiveId" clId="{59830DA9-A25B-47ED-B477-2065328EA87D}" dt="2025-09-02T13:08:47.506" v="993" actId="2711"/>
          <ac:spMkLst>
            <pc:docMk/>
            <pc:sldMk cId="573870111" sldId="4438"/>
            <ac:spMk id="5" creationId="{C5E8DB88-2B22-AAA5-2709-C7AD0DF01F89}"/>
          </ac:spMkLst>
        </pc:spChg>
        <pc:spChg chg="add mod">
          <ac:chgData name="sooraj B" userId="5e62bb8d05674c4c" providerId="LiveId" clId="{59830DA9-A25B-47ED-B477-2065328EA87D}" dt="2025-09-02T14:21:53.759" v="1365" actId="1076"/>
          <ac:spMkLst>
            <pc:docMk/>
            <pc:sldMk cId="573870111" sldId="4438"/>
            <ac:spMk id="9" creationId="{FE5110F0-4233-6DAC-410D-0072F2A8B63F}"/>
          </ac:spMkLst>
        </pc:spChg>
        <pc:spChg chg="add mod">
          <ac:chgData name="sooraj B" userId="5e62bb8d05674c4c" providerId="LiveId" clId="{59830DA9-A25B-47ED-B477-2065328EA87D}" dt="2025-09-02T14:27:48.531" v="1449" actId="2711"/>
          <ac:spMkLst>
            <pc:docMk/>
            <pc:sldMk cId="573870111" sldId="4438"/>
            <ac:spMk id="10" creationId="{1B0B5CE0-52FB-3EDE-0408-824A03B17B99}"/>
          </ac:spMkLst>
        </pc:spChg>
        <pc:picChg chg="add mod">
          <ac:chgData name="sooraj B" userId="5e62bb8d05674c4c" providerId="LiveId" clId="{59830DA9-A25B-47ED-B477-2065328EA87D}" dt="2025-09-02T10:32:13.731" v="655" actId="14100"/>
          <ac:picMkLst>
            <pc:docMk/>
            <pc:sldMk cId="573870111" sldId="4438"/>
            <ac:picMk id="8" creationId="{E6959920-C17D-9E37-F103-79E09CA86173}"/>
          </ac:picMkLst>
        </pc:picChg>
      </pc:sldChg>
      <pc:sldChg chg="addSp delSp modSp add mod">
        <pc:chgData name="sooraj B" userId="5e62bb8d05674c4c" providerId="LiveId" clId="{59830DA9-A25B-47ED-B477-2065328EA87D}" dt="2025-09-02T14:27:35.418" v="1448" actId="2711"/>
        <pc:sldMkLst>
          <pc:docMk/>
          <pc:sldMk cId="1176138363" sldId="4439"/>
        </pc:sldMkLst>
        <pc:spChg chg="add mod">
          <ac:chgData name="sooraj B" userId="5e62bb8d05674c4c" providerId="LiveId" clId="{59830DA9-A25B-47ED-B477-2065328EA87D}" dt="2025-09-02T13:08:38.346" v="992" actId="2711"/>
          <ac:spMkLst>
            <pc:docMk/>
            <pc:sldMk cId="1176138363" sldId="4439"/>
            <ac:spMk id="8" creationId="{0F33D831-328B-EDD6-3696-9911CC9A2D3E}"/>
          </ac:spMkLst>
        </pc:spChg>
        <pc:spChg chg="add mod">
          <ac:chgData name="sooraj B" userId="5e62bb8d05674c4c" providerId="LiveId" clId="{59830DA9-A25B-47ED-B477-2065328EA87D}" dt="2025-09-02T14:25:07.320" v="1403" actId="1076"/>
          <ac:spMkLst>
            <pc:docMk/>
            <pc:sldMk cId="1176138363" sldId="4439"/>
            <ac:spMk id="11" creationId="{70265536-F9B3-4D6E-8867-3F8DF6DF3AC4}"/>
          </ac:spMkLst>
        </pc:spChg>
        <pc:spChg chg="add mod">
          <ac:chgData name="sooraj B" userId="5e62bb8d05674c4c" providerId="LiveId" clId="{59830DA9-A25B-47ED-B477-2065328EA87D}" dt="2025-09-02T14:25:31.361" v="1408" actId="1076"/>
          <ac:spMkLst>
            <pc:docMk/>
            <pc:sldMk cId="1176138363" sldId="4439"/>
            <ac:spMk id="13" creationId="{E57F144B-9C54-32FF-1BEB-84466CFA877E}"/>
          </ac:spMkLst>
        </pc:spChg>
        <pc:spChg chg="add mod">
          <ac:chgData name="sooraj B" userId="5e62bb8d05674c4c" providerId="LiveId" clId="{59830DA9-A25B-47ED-B477-2065328EA87D}" dt="2025-09-02T14:25:47.101" v="1410" actId="1076"/>
          <ac:spMkLst>
            <pc:docMk/>
            <pc:sldMk cId="1176138363" sldId="4439"/>
            <ac:spMk id="14" creationId="{2CFAA7B4-A71B-50E0-6A3F-585ACCAB92AE}"/>
          </ac:spMkLst>
        </pc:spChg>
        <pc:spChg chg="add mod">
          <ac:chgData name="sooraj B" userId="5e62bb8d05674c4c" providerId="LiveId" clId="{59830DA9-A25B-47ED-B477-2065328EA87D}" dt="2025-09-02T14:27:35.418" v="1448" actId="2711"/>
          <ac:spMkLst>
            <pc:docMk/>
            <pc:sldMk cId="1176138363" sldId="4439"/>
            <ac:spMk id="15" creationId="{2C11EE8A-C7DA-A3DF-D8DF-8BAA47168D08}"/>
          </ac:spMkLst>
        </pc:spChg>
        <pc:picChg chg="add del mod">
          <ac:chgData name="sooraj B" userId="5e62bb8d05674c4c" providerId="LiveId" clId="{59830DA9-A25B-47ED-B477-2065328EA87D}" dt="2025-09-02T10:44:44.984" v="679" actId="478"/>
          <ac:picMkLst>
            <pc:docMk/>
            <pc:sldMk cId="1176138363" sldId="4439"/>
            <ac:picMk id="5" creationId="{F2E0E9B7-5A3C-3867-628B-3F71E9EF58C0}"/>
          </ac:picMkLst>
        </pc:picChg>
        <pc:picChg chg="add mod">
          <ac:chgData name="sooraj B" userId="5e62bb8d05674c4c" providerId="LiveId" clId="{59830DA9-A25B-47ED-B477-2065328EA87D}" dt="2025-09-02T10:45:17.759" v="684" actId="14100"/>
          <ac:picMkLst>
            <pc:docMk/>
            <pc:sldMk cId="1176138363" sldId="4439"/>
            <ac:picMk id="10" creationId="{1877F74D-A859-D2DD-78FE-CC3D8C2ABECF}"/>
          </ac:picMkLst>
        </pc:picChg>
      </pc:sldChg>
      <pc:sldChg chg="addSp delSp modSp add mod">
        <pc:chgData name="sooraj B" userId="5e62bb8d05674c4c" providerId="LiveId" clId="{59830DA9-A25B-47ED-B477-2065328EA87D}" dt="2025-09-02T14:32:54.192" v="1525" actId="20577"/>
        <pc:sldMkLst>
          <pc:docMk/>
          <pc:sldMk cId="3926792903" sldId="4440"/>
        </pc:sldMkLst>
        <pc:spChg chg="mod">
          <ac:chgData name="sooraj B" userId="5e62bb8d05674c4c" providerId="LiveId" clId="{59830DA9-A25B-47ED-B477-2065328EA87D}" dt="2025-09-02T13:08:21.036" v="991" actId="2711"/>
          <ac:spMkLst>
            <pc:docMk/>
            <pc:sldMk cId="3926792903" sldId="4440"/>
            <ac:spMk id="8" creationId="{AECEABCF-9040-1145-2B2B-E19E1A7FF5C6}"/>
          </ac:spMkLst>
        </pc:spChg>
        <pc:spChg chg="add mod">
          <ac:chgData name="sooraj B" userId="5e62bb8d05674c4c" providerId="LiveId" clId="{59830DA9-A25B-47ED-B477-2065328EA87D}" dt="2025-09-02T14:31:01.687" v="1463" actId="1076"/>
          <ac:spMkLst>
            <pc:docMk/>
            <pc:sldMk cId="3926792903" sldId="4440"/>
            <ac:spMk id="11" creationId="{64F0163C-DF5F-B8F5-BE04-E89DD4C66C0A}"/>
          </ac:spMkLst>
        </pc:spChg>
        <pc:spChg chg="add mod">
          <ac:chgData name="sooraj B" userId="5e62bb8d05674c4c" providerId="LiveId" clId="{59830DA9-A25B-47ED-B477-2065328EA87D}" dt="2025-09-02T14:31:56.381" v="1499" actId="20577"/>
          <ac:spMkLst>
            <pc:docMk/>
            <pc:sldMk cId="3926792903" sldId="4440"/>
            <ac:spMk id="13" creationId="{A2A54D3C-296F-1608-99C2-B57E6B6E05B0}"/>
          </ac:spMkLst>
        </pc:spChg>
        <pc:spChg chg="add mod">
          <ac:chgData name="sooraj B" userId="5e62bb8d05674c4c" providerId="LiveId" clId="{59830DA9-A25B-47ED-B477-2065328EA87D}" dt="2025-09-02T14:32:15.497" v="1501" actId="1076"/>
          <ac:spMkLst>
            <pc:docMk/>
            <pc:sldMk cId="3926792903" sldId="4440"/>
            <ac:spMk id="14" creationId="{28DBD7B0-F3C1-E2C1-F4E5-9F848A90DCC1}"/>
          </ac:spMkLst>
        </pc:spChg>
        <pc:spChg chg="add mod">
          <ac:chgData name="sooraj B" userId="5e62bb8d05674c4c" providerId="LiveId" clId="{59830DA9-A25B-47ED-B477-2065328EA87D}" dt="2025-09-02T14:32:54.192" v="1525" actId="20577"/>
          <ac:spMkLst>
            <pc:docMk/>
            <pc:sldMk cId="3926792903" sldId="4440"/>
            <ac:spMk id="15" creationId="{EA1D733E-CCEC-ED6C-6019-52963DFDD9A6}"/>
          </ac:spMkLst>
        </pc:spChg>
        <pc:picChg chg="add del">
          <ac:chgData name="sooraj B" userId="5e62bb8d05674c4c" providerId="LiveId" clId="{59830DA9-A25B-47ED-B477-2065328EA87D}" dt="2025-09-02T10:53:20.069" v="691" actId="478"/>
          <ac:picMkLst>
            <pc:docMk/>
            <pc:sldMk cId="3926792903" sldId="4440"/>
            <ac:picMk id="5" creationId="{FCC2F4D8-0EC7-5D9F-0069-6C910F3B9907}"/>
          </ac:picMkLst>
        </pc:picChg>
        <pc:picChg chg="add mod">
          <ac:chgData name="sooraj B" userId="5e62bb8d05674c4c" providerId="LiveId" clId="{59830DA9-A25B-47ED-B477-2065328EA87D}" dt="2025-09-02T10:55:03.382" v="697" actId="14100"/>
          <ac:picMkLst>
            <pc:docMk/>
            <pc:sldMk cId="3926792903" sldId="4440"/>
            <ac:picMk id="9" creationId="{29FF5316-0E1B-44DD-A75A-416A79CD0FAA}"/>
          </ac:picMkLst>
        </pc:picChg>
        <pc:picChg chg="del">
          <ac:chgData name="sooraj B" userId="5e62bb8d05674c4c" providerId="LiveId" clId="{59830DA9-A25B-47ED-B477-2065328EA87D}" dt="2025-09-02T10:49:25.581" v="686" actId="478"/>
          <ac:picMkLst>
            <pc:docMk/>
            <pc:sldMk cId="3926792903" sldId="4440"/>
            <ac:picMk id="10" creationId="{C9933165-C2A4-757D-6B24-95235B293198}"/>
          </ac:picMkLst>
        </pc:picChg>
      </pc:sldChg>
      <pc:sldChg chg="addSp delSp modSp add mod">
        <pc:chgData name="sooraj B" userId="5e62bb8d05674c4c" providerId="LiveId" clId="{59830DA9-A25B-47ED-B477-2065328EA87D}" dt="2025-09-02T14:34:29.700" v="1555" actId="20577"/>
        <pc:sldMkLst>
          <pc:docMk/>
          <pc:sldMk cId="2096057448" sldId="4441"/>
        </pc:sldMkLst>
        <pc:spChg chg="add mod">
          <ac:chgData name="sooraj B" userId="5e62bb8d05674c4c" providerId="LiveId" clId="{59830DA9-A25B-47ED-B477-2065328EA87D}" dt="2025-09-02T14:33:42.388" v="1527" actId="1076"/>
          <ac:spMkLst>
            <pc:docMk/>
            <pc:sldMk cId="2096057448" sldId="4441"/>
            <ac:spMk id="7" creationId="{BFF88DE2-1024-AAE5-9583-0E3128D4EC37}"/>
          </ac:spMkLst>
        </pc:spChg>
        <pc:spChg chg="mod">
          <ac:chgData name="sooraj B" userId="5e62bb8d05674c4c" providerId="LiveId" clId="{59830DA9-A25B-47ED-B477-2065328EA87D}" dt="2025-09-02T13:08:12.493" v="990" actId="2711"/>
          <ac:spMkLst>
            <pc:docMk/>
            <pc:sldMk cId="2096057448" sldId="4441"/>
            <ac:spMk id="8" creationId="{1BA70A5D-60B5-08CF-4446-DE228CC828D2}"/>
          </ac:spMkLst>
        </pc:spChg>
        <pc:spChg chg="add mod">
          <ac:chgData name="sooraj B" userId="5e62bb8d05674c4c" providerId="LiveId" clId="{59830DA9-A25B-47ED-B477-2065328EA87D}" dt="2025-09-02T14:34:29.700" v="1555" actId="20577"/>
          <ac:spMkLst>
            <pc:docMk/>
            <pc:sldMk cId="2096057448" sldId="4441"/>
            <ac:spMk id="10" creationId="{DC6BE6BA-8D2C-4BF8-3FA2-1C49BC760757}"/>
          </ac:spMkLst>
        </pc:spChg>
        <pc:picChg chg="add mod">
          <ac:chgData name="sooraj B" userId="5e62bb8d05674c4c" providerId="LiveId" clId="{59830DA9-A25B-47ED-B477-2065328EA87D}" dt="2025-09-02T11:09:46.433" v="709" actId="14100"/>
          <ac:picMkLst>
            <pc:docMk/>
            <pc:sldMk cId="2096057448" sldId="4441"/>
            <ac:picMk id="5" creationId="{16727E9D-0175-543A-36AE-49FA53913FE2}"/>
          </ac:picMkLst>
        </pc:picChg>
        <pc:picChg chg="del">
          <ac:chgData name="sooraj B" userId="5e62bb8d05674c4c" providerId="LiveId" clId="{59830DA9-A25B-47ED-B477-2065328EA87D}" dt="2025-09-02T10:56:04.733" v="699" actId="21"/>
          <ac:picMkLst>
            <pc:docMk/>
            <pc:sldMk cId="2096057448" sldId="4441"/>
            <ac:picMk id="9" creationId="{F00BC356-7AC7-B837-554C-43BED624D428}"/>
          </ac:picMkLst>
        </pc:picChg>
      </pc:sldChg>
      <pc:sldChg chg="addSp delSp modSp add mod">
        <pc:chgData name="sooraj B" userId="5e62bb8d05674c4c" providerId="LiveId" clId="{59830DA9-A25B-47ED-B477-2065328EA87D}" dt="2025-09-02T14:40:49.415" v="1638" actId="20577"/>
        <pc:sldMkLst>
          <pc:docMk/>
          <pc:sldMk cId="1152855883" sldId="4442"/>
        </pc:sldMkLst>
        <pc:spChg chg="mod">
          <ac:chgData name="sooraj B" userId="5e62bb8d05674c4c" providerId="LiveId" clId="{59830DA9-A25B-47ED-B477-2065328EA87D}" dt="2025-09-02T13:07:57.750" v="989" actId="2711"/>
          <ac:spMkLst>
            <pc:docMk/>
            <pc:sldMk cId="1152855883" sldId="4442"/>
            <ac:spMk id="8" creationId="{1CE98D70-300E-14E0-E026-ECF39417F3B0}"/>
          </ac:spMkLst>
        </pc:spChg>
        <pc:spChg chg="del mod">
          <ac:chgData name="sooraj B" userId="5e62bb8d05674c4c" providerId="LiveId" clId="{59830DA9-A25B-47ED-B477-2065328EA87D}" dt="2025-09-02T11:11:05.265" v="716" actId="478"/>
          <ac:spMkLst>
            <pc:docMk/>
            <pc:sldMk cId="1152855883" sldId="4442"/>
            <ac:spMk id="12" creationId="{526CEF29-AFD5-AD2B-DB16-6E0AD16225E5}"/>
          </ac:spMkLst>
        </pc:spChg>
        <pc:spChg chg="add mod">
          <ac:chgData name="sooraj B" userId="5e62bb8d05674c4c" providerId="LiveId" clId="{59830DA9-A25B-47ED-B477-2065328EA87D}" dt="2025-09-02T14:38:16.264" v="1582" actId="20577"/>
          <ac:spMkLst>
            <pc:docMk/>
            <pc:sldMk cId="1152855883" sldId="4442"/>
            <ac:spMk id="14" creationId="{0E26C9A6-F684-511D-B5F4-3E616848B57D}"/>
          </ac:spMkLst>
        </pc:spChg>
        <pc:spChg chg="add mod">
          <ac:chgData name="sooraj B" userId="5e62bb8d05674c4c" providerId="LiveId" clId="{59830DA9-A25B-47ED-B477-2065328EA87D}" dt="2025-09-02T14:37:49.895" v="1560" actId="1076"/>
          <ac:spMkLst>
            <pc:docMk/>
            <pc:sldMk cId="1152855883" sldId="4442"/>
            <ac:spMk id="15" creationId="{5B14A11C-31F1-ECF7-5D00-0A910A425254}"/>
          </ac:spMkLst>
        </pc:spChg>
        <pc:spChg chg="add mod">
          <ac:chgData name="sooraj B" userId="5e62bb8d05674c4c" providerId="LiveId" clId="{59830DA9-A25B-47ED-B477-2065328EA87D}" dt="2025-09-02T14:39:28.915" v="1586" actId="1076"/>
          <ac:spMkLst>
            <pc:docMk/>
            <pc:sldMk cId="1152855883" sldId="4442"/>
            <ac:spMk id="16" creationId="{9E1679F3-413C-C404-07B8-D9AE9E437FEF}"/>
          </ac:spMkLst>
        </pc:spChg>
        <pc:spChg chg="add mod">
          <ac:chgData name="sooraj B" userId="5e62bb8d05674c4c" providerId="LiveId" clId="{59830DA9-A25B-47ED-B477-2065328EA87D}" dt="2025-09-02T14:40:49.415" v="1638" actId="20577"/>
          <ac:spMkLst>
            <pc:docMk/>
            <pc:sldMk cId="1152855883" sldId="4442"/>
            <ac:spMk id="17" creationId="{A12126B2-1E0E-8753-7335-9CD1FC92A414}"/>
          </ac:spMkLst>
        </pc:spChg>
        <pc:picChg chg="del">
          <ac:chgData name="sooraj B" userId="5e62bb8d05674c4c" providerId="LiveId" clId="{59830DA9-A25B-47ED-B477-2065328EA87D}" dt="2025-09-02T11:10:16.050" v="713" actId="478"/>
          <ac:picMkLst>
            <pc:docMk/>
            <pc:sldMk cId="1152855883" sldId="4442"/>
            <ac:picMk id="5" creationId="{916FE2FC-958B-B537-34B3-9C48F8C86DA9}"/>
          </ac:picMkLst>
        </pc:picChg>
        <pc:picChg chg="add mod">
          <ac:chgData name="sooraj B" userId="5e62bb8d05674c4c" providerId="LiveId" clId="{59830DA9-A25B-47ED-B477-2065328EA87D}" dt="2025-09-02T11:14:45.322" v="725" actId="1076"/>
          <ac:picMkLst>
            <pc:docMk/>
            <pc:sldMk cId="1152855883" sldId="4442"/>
            <ac:picMk id="7" creationId="{CB46695E-B348-11AA-F82E-95FDF6CF997D}"/>
          </ac:picMkLst>
        </pc:picChg>
        <pc:picChg chg="add del mod">
          <ac:chgData name="sooraj B" userId="5e62bb8d05674c4c" providerId="LiveId" clId="{59830DA9-A25B-47ED-B477-2065328EA87D}" dt="2025-09-02T11:15:41.640" v="729" actId="478"/>
          <ac:picMkLst>
            <pc:docMk/>
            <pc:sldMk cId="1152855883" sldId="4442"/>
            <ac:picMk id="10" creationId="{9185D1DE-57A7-B8C8-CFB7-43050F7E170B}"/>
          </ac:picMkLst>
        </pc:picChg>
        <pc:picChg chg="add mod">
          <ac:chgData name="sooraj B" userId="5e62bb8d05674c4c" providerId="LiveId" clId="{59830DA9-A25B-47ED-B477-2065328EA87D}" dt="2025-09-02T11:16:01.779" v="734" actId="1076"/>
          <ac:picMkLst>
            <pc:docMk/>
            <pc:sldMk cId="1152855883" sldId="4442"/>
            <ac:picMk id="13" creationId="{7C71EB68-8624-C3CB-7CFF-B2DFB0B57809}"/>
          </ac:picMkLst>
        </pc:picChg>
      </pc:sldChg>
      <pc:sldChg chg="addSp delSp modSp add mod">
        <pc:chgData name="sooraj B" userId="5e62bb8d05674c4c" providerId="LiveId" clId="{59830DA9-A25B-47ED-B477-2065328EA87D}" dt="2025-09-02T14:56:00.084" v="1735" actId="1076"/>
        <pc:sldMkLst>
          <pc:docMk/>
          <pc:sldMk cId="2366845985" sldId="4443"/>
        </pc:sldMkLst>
        <pc:spChg chg="mod">
          <ac:chgData name="sooraj B" userId="5e62bb8d05674c4c" providerId="LiveId" clId="{59830DA9-A25B-47ED-B477-2065328EA87D}" dt="2025-09-02T13:07:48.648" v="988" actId="2711"/>
          <ac:spMkLst>
            <pc:docMk/>
            <pc:sldMk cId="2366845985" sldId="4443"/>
            <ac:spMk id="8" creationId="{2A4FA18D-1A13-EF0C-7359-8E7320169BEA}"/>
          </ac:spMkLst>
        </pc:spChg>
        <pc:spChg chg="add mod">
          <ac:chgData name="sooraj B" userId="5e62bb8d05674c4c" providerId="LiveId" clId="{59830DA9-A25B-47ED-B477-2065328EA87D}" dt="2025-09-02T14:50:36.748" v="1682" actId="20577"/>
          <ac:spMkLst>
            <pc:docMk/>
            <pc:sldMk cId="2366845985" sldId="4443"/>
            <ac:spMk id="11" creationId="{D0F6A1BC-E394-7282-FA95-912B6930CE51}"/>
          </ac:spMkLst>
        </pc:spChg>
        <pc:spChg chg="add mod">
          <ac:chgData name="sooraj B" userId="5e62bb8d05674c4c" providerId="LiveId" clId="{59830DA9-A25B-47ED-B477-2065328EA87D}" dt="2025-09-02T14:56:00.084" v="1735" actId="1076"/>
          <ac:spMkLst>
            <pc:docMk/>
            <pc:sldMk cId="2366845985" sldId="4443"/>
            <ac:spMk id="12" creationId="{4C9D2069-EAA3-2CAD-A2CD-26AFEC32B3F8}"/>
          </ac:spMkLst>
        </pc:spChg>
        <pc:picChg chg="add mod">
          <ac:chgData name="sooraj B" userId="5e62bb8d05674c4c" providerId="LiveId" clId="{59830DA9-A25B-47ED-B477-2065328EA87D}" dt="2025-09-02T11:21:24.650" v="753" actId="14100"/>
          <ac:picMkLst>
            <pc:docMk/>
            <pc:sldMk cId="2366845985" sldId="4443"/>
            <ac:picMk id="5" creationId="{43AF24E7-68CE-CAEC-0D99-35C340C47784}"/>
          </ac:picMkLst>
        </pc:picChg>
        <pc:picChg chg="del">
          <ac:chgData name="sooraj B" userId="5e62bb8d05674c4c" providerId="LiveId" clId="{59830DA9-A25B-47ED-B477-2065328EA87D}" dt="2025-09-02T11:16:18.536" v="736" actId="478"/>
          <ac:picMkLst>
            <pc:docMk/>
            <pc:sldMk cId="2366845985" sldId="4443"/>
            <ac:picMk id="7" creationId="{21B5B7BF-EF3A-D904-34BE-243CDADC91B2}"/>
          </ac:picMkLst>
        </pc:picChg>
        <pc:picChg chg="add mod">
          <ac:chgData name="sooraj B" userId="5e62bb8d05674c4c" providerId="LiveId" clId="{59830DA9-A25B-47ED-B477-2065328EA87D}" dt="2025-09-02T11:21:57.169" v="760" actId="14100"/>
          <ac:picMkLst>
            <pc:docMk/>
            <pc:sldMk cId="2366845985" sldId="4443"/>
            <ac:picMk id="10" creationId="{233A2A7D-FE35-B20E-1C86-AC532973CB01}"/>
          </ac:picMkLst>
        </pc:picChg>
        <pc:picChg chg="del">
          <ac:chgData name="sooraj B" userId="5e62bb8d05674c4c" providerId="LiveId" clId="{59830DA9-A25B-47ED-B477-2065328EA87D}" dt="2025-09-02T11:16:20.702" v="737" actId="478"/>
          <ac:picMkLst>
            <pc:docMk/>
            <pc:sldMk cId="2366845985" sldId="4443"/>
            <ac:picMk id="13" creationId="{4180EB2B-0D98-4AEC-7EC6-EC9244667CCF}"/>
          </ac:picMkLst>
        </pc:picChg>
      </pc:sldChg>
      <pc:sldChg chg="addSp delSp modSp add mod">
        <pc:chgData name="sooraj B" userId="5e62bb8d05674c4c" providerId="LiveId" clId="{59830DA9-A25B-47ED-B477-2065328EA87D}" dt="2025-09-02T14:54:35.498" v="1730" actId="14100"/>
        <pc:sldMkLst>
          <pc:docMk/>
          <pc:sldMk cId="964345619" sldId="4444"/>
        </pc:sldMkLst>
        <pc:spChg chg="mod">
          <ac:chgData name="sooraj B" userId="5e62bb8d05674c4c" providerId="LiveId" clId="{59830DA9-A25B-47ED-B477-2065328EA87D}" dt="2025-09-02T13:07:35.147" v="987" actId="2711"/>
          <ac:spMkLst>
            <pc:docMk/>
            <pc:sldMk cId="964345619" sldId="4444"/>
            <ac:spMk id="8" creationId="{E6F577E2-4CD9-2B42-9376-974F65FF694F}"/>
          </ac:spMkLst>
        </pc:spChg>
        <pc:spChg chg="add mod">
          <ac:chgData name="sooraj B" userId="5e62bb8d05674c4c" providerId="LiveId" clId="{59830DA9-A25B-47ED-B477-2065328EA87D}" dt="2025-09-02T14:53:09.450" v="1723" actId="1076"/>
          <ac:spMkLst>
            <pc:docMk/>
            <pc:sldMk cId="964345619" sldId="4444"/>
            <ac:spMk id="9" creationId="{8E710617-2440-1437-515D-E41F5AB98D92}"/>
          </ac:spMkLst>
        </pc:spChg>
        <pc:spChg chg="add mod">
          <ac:chgData name="sooraj B" userId="5e62bb8d05674c4c" providerId="LiveId" clId="{59830DA9-A25B-47ED-B477-2065328EA87D}" dt="2025-09-02T14:52:33.011" v="1719" actId="20577"/>
          <ac:spMkLst>
            <pc:docMk/>
            <pc:sldMk cId="964345619" sldId="4444"/>
            <ac:spMk id="11" creationId="{4E3F7AC4-E5A7-6C2C-12F3-620D0D260C69}"/>
          </ac:spMkLst>
        </pc:spChg>
        <pc:spChg chg="add mod">
          <ac:chgData name="sooraj B" userId="5e62bb8d05674c4c" providerId="LiveId" clId="{59830DA9-A25B-47ED-B477-2065328EA87D}" dt="2025-09-02T14:53:03.608" v="1722" actId="1076"/>
          <ac:spMkLst>
            <pc:docMk/>
            <pc:sldMk cId="964345619" sldId="4444"/>
            <ac:spMk id="12" creationId="{8DD1781E-061A-D5B0-3721-CC95ADB33CB0}"/>
          </ac:spMkLst>
        </pc:spChg>
        <pc:spChg chg="add del mod">
          <ac:chgData name="sooraj B" userId="5e62bb8d05674c4c" providerId="LiveId" clId="{59830DA9-A25B-47ED-B477-2065328EA87D}" dt="2025-09-02T14:54:07.437" v="1726" actId="478"/>
          <ac:spMkLst>
            <pc:docMk/>
            <pc:sldMk cId="964345619" sldId="4444"/>
            <ac:spMk id="13" creationId="{A634795A-D3CE-5B38-4461-009D4FAB8657}"/>
          </ac:spMkLst>
        </pc:spChg>
        <pc:spChg chg="add mod">
          <ac:chgData name="sooraj B" userId="5e62bb8d05674c4c" providerId="LiveId" clId="{59830DA9-A25B-47ED-B477-2065328EA87D}" dt="2025-09-02T14:54:35.498" v="1730" actId="14100"/>
          <ac:spMkLst>
            <pc:docMk/>
            <pc:sldMk cId="964345619" sldId="4444"/>
            <ac:spMk id="14" creationId="{16EF129C-E3D0-019C-DBE1-009E826C9258}"/>
          </ac:spMkLst>
        </pc:spChg>
        <pc:picChg chg="del">
          <ac:chgData name="sooraj B" userId="5e62bb8d05674c4c" providerId="LiveId" clId="{59830DA9-A25B-47ED-B477-2065328EA87D}" dt="2025-09-02T11:32:41.666" v="768" actId="478"/>
          <ac:picMkLst>
            <pc:docMk/>
            <pc:sldMk cId="964345619" sldId="4444"/>
            <ac:picMk id="5" creationId="{8D6FD473-02B7-F254-56A4-1BAAA29D2C83}"/>
          </ac:picMkLst>
        </pc:picChg>
        <pc:picChg chg="add mod">
          <ac:chgData name="sooraj B" userId="5e62bb8d05674c4c" providerId="LiveId" clId="{59830DA9-A25B-47ED-B477-2065328EA87D}" dt="2025-09-02T11:35:30.011" v="778" actId="14100"/>
          <ac:picMkLst>
            <pc:docMk/>
            <pc:sldMk cId="964345619" sldId="4444"/>
            <ac:picMk id="7" creationId="{EBE58344-6614-C1A5-980F-4D17FA313776}"/>
          </ac:picMkLst>
        </pc:picChg>
        <pc:picChg chg="del">
          <ac:chgData name="sooraj B" userId="5e62bb8d05674c4c" providerId="LiveId" clId="{59830DA9-A25B-47ED-B477-2065328EA87D}" dt="2025-09-02T11:32:43.688" v="769" actId="478"/>
          <ac:picMkLst>
            <pc:docMk/>
            <pc:sldMk cId="964345619" sldId="4444"/>
            <ac:picMk id="10" creationId="{4ACB89EE-E569-A15E-3276-CA6F5857FA13}"/>
          </ac:picMkLst>
        </pc:picChg>
      </pc:sldChg>
      <pc:sldChg chg="addSp delSp modSp add mod">
        <pc:chgData name="sooraj B" userId="5e62bb8d05674c4c" providerId="LiveId" clId="{59830DA9-A25B-47ED-B477-2065328EA87D}" dt="2025-09-02T14:57:22.433" v="1769" actId="313"/>
        <pc:sldMkLst>
          <pc:docMk/>
          <pc:sldMk cId="4182245398" sldId="4445"/>
        </pc:sldMkLst>
        <pc:spChg chg="mod">
          <ac:chgData name="sooraj B" userId="5e62bb8d05674c4c" providerId="LiveId" clId="{59830DA9-A25B-47ED-B477-2065328EA87D}" dt="2025-09-02T13:07:23.905" v="986" actId="2711"/>
          <ac:spMkLst>
            <pc:docMk/>
            <pc:sldMk cId="4182245398" sldId="4445"/>
            <ac:spMk id="8" creationId="{87E1819F-6871-9D29-F821-0209CDA753E6}"/>
          </ac:spMkLst>
        </pc:spChg>
        <pc:spChg chg="add mod">
          <ac:chgData name="sooraj B" userId="5e62bb8d05674c4c" providerId="LiveId" clId="{59830DA9-A25B-47ED-B477-2065328EA87D}" dt="2025-09-02T14:57:02.956" v="1751" actId="313"/>
          <ac:spMkLst>
            <pc:docMk/>
            <pc:sldMk cId="4182245398" sldId="4445"/>
            <ac:spMk id="11" creationId="{F592E0ED-662C-3E4D-84BA-21F52BAEABC3}"/>
          </ac:spMkLst>
        </pc:spChg>
        <pc:spChg chg="add mod">
          <ac:chgData name="sooraj B" userId="5e62bb8d05674c4c" providerId="LiveId" clId="{59830DA9-A25B-47ED-B477-2065328EA87D}" dt="2025-09-02T14:57:22.433" v="1769" actId="313"/>
          <ac:spMkLst>
            <pc:docMk/>
            <pc:sldMk cId="4182245398" sldId="4445"/>
            <ac:spMk id="12" creationId="{96D6DC6D-C314-F646-F1D4-5BA5E6B2B01D}"/>
          </ac:spMkLst>
        </pc:spChg>
        <pc:spChg chg="add mod">
          <ac:chgData name="sooraj B" userId="5e62bb8d05674c4c" providerId="LiveId" clId="{59830DA9-A25B-47ED-B477-2065328EA87D}" dt="2025-09-02T14:55:02.390" v="1732" actId="1076"/>
          <ac:spMkLst>
            <pc:docMk/>
            <pc:sldMk cId="4182245398" sldId="4445"/>
            <ac:spMk id="13" creationId="{B9EBBDCE-99C9-DD3F-1FF9-1BA460D0C05B}"/>
          </ac:spMkLst>
        </pc:spChg>
        <pc:spChg chg="add mod">
          <ac:chgData name="sooraj B" userId="5e62bb8d05674c4c" providerId="LiveId" clId="{59830DA9-A25B-47ED-B477-2065328EA87D}" dt="2025-09-02T14:55:34.496" v="1734" actId="1076"/>
          <ac:spMkLst>
            <pc:docMk/>
            <pc:sldMk cId="4182245398" sldId="4445"/>
            <ac:spMk id="14" creationId="{28CDE919-5082-4835-C681-6AD716179C73}"/>
          </ac:spMkLst>
        </pc:spChg>
        <pc:picChg chg="add mod">
          <ac:chgData name="sooraj B" userId="5e62bb8d05674c4c" providerId="LiveId" clId="{59830DA9-A25B-47ED-B477-2065328EA87D}" dt="2025-09-02T11:38:27.732" v="813" actId="14100"/>
          <ac:picMkLst>
            <pc:docMk/>
            <pc:sldMk cId="4182245398" sldId="4445"/>
            <ac:picMk id="5" creationId="{25F83636-0C30-9BAD-18B4-E8A8E87CA5BF}"/>
          </ac:picMkLst>
        </pc:picChg>
        <pc:picChg chg="del">
          <ac:chgData name="sooraj B" userId="5e62bb8d05674c4c" providerId="LiveId" clId="{59830DA9-A25B-47ED-B477-2065328EA87D}" dt="2025-09-02T11:35:50.006" v="780" actId="478"/>
          <ac:picMkLst>
            <pc:docMk/>
            <pc:sldMk cId="4182245398" sldId="4445"/>
            <ac:picMk id="7" creationId="{C3AEB975-4C26-18FE-F182-A1BAF25ADA76}"/>
          </ac:picMkLst>
        </pc:picChg>
        <pc:picChg chg="add mod">
          <ac:chgData name="sooraj B" userId="5e62bb8d05674c4c" providerId="LiveId" clId="{59830DA9-A25B-47ED-B477-2065328EA87D}" dt="2025-09-02T11:40:40.652" v="817" actId="14100"/>
          <ac:picMkLst>
            <pc:docMk/>
            <pc:sldMk cId="4182245398" sldId="4445"/>
            <ac:picMk id="10" creationId="{B9CD453E-2FBD-A0C0-0145-832B97E72BA3}"/>
          </ac:picMkLst>
        </pc:picChg>
      </pc:sldChg>
      <pc:sldChg chg="addSp delSp modSp add mod">
        <pc:chgData name="sooraj B" userId="5e62bb8d05674c4c" providerId="LiveId" clId="{59830DA9-A25B-47ED-B477-2065328EA87D}" dt="2025-09-02T15:02:24.235" v="1807" actId="14100"/>
        <pc:sldMkLst>
          <pc:docMk/>
          <pc:sldMk cId="1917115169" sldId="4446"/>
        </pc:sldMkLst>
        <pc:spChg chg="mod">
          <ac:chgData name="sooraj B" userId="5e62bb8d05674c4c" providerId="LiveId" clId="{59830DA9-A25B-47ED-B477-2065328EA87D}" dt="2025-09-02T13:07:07.943" v="985" actId="2711"/>
          <ac:spMkLst>
            <pc:docMk/>
            <pc:sldMk cId="1917115169" sldId="4446"/>
            <ac:spMk id="8" creationId="{686F8A08-A28B-B136-97FA-812910032A4B}"/>
          </ac:spMkLst>
        </pc:spChg>
        <pc:spChg chg="add mod">
          <ac:chgData name="sooraj B" userId="5e62bb8d05674c4c" providerId="LiveId" clId="{59830DA9-A25B-47ED-B477-2065328EA87D}" dt="2025-09-02T15:00:02.640" v="1802" actId="20577"/>
          <ac:spMkLst>
            <pc:docMk/>
            <pc:sldMk cId="1917115169" sldId="4446"/>
            <ac:spMk id="12" creationId="{4209071E-582E-2F32-140A-D351463273C8}"/>
          </ac:spMkLst>
        </pc:spChg>
        <pc:spChg chg="add mod">
          <ac:chgData name="sooraj B" userId="5e62bb8d05674c4c" providerId="LiveId" clId="{59830DA9-A25B-47ED-B477-2065328EA87D}" dt="2025-09-02T15:02:24.235" v="1807" actId="14100"/>
          <ac:spMkLst>
            <pc:docMk/>
            <pc:sldMk cId="1917115169" sldId="4446"/>
            <ac:spMk id="13" creationId="{7E5C3DC6-D6F4-D4BB-5432-36F5CAE340AD}"/>
          </ac:spMkLst>
        </pc:spChg>
        <pc:picChg chg="del">
          <ac:chgData name="sooraj B" userId="5e62bb8d05674c4c" providerId="LiveId" clId="{59830DA9-A25B-47ED-B477-2065328EA87D}" dt="2025-09-02T11:42:25.204" v="819" actId="478"/>
          <ac:picMkLst>
            <pc:docMk/>
            <pc:sldMk cId="1917115169" sldId="4446"/>
            <ac:picMk id="5" creationId="{0206B536-11D8-32FB-FE00-3FCE3C045338}"/>
          </ac:picMkLst>
        </pc:picChg>
        <pc:picChg chg="add del mod">
          <ac:chgData name="sooraj B" userId="5e62bb8d05674c4c" providerId="LiveId" clId="{59830DA9-A25B-47ED-B477-2065328EA87D}" dt="2025-09-02T11:47:46.386" v="825" actId="478"/>
          <ac:picMkLst>
            <pc:docMk/>
            <pc:sldMk cId="1917115169" sldId="4446"/>
            <ac:picMk id="7" creationId="{6149DD00-6351-FFFB-036B-970275B7B7BB}"/>
          </ac:picMkLst>
        </pc:picChg>
        <pc:picChg chg="del">
          <ac:chgData name="sooraj B" userId="5e62bb8d05674c4c" providerId="LiveId" clId="{59830DA9-A25B-47ED-B477-2065328EA87D}" dt="2025-09-02T11:42:27.546" v="820" actId="478"/>
          <ac:picMkLst>
            <pc:docMk/>
            <pc:sldMk cId="1917115169" sldId="4446"/>
            <ac:picMk id="10" creationId="{51E95E62-BB34-CAFE-EE90-77F008D40B86}"/>
          </ac:picMkLst>
        </pc:picChg>
        <pc:picChg chg="add mod">
          <ac:chgData name="sooraj B" userId="5e62bb8d05674c4c" providerId="LiveId" clId="{59830DA9-A25B-47ED-B477-2065328EA87D}" dt="2025-09-02T11:48:14.170" v="830" actId="14100"/>
          <ac:picMkLst>
            <pc:docMk/>
            <pc:sldMk cId="1917115169" sldId="4446"/>
            <ac:picMk id="11" creationId="{3FF3F3C9-F439-6B9D-B28B-CCB3B33C0206}"/>
          </ac:picMkLst>
        </pc:picChg>
      </pc:sldChg>
      <pc:sldChg chg="addSp delSp modSp add mod">
        <pc:chgData name="sooraj B" userId="5e62bb8d05674c4c" providerId="LiveId" clId="{59830DA9-A25B-47ED-B477-2065328EA87D}" dt="2025-09-02T15:08:29.696" v="1876" actId="1076"/>
        <pc:sldMkLst>
          <pc:docMk/>
          <pc:sldMk cId="3718250769" sldId="4447"/>
        </pc:sldMkLst>
        <pc:spChg chg="add mod">
          <ac:chgData name="sooraj B" userId="5e62bb8d05674c4c" providerId="LiveId" clId="{59830DA9-A25B-47ED-B477-2065328EA87D}" dt="2025-09-02T15:08:14.403" v="1875" actId="20577"/>
          <ac:spMkLst>
            <pc:docMk/>
            <pc:sldMk cId="3718250769" sldId="4447"/>
            <ac:spMk id="7" creationId="{A69DE232-09BF-5CFF-1C6E-D24ACE66FC55}"/>
          </ac:spMkLst>
        </pc:spChg>
        <pc:spChg chg="mod">
          <ac:chgData name="sooraj B" userId="5e62bb8d05674c4c" providerId="LiveId" clId="{59830DA9-A25B-47ED-B477-2065328EA87D}" dt="2025-09-02T13:06:56.140" v="984" actId="2711"/>
          <ac:spMkLst>
            <pc:docMk/>
            <pc:sldMk cId="3718250769" sldId="4447"/>
            <ac:spMk id="8" creationId="{E574CBC8-81EF-8593-74CC-BD4464D9041A}"/>
          </ac:spMkLst>
        </pc:spChg>
        <pc:spChg chg="add mod">
          <ac:chgData name="sooraj B" userId="5e62bb8d05674c4c" providerId="LiveId" clId="{59830DA9-A25B-47ED-B477-2065328EA87D}" dt="2025-09-02T15:07:53.762" v="1853" actId="20577"/>
          <ac:spMkLst>
            <pc:docMk/>
            <pc:sldMk cId="3718250769" sldId="4447"/>
            <ac:spMk id="9" creationId="{E73E82B9-1EAE-2308-0196-E2D67316225F}"/>
          </ac:spMkLst>
        </pc:spChg>
        <pc:spChg chg="add mod">
          <ac:chgData name="sooraj B" userId="5e62bb8d05674c4c" providerId="LiveId" clId="{59830DA9-A25B-47ED-B477-2065328EA87D}" dt="2025-09-02T15:04:59.782" v="1814" actId="14100"/>
          <ac:spMkLst>
            <pc:docMk/>
            <pc:sldMk cId="3718250769" sldId="4447"/>
            <ac:spMk id="10" creationId="{ADF7CBE5-EBB7-47CC-1F95-F6629513D938}"/>
          </ac:spMkLst>
        </pc:spChg>
        <pc:spChg chg="add mod">
          <ac:chgData name="sooraj B" userId="5e62bb8d05674c4c" providerId="LiveId" clId="{59830DA9-A25B-47ED-B477-2065328EA87D}" dt="2025-09-02T15:08:29.696" v="1876" actId="1076"/>
          <ac:spMkLst>
            <pc:docMk/>
            <pc:sldMk cId="3718250769" sldId="4447"/>
            <ac:spMk id="12" creationId="{7B473582-7B0C-3B15-0321-FD780898092A}"/>
          </ac:spMkLst>
        </pc:spChg>
        <pc:picChg chg="add mod">
          <ac:chgData name="sooraj B" userId="5e62bb8d05674c4c" providerId="LiveId" clId="{59830DA9-A25B-47ED-B477-2065328EA87D}" dt="2025-09-02T11:58:14.267" v="847" actId="14100"/>
          <ac:picMkLst>
            <pc:docMk/>
            <pc:sldMk cId="3718250769" sldId="4447"/>
            <ac:picMk id="5" creationId="{6344D78E-B349-F8CB-3A27-D27C48B43D03}"/>
          </ac:picMkLst>
        </pc:picChg>
        <pc:picChg chg="del">
          <ac:chgData name="sooraj B" userId="5e62bb8d05674c4c" providerId="LiveId" clId="{59830DA9-A25B-47ED-B477-2065328EA87D}" dt="2025-09-02T11:49:34.905" v="835" actId="478"/>
          <ac:picMkLst>
            <pc:docMk/>
            <pc:sldMk cId="3718250769" sldId="4447"/>
            <ac:picMk id="11" creationId="{CFF45DEE-8AF4-4D1C-92FB-824F5DB850AF}"/>
          </ac:picMkLst>
        </pc:picChg>
      </pc:sldChg>
      <pc:sldChg chg="addSp delSp modSp add mod">
        <pc:chgData name="sooraj B" userId="5e62bb8d05674c4c" providerId="LiveId" clId="{59830DA9-A25B-47ED-B477-2065328EA87D}" dt="2025-09-02T15:10:05.118" v="1957" actId="5793"/>
        <pc:sldMkLst>
          <pc:docMk/>
          <pc:sldMk cId="2177839888" sldId="4448"/>
        </pc:sldMkLst>
        <pc:spChg chg="mod">
          <ac:chgData name="sooraj B" userId="5e62bb8d05674c4c" providerId="LiveId" clId="{59830DA9-A25B-47ED-B477-2065328EA87D}" dt="2025-09-02T13:06:45.913" v="983" actId="2711"/>
          <ac:spMkLst>
            <pc:docMk/>
            <pc:sldMk cId="2177839888" sldId="4448"/>
            <ac:spMk id="8" creationId="{9583588E-78B2-4C98-A94B-EEBA9E075D8C}"/>
          </ac:spMkLst>
        </pc:spChg>
        <pc:spChg chg="add mod">
          <ac:chgData name="sooraj B" userId="5e62bb8d05674c4c" providerId="LiveId" clId="{59830DA9-A25B-47ED-B477-2065328EA87D}" dt="2025-09-02T15:10:05.118" v="1957" actId="5793"/>
          <ac:spMkLst>
            <pc:docMk/>
            <pc:sldMk cId="2177839888" sldId="4448"/>
            <ac:spMk id="10" creationId="{80F21A20-2C0B-BE1D-A34E-DF9615C2A30F}"/>
          </ac:spMkLst>
        </pc:spChg>
        <pc:spChg chg="add mod">
          <ac:chgData name="sooraj B" userId="5e62bb8d05674c4c" providerId="LiveId" clId="{59830DA9-A25B-47ED-B477-2065328EA87D}" dt="2025-09-02T15:09:04.335" v="1888" actId="20577"/>
          <ac:spMkLst>
            <pc:docMk/>
            <pc:sldMk cId="2177839888" sldId="4448"/>
            <ac:spMk id="11" creationId="{BC697257-C0BA-7530-0CA3-776D9578CEEC}"/>
          </ac:spMkLst>
        </pc:spChg>
        <pc:spChg chg="add mod">
          <ac:chgData name="sooraj B" userId="5e62bb8d05674c4c" providerId="LiveId" clId="{59830DA9-A25B-47ED-B477-2065328EA87D}" dt="2025-09-02T14:58:32.610" v="1772" actId="14100"/>
          <ac:spMkLst>
            <pc:docMk/>
            <pc:sldMk cId="2177839888" sldId="4448"/>
            <ac:spMk id="12" creationId="{35975900-0C95-997E-2D36-30A3AF16CEB9}"/>
          </ac:spMkLst>
        </pc:spChg>
        <pc:picChg chg="del">
          <ac:chgData name="sooraj B" userId="5e62bb8d05674c4c" providerId="LiveId" clId="{59830DA9-A25B-47ED-B477-2065328EA87D}" dt="2025-09-02T12:00:44.836" v="852" actId="478"/>
          <ac:picMkLst>
            <pc:docMk/>
            <pc:sldMk cId="2177839888" sldId="4448"/>
            <ac:picMk id="5" creationId="{08EC9077-3AE2-56CC-DC88-C18A0E0EEFEC}"/>
          </ac:picMkLst>
        </pc:picChg>
        <pc:picChg chg="add mod">
          <ac:chgData name="sooraj B" userId="5e62bb8d05674c4c" providerId="LiveId" clId="{59830DA9-A25B-47ED-B477-2065328EA87D}" dt="2025-09-02T12:04:36.458" v="875" actId="14100"/>
          <ac:picMkLst>
            <pc:docMk/>
            <pc:sldMk cId="2177839888" sldId="4448"/>
            <ac:picMk id="7" creationId="{9859F62F-D51B-2FBF-2197-58A0228F9D79}"/>
          </ac:picMkLst>
        </pc:picChg>
        <pc:picChg chg="add mod">
          <ac:chgData name="sooraj B" userId="5e62bb8d05674c4c" providerId="LiveId" clId="{59830DA9-A25B-47ED-B477-2065328EA87D}" dt="2025-09-02T12:05:04.366" v="880" actId="14100"/>
          <ac:picMkLst>
            <pc:docMk/>
            <pc:sldMk cId="2177839888" sldId="4448"/>
            <ac:picMk id="9" creationId="{85839FDF-7C6E-8A48-1436-C9A971005DE2}"/>
          </ac:picMkLst>
        </pc:picChg>
      </pc:sldChg>
      <pc:sldChg chg="addSp delSp modSp add mod">
        <pc:chgData name="sooraj B" userId="5e62bb8d05674c4c" providerId="LiveId" clId="{59830DA9-A25B-47ED-B477-2065328EA87D}" dt="2025-09-02T15:38:58.474" v="2050" actId="20577"/>
        <pc:sldMkLst>
          <pc:docMk/>
          <pc:sldMk cId="1553546417" sldId="4449"/>
        </pc:sldMkLst>
        <pc:spChg chg="mod">
          <ac:chgData name="sooraj B" userId="5e62bb8d05674c4c" providerId="LiveId" clId="{59830DA9-A25B-47ED-B477-2065328EA87D}" dt="2025-09-02T13:06:31.749" v="982" actId="2711"/>
          <ac:spMkLst>
            <pc:docMk/>
            <pc:sldMk cId="1553546417" sldId="4449"/>
            <ac:spMk id="8" creationId="{8AF0170A-4C42-4350-3FAD-BB26FE658804}"/>
          </ac:spMkLst>
        </pc:spChg>
        <pc:spChg chg="add del mod">
          <ac:chgData name="sooraj B" userId="5e62bb8d05674c4c" providerId="LiveId" clId="{59830DA9-A25B-47ED-B477-2065328EA87D}" dt="2025-09-02T15:36:56.526" v="2008" actId="478"/>
          <ac:spMkLst>
            <pc:docMk/>
            <pc:sldMk cId="1553546417" sldId="4449"/>
            <ac:spMk id="9" creationId="{24DB4170-F672-0DC5-881E-22F3687D9DA3}"/>
          </ac:spMkLst>
        </pc:spChg>
        <pc:spChg chg="add mod">
          <ac:chgData name="sooraj B" userId="5e62bb8d05674c4c" providerId="LiveId" clId="{59830DA9-A25B-47ED-B477-2065328EA87D}" dt="2025-09-02T15:11:36.701" v="1985" actId="20577"/>
          <ac:spMkLst>
            <pc:docMk/>
            <pc:sldMk cId="1553546417" sldId="4449"/>
            <ac:spMk id="10" creationId="{6ED7B610-3FA9-5BE4-0161-0C07EC1CFC7A}"/>
          </ac:spMkLst>
        </pc:spChg>
        <pc:spChg chg="add del mod">
          <ac:chgData name="sooraj B" userId="5e62bb8d05674c4c" providerId="LiveId" clId="{59830DA9-A25B-47ED-B477-2065328EA87D}" dt="2025-09-02T15:36:46.352" v="2006" actId="478"/>
          <ac:spMkLst>
            <pc:docMk/>
            <pc:sldMk cId="1553546417" sldId="4449"/>
            <ac:spMk id="11" creationId="{6FDAB1A4-BC06-FCE4-D759-3960D1532D73}"/>
          </ac:spMkLst>
        </pc:spChg>
        <pc:spChg chg="add mod">
          <ac:chgData name="sooraj B" userId="5e62bb8d05674c4c" providerId="LiveId" clId="{59830DA9-A25B-47ED-B477-2065328EA87D}" dt="2025-09-02T15:12:33.647" v="1991" actId="14100"/>
          <ac:spMkLst>
            <pc:docMk/>
            <pc:sldMk cId="1553546417" sldId="4449"/>
            <ac:spMk id="12" creationId="{47254044-9269-EEE9-E700-8308C8E6B1CA}"/>
          </ac:spMkLst>
        </pc:spChg>
        <pc:spChg chg="add mod">
          <ac:chgData name="sooraj B" userId="5e62bb8d05674c4c" providerId="LiveId" clId="{59830DA9-A25B-47ED-B477-2065328EA87D}" dt="2025-09-02T15:38:58.474" v="2050" actId="20577"/>
          <ac:spMkLst>
            <pc:docMk/>
            <pc:sldMk cId="1553546417" sldId="4449"/>
            <ac:spMk id="15" creationId="{AC9D5A31-213F-EE10-B6AF-6AC142BBBB9B}"/>
          </ac:spMkLst>
        </pc:spChg>
        <pc:spChg chg="add mod">
          <ac:chgData name="sooraj B" userId="5e62bb8d05674c4c" providerId="LiveId" clId="{59830DA9-A25B-47ED-B477-2065328EA87D}" dt="2025-09-02T15:37:52.436" v="2013" actId="14100"/>
          <ac:spMkLst>
            <pc:docMk/>
            <pc:sldMk cId="1553546417" sldId="4449"/>
            <ac:spMk id="16" creationId="{47856D6D-0EEF-F288-2987-4ED7235E78B2}"/>
          </ac:spMkLst>
        </pc:spChg>
        <pc:spChg chg="add">
          <ac:chgData name="sooraj B" userId="5e62bb8d05674c4c" providerId="LiveId" clId="{59830DA9-A25B-47ED-B477-2065328EA87D}" dt="2025-09-02T15:38:13.539" v="2014" actId="11529"/>
          <ac:spMkLst>
            <pc:docMk/>
            <pc:sldMk cId="1553546417" sldId="4449"/>
            <ac:spMk id="17" creationId="{1BA46AA8-FDE6-5B6D-D85F-4B75C5D69A38}"/>
          </ac:spMkLst>
        </pc:spChg>
        <pc:picChg chg="add mod">
          <ac:chgData name="sooraj B" userId="5e62bb8d05674c4c" providerId="LiveId" clId="{59830DA9-A25B-47ED-B477-2065328EA87D}" dt="2025-09-02T15:34:40.325" v="1995" actId="1076"/>
          <ac:picMkLst>
            <pc:docMk/>
            <pc:sldMk cId="1553546417" sldId="4449"/>
            <ac:picMk id="5" creationId="{234299CF-0540-3E83-C451-366E4FEF0600}"/>
          </ac:picMkLst>
        </pc:picChg>
        <pc:picChg chg="del">
          <ac:chgData name="sooraj B" userId="5e62bb8d05674c4c" providerId="LiveId" clId="{59830DA9-A25B-47ED-B477-2065328EA87D}" dt="2025-09-02T12:02:55.628" v="869" actId="478"/>
          <ac:picMkLst>
            <pc:docMk/>
            <pc:sldMk cId="1553546417" sldId="4449"/>
            <ac:picMk id="7" creationId="{B115B0EF-ABD2-5BCF-6669-99C955EE945B}"/>
          </ac:picMkLst>
        </pc:picChg>
        <pc:picChg chg="add mod">
          <ac:chgData name="sooraj B" userId="5e62bb8d05674c4c" providerId="LiveId" clId="{59830DA9-A25B-47ED-B477-2065328EA87D}" dt="2025-09-02T15:35:36.567" v="2001" actId="14100"/>
          <ac:picMkLst>
            <pc:docMk/>
            <pc:sldMk cId="1553546417" sldId="4449"/>
            <ac:picMk id="14" creationId="{667E998F-3FC0-D7F0-849D-179A70C291D4}"/>
          </ac:picMkLst>
        </pc:picChg>
      </pc:sldChg>
      <pc:sldChg chg="delSp modSp add mod">
        <pc:chgData name="sooraj B" userId="5e62bb8d05674c4c" providerId="LiveId" clId="{59830DA9-A25B-47ED-B477-2065328EA87D}" dt="2025-09-02T16:00:42.933" v="2082" actId="20577"/>
        <pc:sldMkLst>
          <pc:docMk/>
          <pc:sldMk cId="3165742721" sldId="4450"/>
        </pc:sldMkLst>
        <pc:spChg chg="mod">
          <ac:chgData name="sooraj B" userId="5e62bb8d05674c4c" providerId="LiveId" clId="{59830DA9-A25B-47ED-B477-2065328EA87D}" dt="2025-09-02T16:00:42.933" v="2082" actId="20577"/>
          <ac:spMkLst>
            <pc:docMk/>
            <pc:sldMk cId="3165742721" sldId="4450"/>
            <ac:spMk id="8" creationId="{F63E4CC6-D38D-E5DA-07FC-748B3B14EB13}"/>
          </ac:spMkLst>
        </pc:spChg>
        <pc:picChg chg="del">
          <ac:chgData name="sooraj B" userId="5e62bb8d05674c4c" providerId="LiveId" clId="{59830DA9-A25B-47ED-B477-2065328EA87D}" dt="2025-09-02T12:27:28.682" v="888" actId="478"/>
          <ac:picMkLst>
            <pc:docMk/>
            <pc:sldMk cId="3165742721" sldId="4450"/>
            <ac:picMk id="5" creationId="{AB45D632-D8A0-6F42-0383-FEDAC7D5631D}"/>
          </ac:picMkLst>
        </pc:picChg>
      </pc:sldChg>
      <pc:sldChg chg="addSp modSp add mod">
        <pc:chgData name="sooraj B" userId="5e62bb8d05674c4c" providerId="LiveId" clId="{59830DA9-A25B-47ED-B477-2065328EA87D}" dt="2025-09-02T13:05:54.729" v="981" actId="2711"/>
        <pc:sldMkLst>
          <pc:docMk/>
          <pc:sldMk cId="840560973" sldId="4451"/>
        </pc:sldMkLst>
        <pc:spChg chg="mod">
          <ac:chgData name="sooraj B" userId="5e62bb8d05674c4c" providerId="LiveId" clId="{59830DA9-A25B-47ED-B477-2065328EA87D}" dt="2025-09-02T13:05:54.729" v="981" actId="2711"/>
          <ac:spMkLst>
            <pc:docMk/>
            <pc:sldMk cId="840560973" sldId="4451"/>
            <ac:spMk id="3" creationId="{7156EA2B-8DB4-A2CC-690F-56D1C32B0E5E}"/>
          </ac:spMkLst>
        </pc:spChg>
        <pc:spChg chg="add mod">
          <ac:chgData name="sooraj B" userId="5e62bb8d05674c4c" providerId="LiveId" clId="{59830DA9-A25B-47ED-B477-2065328EA87D}" dt="2025-09-02T13:05:54.729" v="981" actId="2711"/>
          <ac:spMkLst>
            <pc:docMk/>
            <pc:sldMk cId="840560973" sldId="4451"/>
            <ac:spMk id="5" creationId="{F5DC48DF-A3FA-88EB-D077-90A3CCA7D7CA}"/>
          </ac:spMkLst>
        </pc:spChg>
        <pc:spChg chg="mod">
          <ac:chgData name="sooraj B" userId="5e62bb8d05674c4c" providerId="LiveId" clId="{59830DA9-A25B-47ED-B477-2065328EA87D}" dt="2025-09-02T13:05:54.729" v="981" actId="2711"/>
          <ac:spMkLst>
            <pc:docMk/>
            <pc:sldMk cId="840560973" sldId="4451"/>
            <ac:spMk id="6" creationId="{1E31BF04-CEFE-6620-BA00-77121BEADD44}"/>
          </ac:spMkLst>
        </pc:spChg>
        <pc:spChg chg="mod">
          <ac:chgData name="sooraj B" userId="5e62bb8d05674c4c" providerId="LiveId" clId="{59830DA9-A25B-47ED-B477-2065328EA87D}" dt="2025-09-02T13:05:54.729" v="981" actId="2711"/>
          <ac:spMkLst>
            <pc:docMk/>
            <pc:sldMk cId="840560973" sldId="4451"/>
            <ac:spMk id="8" creationId="{E27B320A-601B-0E22-8CDE-2A633F5218FF}"/>
          </ac:spMkLst>
        </pc:spChg>
        <pc:spChg chg="add mod">
          <ac:chgData name="sooraj B" userId="5e62bb8d05674c4c" providerId="LiveId" clId="{59830DA9-A25B-47ED-B477-2065328EA87D}" dt="2025-09-02T13:05:54.729" v="981" actId="2711"/>
          <ac:spMkLst>
            <pc:docMk/>
            <pc:sldMk cId="840560973" sldId="4451"/>
            <ac:spMk id="9" creationId="{AFC542D8-B42E-E9C3-4F0A-DE43791AD14A}"/>
          </ac:spMkLst>
        </pc:spChg>
      </pc:sldChg>
      <pc:sldChg chg="delSp modSp add mod ord">
        <pc:chgData name="sooraj B" userId="5e62bb8d05674c4c" providerId="LiveId" clId="{59830DA9-A25B-47ED-B477-2065328EA87D}" dt="2025-09-02T13:17:40.294" v="1027" actId="2711"/>
        <pc:sldMkLst>
          <pc:docMk/>
          <pc:sldMk cId="1388601005" sldId="4452"/>
        </pc:sldMkLst>
        <pc:spChg chg="del mod">
          <ac:chgData name="sooraj B" userId="5e62bb8d05674c4c" providerId="LiveId" clId="{59830DA9-A25B-47ED-B477-2065328EA87D}" dt="2025-09-02T12:36:30.124" v="935" actId="478"/>
          <ac:spMkLst>
            <pc:docMk/>
            <pc:sldMk cId="1388601005" sldId="4452"/>
            <ac:spMk id="2" creationId="{768C0399-C226-5073-EF6D-53AFAE9C2887}"/>
          </ac:spMkLst>
        </pc:spChg>
        <pc:spChg chg="del">
          <ac:chgData name="sooraj B" userId="5e62bb8d05674c4c" providerId="LiveId" clId="{59830DA9-A25B-47ED-B477-2065328EA87D}" dt="2025-09-02T12:36:35.494" v="936" actId="478"/>
          <ac:spMkLst>
            <pc:docMk/>
            <pc:sldMk cId="1388601005" sldId="4452"/>
            <ac:spMk id="3" creationId="{600AAC61-CE8F-2F6B-9B01-917018F8A154}"/>
          </ac:spMkLst>
        </pc:spChg>
        <pc:spChg chg="mod">
          <ac:chgData name="sooraj B" userId="5e62bb8d05674c4c" providerId="LiveId" clId="{59830DA9-A25B-47ED-B477-2065328EA87D}" dt="2025-09-02T13:17:21.156" v="1026" actId="2711"/>
          <ac:spMkLst>
            <pc:docMk/>
            <pc:sldMk cId="1388601005" sldId="4452"/>
            <ac:spMk id="6" creationId="{F396E56E-882F-923A-6A2B-B35EEDD80F3D}"/>
          </ac:spMkLst>
        </pc:spChg>
        <pc:spChg chg="del">
          <ac:chgData name="sooraj B" userId="5e62bb8d05674c4c" providerId="LiveId" clId="{59830DA9-A25B-47ED-B477-2065328EA87D}" dt="2025-09-02T12:36:39.793" v="937" actId="478"/>
          <ac:spMkLst>
            <pc:docMk/>
            <pc:sldMk cId="1388601005" sldId="4452"/>
            <ac:spMk id="7" creationId="{0669C0E9-A5C7-317A-504A-1A60BD31FB75}"/>
          </ac:spMkLst>
        </pc:spChg>
        <pc:spChg chg="mod">
          <ac:chgData name="sooraj B" userId="5e62bb8d05674c4c" providerId="LiveId" clId="{59830DA9-A25B-47ED-B477-2065328EA87D}" dt="2025-09-02T13:17:40.294" v="1027" actId="2711"/>
          <ac:spMkLst>
            <pc:docMk/>
            <pc:sldMk cId="1388601005" sldId="4452"/>
            <ac:spMk id="8" creationId="{9E62EC3A-D187-84FE-FA99-3F170BF7F7ED}"/>
          </ac:spMkLst>
        </pc:spChg>
      </pc:sldChg>
      <pc:sldChg chg="add del">
        <pc:chgData name="sooraj B" userId="5e62bb8d05674c4c" providerId="LiveId" clId="{59830DA9-A25B-47ED-B477-2065328EA87D}" dt="2025-09-02T15:33:58.226" v="1993" actId="47"/>
        <pc:sldMkLst>
          <pc:docMk/>
          <pc:sldMk cId="1455933052" sldId="44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9/1/2025</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advancedinstaller.com/user-guide/"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learn.microsoft.com/en-us/windows/win32/msi/launch-conditions"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Times New Roman" panose="02020603050405020304" pitchFamily="18" charset="0"/>
                <a:ea typeface="Calibri" panose="020F0502020204030204" pitchFamily="34" charset="0"/>
                <a:cs typeface="Times New Roman" panose="02020603050405020304" pitchFamily="18" charset="0"/>
              </a:rPr>
              <a:t>WIPRO NGA Program –  DWS</a:t>
            </a:r>
          </a:p>
        </p:txBody>
      </p:sp>
      <p:sp>
        <p:nvSpPr>
          <p:cNvPr id="7" name="TextBox 7"/>
          <p:cNvSpPr txBox="1"/>
          <p:nvPr/>
        </p:nvSpPr>
        <p:spPr>
          <a:xfrm>
            <a:off x="366227" y="327523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Times New Roman" panose="02020603050405020304" pitchFamily="18" charset="0"/>
                <a:cs typeface="Times New Roman" panose="02020603050405020304" pitchFamily="18" charset="0"/>
              </a:rPr>
              <a:t>Capstone Project Presentation – 4</a:t>
            </a:r>
            <a:r>
              <a:rPr lang="en-US" sz="2400" baseline="30000" dirty="0">
                <a:solidFill>
                  <a:srgbClr val="FFFFFF"/>
                </a:solidFill>
                <a:latin typeface="Times New Roman" panose="02020603050405020304" pitchFamily="18" charset="0"/>
                <a:cs typeface="Times New Roman" panose="02020603050405020304" pitchFamily="18" charset="0"/>
              </a:rPr>
              <a:t>rd</a:t>
            </a:r>
            <a:r>
              <a:rPr lang="en-US" sz="2400" dirty="0">
                <a:solidFill>
                  <a:srgbClr val="FFFFFF"/>
                </a:solidFill>
                <a:latin typeface="Times New Roman" panose="02020603050405020304" pitchFamily="18" charset="0"/>
                <a:cs typeface="Times New Roman" panose="02020603050405020304" pitchFamily="18" charset="0"/>
              </a:rPr>
              <a:t> September  2025</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Times New Roman" panose="02020603050405020304" pitchFamily="18" charset="0"/>
                <a:cs typeface="Times New Roman" panose="02020603050405020304" pitchFamily="18" charset="0"/>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857094"/>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Times New Roman" panose="02020603050405020304" pitchFamily="18" charset="0"/>
                <a:cs typeface="Times New Roman" panose="02020603050405020304" pitchFamily="18" charset="0"/>
              </a:rPr>
              <a:t>Presented by : </a:t>
            </a:r>
          </a:p>
          <a:p>
            <a:pPr algn="just">
              <a:lnSpc>
                <a:spcPts val="2239"/>
              </a:lnSpc>
              <a:spcBef>
                <a:spcPct val="0"/>
              </a:spcBef>
            </a:pPr>
            <a:r>
              <a:rPr lang="en-US" sz="2400" dirty="0">
                <a:solidFill>
                  <a:srgbClr val="FFFFFF"/>
                </a:solidFill>
                <a:latin typeface="Times New Roman" panose="02020603050405020304" pitchFamily="18" charset="0"/>
                <a:cs typeface="Times New Roman" panose="02020603050405020304" pitchFamily="18" charset="0"/>
              </a:rPr>
              <a:t>34753-Sooraj B </a:t>
            </a:r>
          </a:p>
          <a:p>
            <a:pPr algn="just">
              <a:lnSpc>
                <a:spcPts val="2239"/>
              </a:lnSpc>
              <a:spcBef>
                <a:spcPct val="0"/>
              </a:spcBef>
            </a:pPr>
            <a:r>
              <a:rPr lang="en-US" sz="2400" dirty="0">
                <a:solidFill>
                  <a:srgbClr val="FFFFFF"/>
                </a:solidFill>
                <a:latin typeface="Times New Roman" panose="02020603050405020304" pitchFamily="18" charset="0"/>
                <a:cs typeface="Times New Roman" panose="02020603050405020304" pitchFamily="18" charset="0"/>
              </a:rPr>
              <a:t>34869-Musaif Attar  </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574966"/>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Times New Roman" panose="02020603050405020304" pitchFamily="18" charset="0"/>
                <a:cs typeface="Times New Roman" panose="02020603050405020304" pitchFamily="18" charset="0"/>
              </a:rPr>
              <a:t>Title : - Add a Launch Condition Restrict installation to certain OS versions or hardware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9" name="TextBox 8">
            <a:extLst>
              <a:ext uri="{FF2B5EF4-FFF2-40B4-BE49-F238E27FC236}">
                <a16:creationId xmlns:a16="http://schemas.microsoft.com/office/drawing/2014/main" id="{511BBE00-5110-2D24-6FB0-23E96473ABA7}"/>
              </a:ext>
            </a:extLst>
          </p:cNvPr>
          <p:cNvSpPr txBox="1"/>
          <p:nvPr/>
        </p:nvSpPr>
        <p:spPr>
          <a:xfrm>
            <a:off x="1425844" y="2638105"/>
            <a:ext cx="6710766" cy="1733808"/>
          </a:xfrm>
          <a:prstGeom prst="rect">
            <a:avLst/>
          </a:prstGeom>
          <a:noFill/>
        </p:spPr>
        <p:txBody>
          <a:bodyPr wrap="square">
            <a:spAutoFit/>
          </a:bodyPr>
          <a:lstStyle/>
          <a:p>
            <a:pPr algn="l">
              <a:lnSpc>
                <a:spcPts val="6375"/>
              </a:lnSpc>
              <a:buNone/>
            </a:pPr>
            <a:r>
              <a:rPr lang="en-US" sz="6600" b="1" i="0" cap="all" dirty="0">
                <a:solidFill>
                  <a:srgbClr val="0186CB"/>
                </a:solidFill>
                <a:effectLst/>
                <a:latin typeface="Times New Roman" panose="02020603050405020304" pitchFamily="18" charset="0"/>
                <a:cs typeface="Times New Roman" panose="02020603050405020304" pitchFamily="18" charset="0"/>
              </a:rPr>
              <a:t>Application</a:t>
            </a:r>
            <a:endParaRPr lang="en-US" sz="6600" b="0" i="0" cap="all" dirty="0">
              <a:solidFill>
                <a:srgbClr val="0186CB"/>
              </a:solidFill>
              <a:effectLst/>
              <a:latin typeface="Times New Roman" panose="02020603050405020304" pitchFamily="18" charset="0"/>
              <a:cs typeface="Times New Roman" panose="02020603050405020304" pitchFamily="18" charset="0"/>
            </a:endParaRPr>
          </a:p>
          <a:p>
            <a:pPr algn="l">
              <a:lnSpc>
                <a:spcPts val="6375"/>
              </a:lnSpc>
              <a:buNone/>
            </a:pPr>
            <a:r>
              <a:rPr lang="en-US" sz="6600" b="1" i="0" cap="all" dirty="0">
                <a:solidFill>
                  <a:srgbClr val="0186CB"/>
                </a:solidFill>
                <a:effectLst/>
                <a:latin typeface="Times New Roman" panose="02020603050405020304" pitchFamily="18" charset="0"/>
                <a:cs typeface="Times New Roman" panose="02020603050405020304" pitchFamily="18" charset="0"/>
              </a:rPr>
              <a:t>Repackaging</a:t>
            </a:r>
            <a:endParaRPr lang="en-US" sz="6600" b="0" i="0" cap="all" dirty="0">
              <a:solidFill>
                <a:srgbClr val="0186CB"/>
              </a:solidFill>
              <a:effectLst/>
              <a:latin typeface="Times New Roman" panose="02020603050405020304" pitchFamily="18" charset="0"/>
              <a:cs typeface="Times New Roman" panose="02020603050405020304" pitchFamily="18" charset="0"/>
            </a:endParaRPr>
          </a:p>
        </p:txBody>
      </p:sp>
      <p:sp>
        <p:nvSpPr>
          <p:cNvPr id="12" name="Rectangle 8">
            <a:extLst>
              <a:ext uri="{FF2B5EF4-FFF2-40B4-BE49-F238E27FC236}">
                <a16:creationId xmlns:a16="http://schemas.microsoft.com/office/drawing/2014/main" id="{769C61F0-8B57-121E-0F7F-95422FE88027}"/>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33" name="Picture 9">
            <a:extLst>
              <a:ext uri="{FF2B5EF4-FFF2-40B4-BE49-F238E27FC236}">
                <a16:creationId xmlns:a16="http://schemas.microsoft.com/office/drawing/2014/main" id="{06112B93-655E-B3D8-8214-307C4F6E6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4136" y="1844774"/>
            <a:ext cx="3557007" cy="3338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28139-5C77-4D46-4E5C-6958DA3FB3B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8AD61EDC-A7EA-1FC6-9C41-CA945048C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F40C3E4-06B7-39C7-4C9B-06E2C23A34A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79EE40FE-68F3-93AB-7A84-D5784D084C89}"/>
              </a:ext>
            </a:extLst>
          </p:cNvPr>
          <p:cNvSpPr>
            <a:spLocks noGrp="1"/>
          </p:cNvSpPr>
          <p:nvPr>
            <p:ph type="sldNum" sz="quarter" idx="12"/>
          </p:nvPr>
        </p:nvSpPr>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12" name="Rectangle 8">
            <a:extLst>
              <a:ext uri="{FF2B5EF4-FFF2-40B4-BE49-F238E27FC236}">
                <a16:creationId xmlns:a16="http://schemas.microsoft.com/office/drawing/2014/main" id="{D8CB67F1-7479-AE88-C7CA-8BA6909FF987}"/>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53750182-C56B-3906-6E8A-AFE5A0453291}"/>
              </a:ext>
            </a:extLst>
          </p:cNvPr>
          <p:cNvSpPr txBox="1"/>
          <p:nvPr/>
        </p:nvSpPr>
        <p:spPr>
          <a:xfrm>
            <a:off x="247973" y="682112"/>
            <a:ext cx="11763213" cy="3477875"/>
          </a:xfrm>
          <a:prstGeom prst="rect">
            <a:avLst/>
          </a:prstGeom>
          <a:noFill/>
        </p:spPr>
        <p:txBody>
          <a:bodyPr wrap="square">
            <a:spAutoFit/>
          </a:bodyPr>
          <a:lstStyle/>
          <a:p>
            <a:r>
              <a:rPr lang="en-US" sz="4000" b="1" i="0" cap="all" dirty="0">
                <a:solidFill>
                  <a:srgbClr val="0186CB"/>
                </a:solidFill>
                <a:effectLst/>
                <a:latin typeface="Times New Roman" panose="02020603050405020304" pitchFamily="18" charset="0"/>
                <a:cs typeface="Times New Roman" panose="02020603050405020304" pitchFamily="18" charset="0"/>
              </a:rPr>
              <a:t>INTRODUCTION :-</a:t>
            </a:r>
          </a:p>
          <a:p>
            <a:endParaRPr lang="en-US" sz="4000" b="1" cap="all" dirty="0">
              <a:solidFill>
                <a:srgbClr val="0186CB"/>
              </a:solidFill>
              <a:latin typeface="Times New Roman" panose="02020603050405020304" pitchFamily="18" charset="0"/>
              <a:cs typeface="Times New Roman" panose="02020603050405020304" pitchFamily="18" charset="0"/>
            </a:endParaRPr>
          </a:p>
          <a:p>
            <a:r>
              <a:rPr lang="en-US" sz="2800" dirty="0">
                <a:solidFill>
                  <a:schemeClr val="accent4">
                    <a:lumMod val="75000"/>
                  </a:schemeClr>
                </a:solidFill>
                <a:latin typeface="Times New Roman" panose="02020603050405020304" pitchFamily="18" charset="0"/>
                <a:cs typeface="Times New Roman" panose="02020603050405020304" pitchFamily="18" charset="0"/>
              </a:rPr>
              <a:t>This project demonstrates creating a restricted software installer that uses a </a:t>
            </a:r>
            <a:r>
              <a:rPr lang="en-US" sz="2800" b="1" dirty="0">
                <a:solidFill>
                  <a:schemeClr val="accent4">
                    <a:lumMod val="75000"/>
                  </a:schemeClr>
                </a:solidFill>
                <a:latin typeface="Times New Roman" panose="02020603050405020304" pitchFamily="18" charset="0"/>
                <a:cs typeface="Times New Roman" panose="02020603050405020304" pitchFamily="18" charset="0"/>
              </a:rPr>
              <a:t>launch condition</a:t>
            </a:r>
            <a:r>
              <a:rPr lang="en-US" sz="2800" dirty="0">
                <a:solidFill>
                  <a:schemeClr val="accent4">
                    <a:lumMod val="75000"/>
                  </a:schemeClr>
                </a:solidFill>
                <a:latin typeface="Times New Roman" panose="02020603050405020304" pitchFamily="18" charset="0"/>
                <a:cs typeface="Times New Roman" panose="02020603050405020304" pitchFamily="18" charset="0"/>
              </a:rPr>
              <a:t> to ensure an application is only installed on a specific OS. The two-step process, using an application re-packager and an installer tool, prevents compatibility issues and reduces support overhead. The final product is a reliable package that validates the system before installation.</a:t>
            </a:r>
            <a:endParaRPr lang="en-US" sz="2800" b="1" i="0" cap="all" dirty="0">
              <a:solidFill>
                <a:schemeClr val="accent4">
                  <a:lumMod val="7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4028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F689-045F-DB41-9313-2FC9EE0741E6}"/>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C5C562E-E063-209D-9546-461E31DFB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9BA88AE-B055-06D8-2F0B-5916BB78261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31AE2555-AD1C-A66B-B920-2076573F3C47}"/>
              </a:ext>
            </a:extLst>
          </p:cNvPr>
          <p:cNvSpPr>
            <a:spLocks noGrp="1"/>
          </p:cNvSpPr>
          <p:nvPr>
            <p:ph type="sldNum" sz="quarter" idx="12"/>
          </p:nvPr>
        </p:nvSpPr>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12" name="Rectangle 8">
            <a:extLst>
              <a:ext uri="{FF2B5EF4-FFF2-40B4-BE49-F238E27FC236}">
                <a16:creationId xmlns:a16="http://schemas.microsoft.com/office/drawing/2014/main" id="{6D586E44-0D9B-53A4-E192-0005AA92593D}"/>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2155B5A-69D5-7484-F733-DBFDB2DE2B62}"/>
              </a:ext>
            </a:extLst>
          </p:cNvPr>
          <p:cNvSpPr txBox="1"/>
          <p:nvPr/>
        </p:nvSpPr>
        <p:spPr>
          <a:xfrm>
            <a:off x="0" y="216884"/>
            <a:ext cx="11902556" cy="6770058"/>
          </a:xfrm>
          <a:prstGeom prst="rect">
            <a:avLst/>
          </a:prstGeom>
          <a:noFill/>
        </p:spPr>
        <p:txBody>
          <a:bodyPr wrap="square">
            <a:spAutoFit/>
          </a:bodyPr>
          <a:lstStyle/>
          <a:p>
            <a:pPr algn="l">
              <a:lnSpc>
                <a:spcPts val="4650"/>
              </a:lnSpc>
              <a:buNone/>
            </a:pPr>
            <a:r>
              <a:rPr lang="en-US" sz="4000" b="1" i="0" cap="all" dirty="0">
                <a:solidFill>
                  <a:srgbClr val="0186CB"/>
                </a:solidFill>
                <a:effectLst/>
                <a:latin typeface="Times New Roman" panose="02020603050405020304" pitchFamily="18" charset="0"/>
                <a:cs typeface="Times New Roman" panose="02020603050405020304" pitchFamily="18" charset="0"/>
              </a:rPr>
              <a:t>What is application</a:t>
            </a:r>
            <a:endParaRPr lang="en-US" sz="4000" b="0" i="0" cap="all" dirty="0">
              <a:solidFill>
                <a:srgbClr val="0186CB"/>
              </a:solidFill>
              <a:effectLst/>
              <a:latin typeface="Times New Roman" panose="02020603050405020304" pitchFamily="18" charset="0"/>
              <a:cs typeface="Times New Roman" panose="02020603050405020304" pitchFamily="18" charset="0"/>
            </a:endParaRPr>
          </a:p>
          <a:p>
            <a:pPr>
              <a:lnSpc>
                <a:spcPts val="4650"/>
              </a:lnSpc>
            </a:pPr>
            <a:r>
              <a:rPr lang="en-US" sz="4000" b="1" i="0" cap="all" dirty="0">
                <a:solidFill>
                  <a:srgbClr val="0186CB"/>
                </a:solidFill>
                <a:effectLst/>
                <a:latin typeface="Times New Roman" panose="02020603050405020304" pitchFamily="18" charset="0"/>
                <a:cs typeface="Times New Roman" panose="02020603050405020304" pitchFamily="18" charset="0"/>
              </a:rPr>
              <a:t>Repackaging:-</a:t>
            </a:r>
          </a:p>
          <a:p>
            <a:pPr>
              <a:lnSpc>
                <a:spcPts val="4650"/>
              </a:lnSpc>
            </a:pPr>
            <a:endParaRPr lang="en-US" sz="4000" b="1" cap="all" dirty="0">
              <a:solidFill>
                <a:srgbClr val="0186CB"/>
              </a:solidFill>
              <a:latin typeface="Times New Roman" panose="02020603050405020304" pitchFamily="18" charset="0"/>
              <a:cs typeface="Times New Roman" panose="02020603050405020304" pitchFamily="18" charset="0"/>
            </a:endParaRPr>
          </a:p>
          <a:p>
            <a:pPr>
              <a:lnSpc>
                <a:spcPts val="4650"/>
              </a:lnSpc>
            </a:pPr>
            <a:r>
              <a:rPr lang="en-US" sz="2800" dirty="0">
                <a:solidFill>
                  <a:schemeClr val="accent4">
                    <a:lumMod val="75000"/>
                  </a:schemeClr>
                </a:solidFill>
                <a:latin typeface="Times New Roman" panose="02020603050405020304" pitchFamily="18" charset="0"/>
                <a:cs typeface="Times New Roman" panose="02020603050405020304" pitchFamily="18" charset="0"/>
              </a:rPr>
              <a:t>Application repackaging converts an original software installer into a new, standardized package like an MSI.</a:t>
            </a:r>
          </a:p>
          <a:p>
            <a:pPr>
              <a:lnSpc>
                <a:spcPts val="4650"/>
              </a:lnSpc>
            </a:pP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pPr>
              <a:lnSpc>
                <a:spcPts val="4650"/>
              </a:lnSpc>
            </a:pPr>
            <a:r>
              <a:rPr lang="en-US" sz="2800" dirty="0">
                <a:solidFill>
                  <a:schemeClr val="accent4">
                    <a:lumMod val="75000"/>
                  </a:schemeClr>
                </a:solidFill>
                <a:latin typeface="Times New Roman" panose="02020603050405020304" pitchFamily="18" charset="0"/>
                <a:cs typeface="Times New Roman" panose="02020603050405020304" pitchFamily="18" charset="0"/>
              </a:rPr>
              <a:t> It works by capturing all system changes made during a clean installation. This new package is highly customizable, enabling silent installations and simplifying large-scale software deployment for administrators.</a:t>
            </a:r>
            <a:endParaRPr lang="en-US" sz="2800" b="1" i="0" cap="all" dirty="0">
              <a:solidFill>
                <a:schemeClr val="accent4">
                  <a:lumMod val="75000"/>
                </a:schemeClr>
              </a:solidFill>
              <a:effectLst/>
              <a:latin typeface="Times New Roman" panose="02020603050405020304" pitchFamily="18" charset="0"/>
              <a:cs typeface="Times New Roman" panose="02020603050405020304" pitchFamily="18" charset="0"/>
            </a:endParaRPr>
          </a:p>
          <a:p>
            <a:pPr algn="l">
              <a:lnSpc>
                <a:spcPts val="4650"/>
              </a:lnSpc>
              <a:buNone/>
            </a:pPr>
            <a:endParaRPr lang="en-US" sz="6600" b="1" cap="all" dirty="0">
              <a:solidFill>
                <a:srgbClr val="0186CB"/>
              </a:solidFill>
              <a:latin typeface="Times New Roman" panose="02020603050405020304" pitchFamily="18" charset="0"/>
              <a:cs typeface="Times New Roman" panose="02020603050405020304" pitchFamily="18" charset="0"/>
            </a:endParaRPr>
          </a:p>
          <a:p>
            <a:pPr algn="l">
              <a:lnSpc>
                <a:spcPts val="4650"/>
              </a:lnSpc>
              <a:buNone/>
            </a:pPr>
            <a:endParaRPr lang="en-US" sz="6600" b="0" i="0" cap="all" dirty="0">
              <a:solidFill>
                <a:srgbClr val="0186CB"/>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16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9021-9713-4CF5-284F-34C1B6718EB8}"/>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4B021722-B5E9-CCDF-A8D9-DB1423C01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092A7A7-3654-D894-7C0D-6BE00458A15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CC47A864-7E88-BF4F-3BC7-95487A7E11B6}"/>
              </a:ext>
            </a:extLst>
          </p:cNvPr>
          <p:cNvSpPr>
            <a:spLocks noGrp="1"/>
          </p:cNvSpPr>
          <p:nvPr>
            <p:ph type="sldNum" sz="quarter" idx="12"/>
          </p:nvPr>
        </p:nvSpPr>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12" name="Rectangle 8">
            <a:extLst>
              <a:ext uri="{FF2B5EF4-FFF2-40B4-BE49-F238E27FC236}">
                <a16:creationId xmlns:a16="http://schemas.microsoft.com/office/drawing/2014/main" id="{6E2E137D-B264-E4BF-8296-41AE6C09154C}"/>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239B315-F1F9-97EE-860D-88378879C498}"/>
              </a:ext>
            </a:extLst>
          </p:cNvPr>
          <p:cNvSpPr txBox="1"/>
          <p:nvPr/>
        </p:nvSpPr>
        <p:spPr>
          <a:xfrm>
            <a:off x="158848" y="313101"/>
            <a:ext cx="11914331" cy="6401753"/>
          </a:xfrm>
          <a:prstGeom prst="rect">
            <a:avLst/>
          </a:prstGeom>
          <a:noFill/>
        </p:spPr>
        <p:txBody>
          <a:bodyPr wrap="square">
            <a:spAutoFit/>
          </a:bodyPr>
          <a:lstStyle/>
          <a:p>
            <a:r>
              <a:rPr lang="en-US" sz="4000" b="1" i="0" cap="all" dirty="0">
                <a:solidFill>
                  <a:srgbClr val="0186CB"/>
                </a:solidFill>
                <a:effectLst/>
                <a:latin typeface="Times New Roman" panose="02020603050405020304" pitchFamily="18" charset="0"/>
                <a:cs typeface="Times New Roman" panose="02020603050405020304" pitchFamily="18" charset="0"/>
              </a:rPr>
              <a:t>Benefits :-</a:t>
            </a:r>
          </a:p>
          <a:p>
            <a:endParaRPr lang="en-US" sz="4000" b="1" cap="all" dirty="0">
              <a:solidFill>
                <a:srgbClr val="0186CB"/>
              </a:solidFill>
              <a:latin typeface="Times New Roman" panose="02020603050405020304" pitchFamily="18" charset="0"/>
              <a:cs typeface="Times New Roman" panose="02020603050405020304" pitchFamily="18" charset="0"/>
            </a:endParaRPr>
          </a:p>
          <a:p>
            <a:r>
              <a:rPr lang="en-US" sz="2400" b="1" dirty="0">
                <a:solidFill>
                  <a:schemeClr val="accent4">
                    <a:lumMod val="75000"/>
                  </a:schemeClr>
                </a:solidFill>
                <a:latin typeface="Times New Roman" panose="02020603050405020304" pitchFamily="18" charset="0"/>
                <a:cs typeface="Times New Roman" panose="02020603050405020304" pitchFamily="18" charset="0"/>
              </a:rPr>
              <a:t>Standardization:</a:t>
            </a:r>
            <a:r>
              <a:rPr lang="en-US" sz="2400" dirty="0">
                <a:solidFill>
                  <a:schemeClr val="accent4">
                    <a:lumMod val="75000"/>
                  </a:schemeClr>
                </a:solidFill>
                <a:latin typeface="Times New Roman" panose="02020603050405020304" pitchFamily="18" charset="0"/>
                <a:cs typeface="Times New Roman" panose="02020603050405020304" pitchFamily="18" charset="0"/>
              </a:rPr>
              <a:t> Repackaging converts various installation formats into a single, uniform standard like MSI. This simplifies software management and large-scale deployment by providing a consistent installation experience across all applications.</a:t>
            </a:r>
          </a:p>
          <a:p>
            <a:endParaRPr lang="en-US" sz="2400" dirty="0">
              <a:solidFill>
                <a:schemeClr val="accent4">
                  <a:lumMod val="75000"/>
                </a:schemeClr>
              </a:solidFill>
              <a:latin typeface="Times New Roman" panose="02020603050405020304" pitchFamily="18" charset="0"/>
              <a:cs typeface="Times New Roman" panose="02020603050405020304" pitchFamily="18" charset="0"/>
            </a:endParaRPr>
          </a:p>
          <a:p>
            <a:r>
              <a:rPr lang="en-US" sz="2400" b="1" dirty="0">
                <a:solidFill>
                  <a:schemeClr val="accent4">
                    <a:lumMod val="75000"/>
                  </a:schemeClr>
                </a:solidFill>
                <a:latin typeface="Times New Roman" panose="02020603050405020304" pitchFamily="18" charset="0"/>
                <a:cs typeface="Times New Roman" panose="02020603050405020304" pitchFamily="18" charset="0"/>
              </a:rPr>
              <a:t>Customization:</a:t>
            </a:r>
            <a:r>
              <a:rPr lang="en-US" sz="2400" dirty="0">
                <a:solidFill>
                  <a:schemeClr val="accent4">
                    <a:lumMod val="75000"/>
                  </a:schemeClr>
                </a:solidFill>
                <a:latin typeface="Times New Roman" panose="02020603050405020304" pitchFamily="18" charset="0"/>
                <a:cs typeface="Times New Roman" panose="02020603050405020304" pitchFamily="18" charset="0"/>
              </a:rPr>
              <a:t> It allows for extensive modifications to the original installation, such as adding or removing components and pre-configuring settings. This enables administrators to tailor applications to meet specific organizational requirements without needing the source code.</a:t>
            </a:r>
          </a:p>
          <a:p>
            <a:endParaRPr lang="en-US" sz="2400" dirty="0">
              <a:solidFill>
                <a:schemeClr val="accent4">
                  <a:lumMod val="75000"/>
                </a:schemeClr>
              </a:solidFill>
              <a:latin typeface="Times New Roman" panose="02020603050405020304" pitchFamily="18" charset="0"/>
              <a:cs typeface="Times New Roman" panose="02020603050405020304" pitchFamily="18" charset="0"/>
            </a:endParaRPr>
          </a:p>
          <a:p>
            <a:r>
              <a:rPr lang="en-US" sz="2400" b="1" dirty="0">
                <a:solidFill>
                  <a:schemeClr val="accent4">
                    <a:lumMod val="75000"/>
                  </a:schemeClr>
                </a:solidFill>
                <a:latin typeface="Times New Roman" panose="02020603050405020304" pitchFamily="18" charset="0"/>
                <a:cs typeface="Times New Roman" panose="02020603050405020304" pitchFamily="18" charset="0"/>
              </a:rPr>
              <a:t>Troubleshooting &amp; Compatibility:</a:t>
            </a:r>
            <a:r>
              <a:rPr lang="en-US" sz="2400" dirty="0">
                <a:solidFill>
                  <a:schemeClr val="accent4">
                    <a:lumMod val="75000"/>
                  </a:schemeClr>
                </a:solidFill>
                <a:latin typeface="Times New Roman" panose="02020603050405020304" pitchFamily="18" charset="0"/>
                <a:cs typeface="Times New Roman" panose="02020603050405020304" pitchFamily="18" charset="0"/>
              </a:rPr>
              <a:t> By creating a detailed record of an application's system changes, repackaging makes it easier to troubleshoot issues. It also allows for the implementation of launch conditions to prevent installation on unsupported systems, proactively ensuring compatibility</a:t>
            </a:r>
            <a:r>
              <a:rPr lang="en-US" sz="2600" dirty="0">
                <a:solidFill>
                  <a:schemeClr val="accent4">
                    <a:lumMod val="75000"/>
                  </a:schemeClr>
                </a:solidFill>
                <a:latin typeface="Times New Roman" panose="02020603050405020304" pitchFamily="18" charset="0"/>
                <a:cs typeface="Times New Roman" panose="02020603050405020304" pitchFamily="18" charset="0"/>
              </a:rPr>
              <a:t>.</a:t>
            </a:r>
          </a:p>
          <a:p>
            <a:pPr algn="l">
              <a:buNone/>
            </a:pPr>
            <a:endParaRPr lang="en-US" sz="4000" b="0" i="0" cap="all" dirty="0">
              <a:solidFill>
                <a:srgbClr val="0186CB"/>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352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9B234-BC68-D753-5589-8360FF768DF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7C82640D-7A5A-A46B-E346-C21F4ED966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6D164E5-905F-18ED-379D-45EFCDE5FA02}"/>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B7294977-91B2-8726-188B-E3622D9EFF4D}"/>
              </a:ext>
            </a:extLst>
          </p:cNvPr>
          <p:cNvSpPr>
            <a:spLocks noGrp="1"/>
          </p:cNvSpPr>
          <p:nvPr>
            <p:ph type="sldNum" sz="quarter" idx="12"/>
          </p:nvPr>
        </p:nvSpPr>
        <p:spPr/>
        <p:txBody>
          <a:bodyPr/>
          <a:lstStyle/>
          <a:p>
            <a:fld id="{C8F35010-364B-470B-BB6C-DCBBE63D2E54}" type="slidenum">
              <a:rPr lang="en-US" smtClean="0">
                <a:solidFill>
                  <a:schemeClr val="tx1"/>
                </a:solidFill>
              </a:rPr>
              <a:t>6</a:t>
            </a:fld>
            <a:endParaRPr lang="en-US" dirty="0">
              <a:solidFill>
                <a:schemeClr val="tx1"/>
              </a:solidFill>
            </a:endParaRPr>
          </a:p>
        </p:txBody>
      </p:sp>
      <p:sp>
        <p:nvSpPr>
          <p:cNvPr id="12" name="Rectangle 8">
            <a:extLst>
              <a:ext uri="{FF2B5EF4-FFF2-40B4-BE49-F238E27FC236}">
                <a16:creationId xmlns:a16="http://schemas.microsoft.com/office/drawing/2014/main" id="{386332A6-615E-A463-D28F-A9666ED113A7}"/>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B5B0B285-9589-713D-B258-0D200BDAE65C}"/>
              </a:ext>
            </a:extLst>
          </p:cNvPr>
          <p:cNvSpPr txBox="1"/>
          <p:nvPr/>
        </p:nvSpPr>
        <p:spPr>
          <a:xfrm>
            <a:off x="158848" y="466332"/>
            <a:ext cx="11852337" cy="5324535"/>
          </a:xfrm>
          <a:prstGeom prst="rect">
            <a:avLst/>
          </a:prstGeom>
          <a:noFill/>
        </p:spPr>
        <p:txBody>
          <a:bodyPr wrap="square">
            <a:spAutoFit/>
          </a:bodyPr>
          <a:lstStyle/>
          <a:p>
            <a:r>
              <a:rPr lang="en-US" sz="4000" b="1" i="0" dirty="0">
                <a:solidFill>
                  <a:schemeClr val="accent4">
                    <a:lumMod val="75000"/>
                  </a:schemeClr>
                </a:solidFill>
                <a:effectLst/>
                <a:latin typeface="Times New Roman" panose="02020603050405020304" pitchFamily="18" charset="0"/>
                <a:cs typeface="Times New Roman" panose="02020603050405020304" pitchFamily="18" charset="0"/>
              </a:rPr>
              <a:t>Objective: </a:t>
            </a:r>
            <a:r>
              <a:rPr lang="en-US" sz="2800" dirty="0">
                <a:solidFill>
                  <a:schemeClr val="accent4">
                    <a:lumMod val="75000"/>
                  </a:schemeClr>
                </a:solidFill>
                <a:latin typeface="Times New Roman" panose="02020603050405020304" pitchFamily="18" charset="0"/>
                <a:cs typeface="Times New Roman" panose="02020603050405020304" pitchFamily="18" charset="0"/>
              </a:rPr>
              <a:t>To implement a launch condition in a repackaged software installer to ensure it can only be installed on specific operating system (OS) versions or hardware, thereby preventing compatibility issues.</a:t>
            </a:r>
          </a:p>
          <a:p>
            <a:endParaRPr lang="en-US" b="1" dirty="0">
              <a:solidFill>
                <a:schemeClr val="accent4">
                  <a:lumMod val="75000"/>
                </a:schemeClr>
              </a:solidFill>
              <a:latin typeface="Times New Roman" panose="02020603050405020304" pitchFamily="18" charset="0"/>
              <a:cs typeface="Times New Roman" panose="02020603050405020304" pitchFamily="18" charset="0"/>
            </a:endParaRPr>
          </a:p>
          <a:p>
            <a:r>
              <a:rPr lang="en-US" sz="4000" b="1" dirty="0">
                <a:solidFill>
                  <a:schemeClr val="accent4">
                    <a:lumMod val="75000"/>
                  </a:schemeClr>
                </a:solidFill>
                <a:latin typeface="Times New Roman" panose="02020603050405020304" pitchFamily="18" charset="0"/>
                <a:cs typeface="Times New Roman" panose="02020603050405020304" pitchFamily="18" charset="0"/>
              </a:rPr>
              <a:t>Prerequisites: </a:t>
            </a:r>
            <a:endParaRPr lang="en-US" sz="4000" dirty="0">
              <a:solidFill>
                <a:schemeClr val="accent4">
                  <a:lumMod val="75000"/>
                </a:schemeClr>
              </a:solidFill>
              <a:latin typeface="Times New Roman" panose="02020603050405020304" pitchFamily="18" charset="0"/>
              <a:cs typeface="Times New Roman" panose="02020603050405020304" pitchFamily="18" charset="0"/>
            </a:endParaRPr>
          </a:p>
          <a:p>
            <a:br>
              <a:rPr lang="en-US" dirty="0">
                <a:solidFill>
                  <a:schemeClr val="accent4">
                    <a:lumMod val="75000"/>
                  </a:schemeClr>
                </a:solidFill>
                <a:latin typeface="Times New Roman" panose="02020603050405020304" pitchFamily="18" charset="0"/>
                <a:cs typeface="Times New Roman" panose="02020603050405020304" pitchFamily="18" charset="0"/>
              </a:rPr>
            </a:br>
            <a:r>
              <a:rPr lang="en-US" sz="2800" b="1" dirty="0">
                <a:solidFill>
                  <a:schemeClr val="accent4">
                    <a:lumMod val="75000"/>
                  </a:schemeClr>
                </a:solidFill>
                <a:latin typeface="Times New Roman" panose="02020603050405020304" pitchFamily="18" charset="0"/>
                <a:cs typeface="Times New Roman" panose="02020603050405020304" pitchFamily="18" charset="0"/>
              </a:rPr>
              <a:t>1</a:t>
            </a:r>
            <a:r>
              <a:rPr lang="en-US" sz="2800" dirty="0">
                <a:solidFill>
                  <a:schemeClr val="accent4">
                    <a:lumMod val="75000"/>
                  </a:schemeClr>
                </a:solidFill>
                <a:latin typeface="Times New Roman" panose="02020603050405020304" pitchFamily="18" charset="0"/>
                <a:cs typeface="Times New Roman" panose="02020603050405020304" pitchFamily="18" charset="0"/>
              </a:rPr>
              <a:t>.Clean </a:t>
            </a:r>
            <a:r>
              <a:rPr lang="en-US" sz="2800" b="1" dirty="0">
                <a:solidFill>
                  <a:schemeClr val="accent4">
                    <a:lumMod val="75000"/>
                  </a:schemeClr>
                </a:solidFill>
                <a:latin typeface="Times New Roman" panose="02020603050405020304" pitchFamily="18" charset="0"/>
                <a:cs typeface="Times New Roman" panose="02020603050405020304" pitchFamily="18" charset="0"/>
              </a:rPr>
              <a:t>Virtual Machine</a:t>
            </a:r>
            <a:r>
              <a:rPr lang="en-US" sz="2800" dirty="0">
                <a:solidFill>
                  <a:schemeClr val="accent4">
                    <a:lumMod val="75000"/>
                  </a:schemeClr>
                </a:solidFill>
                <a:latin typeface="Times New Roman" panose="02020603050405020304" pitchFamily="18" charset="0"/>
                <a:cs typeface="Times New Roman" panose="02020603050405020304" pitchFamily="18" charset="0"/>
              </a:rPr>
              <a:t> to perform the Activity.</a:t>
            </a:r>
          </a:p>
          <a:p>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r>
              <a:rPr lang="en-US" sz="2800" b="1" dirty="0">
                <a:solidFill>
                  <a:schemeClr val="accent4">
                    <a:lumMod val="75000"/>
                  </a:schemeClr>
                </a:solidFill>
                <a:latin typeface="Times New Roman" panose="02020603050405020304" pitchFamily="18" charset="0"/>
                <a:cs typeface="Times New Roman" panose="02020603050405020304" pitchFamily="18" charset="0"/>
              </a:rPr>
              <a:t>2.Advanced Installer &amp; Re-installer</a:t>
            </a:r>
            <a:r>
              <a:rPr lang="en-US" sz="2800" dirty="0">
                <a:solidFill>
                  <a:schemeClr val="accent4">
                    <a:lumMod val="75000"/>
                  </a:schemeClr>
                </a:solidFill>
                <a:latin typeface="Times New Roman" panose="02020603050405020304" pitchFamily="18" charset="0"/>
                <a:cs typeface="Times New Roman" panose="02020603050405020304" pitchFamily="18" charset="0"/>
              </a:rPr>
              <a:t> Package.</a:t>
            </a:r>
          </a:p>
          <a:p>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r>
              <a:rPr lang="en-US" sz="2800" dirty="0">
                <a:solidFill>
                  <a:schemeClr val="accent4">
                    <a:lumMod val="75000"/>
                  </a:schemeClr>
                </a:solidFill>
                <a:latin typeface="Times New Roman" panose="02020603050405020304" pitchFamily="18" charset="0"/>
                <a:cs typeface="Times New Roman" panose="02020603050405020304" pitchFamily="18" charset="0"/>
              </a:rPr>
              <a:t>3.The </a:t>
            </a:r>
            <a:r>
              <a:rPr lang="en-US" sz="2800" b="1" dirty="0">
                <a:solidFill>
                  <a:schemeClr val="accent4">
                    <a:lumMod val="75000"/>
                  </a:schemeClr>
                </a:solidFill>
                <a:latin typeface="Times New Roman" panose="02020603050405020304" pitchFamily="18" charset="0"/>
                <a:cs typeface="Times New Roman" panose="02020603050405020304" pitchFamily="18" charset="0"/>
              </a:rPr>
              <a:t>Application</a:t>
            </a:r>
            <a:r>
              <a:rPr lang="en-US" sz="2800" dirty="0">
                <a:solidFill>
                  <a:schemeClr val="accent4">
                    <a:lumMod val="75000"/>
                  </a:schemeClr>
                </a:solidFill>
                <a:latin typeface="Times New Roman" panose="02020603050405020304" pitchFamily="18" charset="0"/>
                <a:cs typeface="Times New Roman" panose="02020603050405020304" pitchFamily="18" charset="0"/>
              </a:rPr>
              <a:t> which is to be repackaged- </a:t>
            </a:r>
            <a:r>
              <a:rPr lang="en-US" sz="2800" b="1" dirty="0">
                <a:solidFill>
                  <a:schemeClr val="accent4">
                    <a:lumMod val="75000"/>
                  </a:schemeClr>
                </a:solidFill>
                <a:latin typeface="Times New Roman" panose="02020603050405020304" pitchFamily="18" charset="0"/>
                <a:cs typeface="Times New Roman" panose="02020603050405020304" pitchFamily="18" charset="0"/>
              </a:rPr>
              <a:t>Cloudflare WARP</a:t>
            </a: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0454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60EEB-7173-EA94-918F-BCC8DED5881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B2D4C93-9CD1-B8F2-EC5D-49D84F3AD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7CEE5AC-A68E-AB47-D65D-1A9DE2D588C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ADC675FA-DFF7-8D63-343C-495D8B38E0BC}"/>
              </a:ext>
            </a:extLst>
          </p:cNvPr>
          <p:cNvSpPr>
            <a:spLocks noGrp="1"/>
          </p:cNvSpPr>
          <p:nvPr>
            <p:ph type="sldNum" sz="quarter" idx="12"/>
          </p:nvPr>
        </p:nvSpPr>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12" name="Rectangle 8">
            <a:extLst>
              <a:ext uri="{FF2B5EF4-FFF2-40B4-BE49-F238E27FC236}">
                <a16:creationId xmlns:a16="http://schemas.microsoft.com/office/drawing/2014/main" id="{E8A3CA33-D218-9BBF-477F-B85D6DF8ED96}"/>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C60A20F-CF52-491B-154B-F77274685475}"/>
              </a:ext>
            </a:extLst>
          </p:cNvPr>
          <p:cNvSpPr txBox="1"/>
          <p:nvPr/>
        </p:nvSpPr>
        <p:spPr>
          <a:xfrm>
            <a:off x="108630" y="210152"/>
            <a:ext cx="11964550" cy="5596404"/>
          </a:xfrm>
          <a:prstGeom prst="rect">
            <a:avLst/>
          </a:prstGeom>
          <a:noFill/>
        </p:spPr>
        <p:txBody>
          <a:bodyPr wrap="square">
            <a:spAutoFit/>
          </a:bodyPr>
          <a:lstStyle/>
          <a:p>
            <a:pPr algn="l" rtl="0" latinLnBrk="0">
              <a:lnSpc>
                <a:spcPts val="6150"/>
              </a:lnSpc>
              <a:buNone/>
            </a:pPr>
            <a:r>
              <a:rPr lang="en-US" sz="4000" b="1" i="0" dirty="0">
                <a:solidFill>
                  <a:srgbClr val="0186CB"/>
                </a:solidFill>
                <a:effectLst/>
                <a:latin typeface="Times New Roman" panose="02020603050405020304" pitchFamily="18" charset="0"/>
                <a:cs typeface="Times New Roman" panose="02020603050405020304" pitchFamily="18" charset="0"/>
              </a:rPr>
              <a:t>Minimum System Requirements </a:t>
            </a:r>
            <a:endParaRPr lang="en-US" sz="4000" b="0" i="0" dirty="0">
              <a:solidFill>
                <a:srgbClr val="0186CB"/>
              </a:solidFill>
              <a:effectLst/>
              <a:latin typeface="Times New Roman" panose="02020603050405020304" pitchFamily="18" charset="0"/>
              <a:cs typeface="Times New Roman" panose="02020603050405020304" pitchFamily="18" charset="0"/>
            </a:endParaRPr>
          </a:p>
          <a:p>
            <a:pPr algn="l" rtl="0" latinLnBrk="0">
              <a:lnSpc>
                <a:spcPts val="5400"/>
              </a:lnSpc>
              <a:buNone/>
            </a:pPr>
            <a:r>
              <a:rPr lang="en-US" sz="3200" b="1" i="0" dirty="0">
                <a:solidFill>
                  <a:srgbClr val="0186CB"/>
                </a:solidFill>
                <a:effectLst/>
                <a:latin typeface="Times New Roman" panose="02020603050405020304" pitchFamily="18" charset="0"/>
                <a:cs typeface="Times New Roman" panose="02020603050405020304" pitchFamily="18" charset="0"/>
              </a:rPr>
              <a:t>CPU: </a:t>
            </a:r>
            <a:r>
              <a:rPr lang="en-US" sz="2800" b="0" i="0" dirty="0">
                <a:solidFill>
                  <a:srgbClr val="0186CB"/>
                </a:solidFill>
                <a:effectLst/>
                <a:latin typeface="Times New Roman" panose="02020603050405020304" pitchFamily="18" charset="0"/>
                <a:cs typeface="Times New Roman" panose="02020603050405020304" pitchFamily="18" charset="0"/>
              </a:rPr>
              <a:t>A Core 2 class processor or equivalent is the baseline.</a:t>
            </a:r>
          </a:p>
          <a:p>
            <a:pPr algn="l" rtl="0" latinLnBrk="0">
              <a:lnSpc>
                <a:spcPts val="5400"/>
              </a:lnSpc>
              <a:buNone/>
            </a:pPr>
            <a:r>
              <a:rPr lang="en-US" sz="3200" b="1" i="0" dirty="0">
                <a:solidFill>
                  <a:srgbClr val="0186CB"/>
                </a:solidFill>
                <a:effectLst/>
                <a:latin typeface="Times New Roman" panose="02020603050405020304" pitchFamily="18" charset="0"/>
                <a:cs typeface="Times New Roman" panose="02020603050405020304" pitchFamily="18" charset="0"/>
              </a:rPr>
              <a:t>RAM: </a:t>
            </a:r>
            <a:r>
              <a:rPr lang="en-US" sz="2800" b="0" i="0" dirty="0">
                <a:solidFill>
                  <a:srgbClr val="0186CB"/>
                </a:solidFill>
                <a:effectLst/>
                <a:latin typeface="Times New Roman" panose="02020603050405020304" pitchFamily="18" charset="0"/>
                <a:cs typeface="Times New Roman" panose="02020603050405020304" pitchFamily="18" charset="0"/>
              </a:rPr>
              <a:t>You need at least 1 GB of RAM to run the application.</a:t>
            </a:r>
          </a:p>
          <a:p>
            <a:pPr algn="l" rtl="0" latinLnBrk="0">
              <a:lnSpc>
                <a:spcPts val="5400"/>
              </a:lnSpc>
              <a:buNone/>
            </a:pPr>
            <a:r>
              <a:rPr lang="en-US" sz="3200" b="1" i="0" dirty="0">
                <a:solidFill>
                  <a:srgbClr val="0186CB"/>
                </a:solidFill>
                <a:effectLst/>
                <a:latin typeface="Times New Roman" panose="02020603050405020304" pitchFamily="18" charset="0"/>
                <a:cs typeface="Times New Roman" panose="02020603050405020304" pitchFamily="18" charset="0"/>
              </a:rPr>
              <a:t>Storage:</a:t>
            </a:r>
            <a:r>
              <a:rPr lang="en-US" sz="3200" b="0" i="0" dirty="0">
                <a:solidFill>
                  <a:srgbClr val="0186CB"/>
                </a:solidFill>
                <a:effectLst/>
                <a:latin typeface="Times New Roman" panose="02020603050405020304" pitchFamily="18" charset="0"/>
                <a:cs typeface="Times New Roman" panose="02020603050405020304" pitchFamily="18" charset="0"/>
              </a:rPr>
              <a:t> </a:t>
            </a:r>
            <a:r>
              <a:rPr lang="en-US" sz="2800" b="0" i="0" dirty="0">
                <a:solidFill>
                  <a:srgbClr val="0186CB"/>
                </a:solidFill>
                <a:effectLst/>
                <a:latin typeface="Times New Roman" panose="02020603050405020304" pitchFamily="18" charset="0"/>
                <a:cs typeface="Times New Roman" panose="02020603050405020304" pitchFamily="18" charset="0"/>
              </a:rPr>
              <a:t>A minimum of 2 GB of free hard drive space is required for installation and operation.</a:t>
            </a:r>
          </a:p>
          <a:p>
            <a:pPr algn="l" rtl="0" latinLnBrk="0">
              <a:lnSpc>
                <a:spcPts val="5400"/>
              </a:lnSpc>
              <a:buNone/>
            </a:pPr>
            <a:r>
              <a:rPr lang="en-US" sz="3200" b="1" i="0" dirty="0">
                <a:solidFill>
                  <a:srgbClr val="0186CB"/>
                </a:solidFill>
                <a:effectLst/>
                <a:latin typeface="Times New Roman" panose="02020603050405020304" pitchFamily="18" charset="0"/>
                <a:cs typeface="Times New Roman" panose="02020603050405020304" pitchFamily="18" charset="0"/>
              </a:rPr>
              <a:t>Display: </a:t>
            </a:r>
            <a:r>
              <a:rPr lang="en-US" sz="2800" b="0" i="0" dirty="0">
                <a:solidFill>
                  <a:srgbClr val="0186CB"/>
                </a:solidFill>
                <a:effectLst/>
                <a:latin typeface="Times New Roman" panose="02020603050405020304" pitchFamily="18" charset="0"/>
                <a:cs typeface="Times New Roman" panose="02020603050405020304" pitchFamily="18" charset="0"/>
              </a:rPr>
              <a:t>The minimum supported screen resolution is 1366x768.</a:t>
            </a:r>
          </a:p>
          <a:p>
            <a:pPr algn="just" rtl="0" latinLnBrk="0">
              <a:lnSpc>
                <a:spcPts val="5400"/>
              </a:lnSpc>
              <a:buNone/>
            </a:pPr>
            <a:r>
              <a:rPr lang="en-US" sz="3200" b="1" i="0" dirty="0">
                <a:solidFill>
                  <a:srgbClr val="0186CB"/>
                </a:solidFill>
                <a:effectLst/>
                <a:latin typeface="Times New Roman" panose="02020603050405020304" pitchFamily="18" charset="0"/>
                <a:cs typeface="Times New Roman" panose="02020603050405020304" pitchFamily="18" charset="0"/>
              </a:rPr>
              <a:t>Operating System: </a:t>
            </a:r>
            <a:r>
              <a:rPr lang="en-US" sz="2800" b="0" i="0" dirty="0">
                <a:solidFill>
                  <a:srgbClr val="0186CB"/>
                </a:solidFill>
                <a:effectLst/>
                <a:latin typeface="Times New Roman" panose="02020603050405020304" pitchFamily="18" charset="0"/>
                <a:cs typeface="Times New Roman" panose="02020603050405020304" pitchFamily="18" charset="0"/>
              </a:rPr>
              <a:t>Advanced Installer requires Windows 10 or newer to run.</a:t>
            </a:r>
          </a:p>
          <a:p>
            <a:pPr>
              <a:buNone/>
            </a:pPr>
            <a:br>
              <a:rPr lang="en-US" b="0" i="0" dirty="0">
                <a:solidFill>
                  <a:srgbClr val="0186CB"/>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24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9EF02-ED58-B5EE-B425-D539D24A3C6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193DC02E-ABC3-16D2-7004-90948C238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868F59D-EADE-F533-1862-1F8389951C4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1D06AB6C-1DF6-EF5B-5FEB-88F6AF77B4DD}"/>
              </a:ext>
            </a:extLst>
          </p:cNvPr>
          <p:cNvSpPr>
            <a:spLocks noGrp="1"/>
          </p:cNvSpPr>
          <p:nvPr>
            <p:ph type="sldNum" sz="quarter" idx="12"/>
          </p:nvPr>
        </p:nvSpPr>
        <p:spPr/>
        <p:txBody>
          <a:bodyPr/>
          <a:lstStyle/>
          <a:p>
            <a:fld id="{C8F35010-364B-470B-BB6C-DCBBE63D2E54}" type="slidenum">
              <a:rPr lang="en-US" smtClean="0">
                <a:solidFill>
                  <a:schemeClr val="tx1"/>
                </a:solidFill>
              </a:rPr>
              <a:t>8</a:t>
            </a:fld>
            <a:endParaRPr lang="en-US" dirty="0">
              <a:solidFill>
                <a:schemeClr val="tx1"/>
              </a:solidFill>
            </a:endParaRPr>
          </a:p>
        </p:txBody>
      </p:sp>
      <p:sp>
        <p:nvSpPr>
          <p:cNvPr id="12" name="Rectangle 8">
            <a:extLst>
              <a:ext uri="{FF2B5EF4-FFF2-40B4-BE49-F238E27FC236}">
                <a16:creationId xmlns:a16="http://schemas.microsoft.com/office/drawing/2014/main" id="{32D8D7B7-7355-FAA1-5E75-4F1D32ED3F16}"/>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D17A67EE-3200-7B1F-801F-E7101ABCF44E}"/>
              </a:ext>
            </a:extLst>
          </p:cNvPr>
          <p:cNvSpPr txBox="1"/>
          <p:nvPr/>
        </p:nvSpPr>
        <p:spPr>
          <a:xfrm>
            <a:off x="0" y="37179"/>
            <a:ext cx="8531816" cy="707886"/>
          </a:xfrm>
          <a:prstGeom prst="rect">
            <a:avLst/>
          </a:prstGeom>
          <a:noFill/>
        </p:spPr>
        <p:txBody>
          <a:bodyPr wrap="square">
            <a:spAutoFit/>
          </a:bodyPr>
          <a:lstStyle/>
          <a:p>
            <a:r>
              <a:rPr lang="en-US" sz="4000" b="1" i="0" dirty="0">
                <a:solidFill>
                  <a:srgbClr val="0186CB"/>
                </a:solidFill>
                <a:effectLst/>
                <a:latin typeface="Times New Roman" panose="02020603050405020304" pitchFamily="18" charset="0"/>
                <a:cs typeface="Times New Roman" panose="02020603050405020304" pitchFamily="18" charset="0"/>
              </a:rPr>
              <a:t>Workflow Diagram</a:t>
            </a:r>
            <a:endParaRPr lang="en-US" sz="4000" dirty="0">
              <a:latin typeface="Times New Roman" panose="02020603050405020304" pitchFamily="18" charset="0"/>
              <a:cs typeface="Times New Roman" panose="02020603050405020304" pitchFamily="18" charset="0"/>
            </a:endParaRPr>
          </a:p>
        </p:txBody>
      </p:sp>
      <p:sp>
        <p:nvSpPr>
          <p:cNvPr id="9" name="Oval 8">
            <a:extLst>
              <a:ext uri="{FF2B5EF4-FFF2-40B4-BE49-F238E27FC236}">
                <a16:creationId xmlns:a16="http://schemas.microsoft.com/office/drawing/2014/main" id="{0693863C-FD44-AA6F-5A9B-5E14047A5382}"/>
              </a:ext>
            </a:extLst>
          </p:cNvPr>
          <p:cNvSpPr/>
          <p:nvPr/>
        </p:nvSpPr>
        <p:spPr>
          <a:xfrm>
            <a:off x="108630" y="883403"/>
            <a:ext cx="2061133" cy="1968285"/>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Verify all the prerequisites and Start with a clean Virtual Machine</a:t>
            </a:r>
          </a:p>
        </p:txBody>
      </p:sp>
      <p:sp>
        <p:nvSpPr>
          <p:cNvPr id="14" name="Rectangle 13">
            <a:extLst>
              <a:ext uri="{FF2B5EF4-FFF2-40B4-BE49-F238E27FC236}">
                <a16:creationId xmlns:a16="http://schemas.microsoft.com/office/drawing/2014/main" id="{E7E3F541-CDBC-8C44-7FE7-8C33FC7C7AEF}"/>
              </a:ext>
            </a:extLst>
          </p:cNvPr>
          <p:cNvSpPr/>
          <p:nvPr/>
        </p:nvSpPr>
        <p:spPr>
          <a:xfrm>
            <a:off x="2712200" y="880960"/>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Open the application in Advanced Repackage and take the initial snapshot</a:t>
            </a:r>
          </a:p>
        </p:txBody>
      </p:sp>
      <p:sp>
        <p:nvSpPr>
          <p:cNvPr id="16" name="Rectangle 15">
            <a:extLst>
              <a:ext uri="{FF2B5EF4-FFF2-40B4-BE49-F238E27FC236}">
                <a16:creationId xmlns:a16="http://schemas.microsoft.com/office/drawing/2014/main" id="{814DB6EC-7ADC-4E78-9C28-3ECCE6646BF9}"/>
              </a:ext>
            </a:extLst>
          </p:cNvPr>
          <p:cNvSpPr/>
          <p:nvPr/>
        </p:nvSpPr>
        <p:spPr>
          <a:xfrm>
            <a:off x="5300565" y="880961"/>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Perform the Installation steps, finish it and take the final snapshot</a:t>
            </a:r>
          </a:p>
        </p:txBody>
      </p:sp>
      <p:sp>
        <p:nvSpPr>
          <p:cNvPr id="17" name="Rectangle 16">
            <a:extLst>
              <a:ext uri="{FF2B5EF4-FFF2-40B4-BE49-F238E27FC236}">
                <a16:creationId xmlns:a16="http://schemas.microsoft.com/office/drawing/2014/main" id="{8A1A36F8-9202-C689-2C4A-6B4C16425806}"/>
              </a:ext>
            </a:extLst>
          </p:cNvPr>
          <p:cNvSpPr/>
          <p:nvPr/>
        </p:nvSpPr>
        <p:spPr>
          <a:xfrm>
            <a:off x="7888929" y="880961"/>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Review the changes it made and proceed to edit in Advanced Installer</a:t>
            </a:r>
          </a:p>
        </p:txBody>
      </p:sp>
      <p:sp>
        <p:nvSpPr>
          <p:cNvPr id="18" name="Rectangle 17">
            <a:extLst>
              <a:ext uri="{FF2B5EF4-FFF2-40B4-BE49-F238E27FC236}">
                <a16:creationId xmlns:a16="http://schemas.microsoft.com/office/drawing/2014/main" id="{F9728005-6D50-9FD0-E24E-636894B2D9E7}"/>
              </a:ext>
            </a:extLst>
          </p:cNvPr>
          <p:cNvSpPr/>
          <p:nvPr/>
        </p:nvSpPr>
        <p:spPr>
          <a:xfrm>
            <a:off x="2712200" y="3435037"/>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Run the new installer in New device and ensure that the configured settings are working</a:t>
            </a:r>
          </a:p>
        </p:txBody>
      </p:sp>
      <p:sp>
        <p:nvSpPr>
          <p:cNvPr id="19" name="Oval 18">
            <a:extLst>
              <a:ext uri="{FF2B5EF4-FFF2-40B4-BE49-F238E27FC236}">
                <a16:creationId xmlns:a16="http://schemas.microsoft.com/office/drawing/2014/main" id="{52B8F958-A3A2-4906-B984-A71238D38FE0}"/>
              </a:ext>
            </a:extLst>
          </p:cNvPr>
          <p:cNvSpPr/>
          <p:nvPr/>
        </p:nvSpPr>
        <p:spPr>
          <a:xfrm>
            <a:off x="108630" y="3435037"/>
            <a:ext cx="2061133" cy="1968285"/>
          </a:xfrm>
          <a:prstGeom prst="ellipse">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Finish</a:t>
            </a:r>
          </a:p>
        </p:txBody>
      </p:sp>
      <p:sp>
        <p:nvSpPr>
          <p:cNvPr id="20" name="Rectangle 19">
            <a:extLst>
              <a:ext uri="{FF2B5EF4-FFF2-40B4-BE49-F238E27FC236}">
                <a16:creationId xmlns:a16="http://schemas.microsoft.com/office/drawing/2014/main" id="{0CC96313-9892-47F3-35A9-18384EE552A9}"/>
              </a:ext>
            </a:extLst>
          </p:cNvPr>
          <p:cNvSpPr/>
          <p:nvPr/>
        </p:nvSpPr>
        <p:spPr>
          <a:xfrm>
            <a:off x="5300564" y="3435037"/>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Save the changes and proceed to the Home page to Build the app package</a:t>
            </a:r>
          </a:p>
        </p:txBody>
      </p:sp>
      <p:sp>
        <p:nvSpPr>
          <p:cNvPr id="21" name="Rectangle 20">
            <a:extLst>
              <a:ext uri="{FF2B5EF4-FFF2-40B4-BE49-F238E27FC236}">
                <a16:creationId xmlns:a16="http://schemas.microsoft.com/office/drawing/2014/main" id="{E9D26708-5755-B2A7-0F92-C81582C78E2B}"/>
              </a:ext>
            </a:extLst>
          </p:cNvPr>
          <p:cNvSpPr/>
          <p:nvPr/>
        </p:nvSpPr>
        <p:spPr>
          <a:xfrm>
            <a:off x="7904136" y="3424478"/>
            <a:ext cx="2061133" cy="196828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 the Launch Condition Page, Add OS version or Hardware restrictions</a:t>
            </a:r>
          </a:p>
        </p:txBody>
      </p:sp>
      <p:sp>
        <p:nvSpPr>
          <p:cNvPr id="22" name="Arrow: Right 21">
            <a:extLst>
              <a:ext uri="{FF2B5EF4-FFF2-40B4-BE49-F238E27FC236}">
                <a16:creationId xmlns:a16="http://schemas.microsoft.com/office/drawing/2014/main" id="{07F12A76-34D8-EE77-8B13-040A325D4BE1}"/>
              </a:ext>
            </a:extLst>
          </p:cNvPr>
          <p:cNvSpPr/>
          <p:nvPr/>
        </p:nvSpPr>
        <p:spPr>
          <a:xfrm>
            <a:off x="2169763" y="1627323"/>
            <a:ext cx="527231" cy="3471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0EF24C43-4A4D-3E81-6C47-F8C4DB42F50A}"/>
              </a:ext>
            </a:extLst>
          </p:cNvPr>
          <p:cNvSpPr/>
          <p:nvPr/>
        </p:nvSpPr>
        <p:spPr>
          <a:xfrm>
            <a:off x="4773333" y="1627323"/>
            <a:ext cx="527231" cy="3471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0C9E505D-FE54-8E69-9E60-EDBEFB311137}"/>
              </a:ext>
            </a:extLst>
          </p:cNvPr>
          <p:cNvSpPr/>
          <p:nvPr/>
        </p:nvSpPr>
        <p:spPr>
          <a:xfrm>
            <a:off x="7361697" y="1627323"/>
            <a:ext cx="527232" cy="3471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4959FB82-053C-3783-6034-B4FE2F01E047}"/>
              </a:ext>
            </a:extLst>
          </p:cNvPr>
          <p:cNvSpPr/>
          <p:nvPr/>
        </p:nvSpPr>
        <p:spPr>
          <a:xfrm>
            <a:off x="9950062" y="1627323"/>
            <a:ext cx="1069524" cy="3471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C72B84CC-30DA-C983-4E1D-C3B299BC88A2}"/>
              </a:ext>
            </a:extLst>
          </p:cNvPr>
          <p:cNvSpPr/>
          <p:nvPr/>
        </p:nvSpPr>
        <p:spPr>
          <a:xfrm>
            <a:off x="11018374" y="1770882"/>
            <a:ext cx="335426" cy="2475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Left 27">
            <a:extLst>
              <a:ext uri="{FF2B5EF4-FFF2-40B4-BE49-F238E27FC236}">
                <a16:creationId xmlns:a16="http://schemas.microsoft.com/office/drawing/2014/main" id="{7BE3CDFD-9E35-43AF-2800-06BB2987B505}"/>
              </a:ext>
            </a:extLst>
          </p:cNvPr>
          <p:cNvSpPr/>
          <p:nvPr/>
        </p:nvSpPr>
        <p:spPr>
          <a:xfrm>
            <a:off x="9982200" y="4208027"/>
            <a:ext cx="1053105" cy="26370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Left 28">
            <a:extLst>
              <a:ext uri="{FF2B5EF4-FFF2-40B4-BE49-F238E27FC236}">
                <a16:creationId xmlns:a16="http://schemas.microsoft.com/office/drawing/2014/main" id="{481DCCD4-752E-C959-5A49-957F669F3B09}"/>
              </a:ext>
            </a:extLst>
          </p:cNvPr>
          <p:cNvSpPr/>
          <p:nvPr/>
        </p:nvSpPr>
        <p:spPr>
          <a:xfrm>
            <a:off x="7378628" y="4208027"/>
            <a:ext cx="510301" cy="26370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Left 29">
            <a:extLst>
              <a:ext uri="{FF2B5EF4-FFF2-40B4-BE49-F238E27FC236}">
                <a16:creationId xmlns:a16="http://schemas.microsoft.com/office/drawing/2014/main" id="{9AB187AB-626F-8AD2-C5D4-55E0E6B8DBCE}"/>
              </a:ext>
            </a:extLst>
          </p:cNvPr>
          <p:cNvSpPr/>
          <p:nvPr/>
        </p:nvSpPr>
        <p:spPr>
          <a:xfrm>
            <a:off x="4788540" y="4208026"/>
            <a:ext cx="510301" cy="26370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Left 30">
            <a:extLst>
              <a:ext uri="{FF2B5EF4-FFF2-40B4-BE49-F238E27FC236}">
                <a16:creationId xmlns:a16="http://schemas.microsoft.com/office/drawing/2014/main" id="{6C737649-3E08-7331-255E-98FCA0589CB4}"/>
              </a:ext>
            </a:extLst>
          </p:cNvPr>
          <p:cNvSpPr/>
          <p:nvPr/>
        </p:nvSpPr>
        <p:spPr>
          <a:xfrm>
            <a:off x="2169761" y="4208026"/>
            <a:ext cx="510301" cy="26370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1805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E77CC-EA83-7415-449D-55F77B6E603B}"/>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BA490E51-2514-64BE-F6A7-60D1D7E179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CBD9179-CB52-7C0F-161D-0652A00BBD57}"/>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F55160CE-5D59-DC68-B896-B226E89CFD85}"/>
              </a:ext>
            </a:extLst>
          </p:cNvPr>
          <p:cNvSpPr>
            <a:spLocks noGrp="1"/>
          </p:cNvSpPr>
          <p:nvPr>
            <p:ph type="sldNum" sz="quarter" idx="12"/>
          </p:nvPr>
        </p:nvSpPr>
        <p:spPr/>
        <p:txBody>
          <a:bodyPr/>
          <a:lstStyle/>
          <a:p>
            <a:fld id="{C8F35010-364B-470B-BB6C-DCBBE63D2E54}" type="slidenum">
              <a:rPr lang="en-US" smtClean="0">
                <a:solidFill>
                  <a:schemeClr val="tx1"/>
                </a:solidFill>
              </a:rPr>
              <a:t>9</a:t>
            </a:fld>
            <a:endParaRPr lang="en-US" dirty="0">
              <a:solidFill>
                <a:schemeClr val="tx1"/>
              </a:solidFill>
            </a:endParaRPr>
          </a:p>
        </p:txBody>
      </p:sp>
      <p:sp>
        <p:nvSpPr>
          <p:cNvPr id="12" name="Rectangle 8">
            <a:extLst>
              <a:ext uri="{FF2B5EF4-FFF2-40B4-BE49-F238E27FC236}">
                <a16:creationId xmlns:a16="http://schemas.microsoft.com/office/drawing/2014/main" id="{46AA082C-60F2-B4C4-EEB8-BE99925C46EF}"/>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71C6F503-E9F3-3CC0-9665-35959D14F38B}"/>
              </a:ext>
            </a:extLst>
          </p:cNvPr>
          <p:cNvSpPr>
            <a:spLocks noChangeArrowheads="1"/>
          </p:cNvSpPr>
          <p:nvPr/>
        </p:nvSpPr>
        <p:spPr bwMode="auto">
          <a:xfrm>
            <a:off x="0" y="-109021"/>
            <a:ext cx="12192000"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4000" cap="all" dirty="0">
                <a:solidFill>
                  <a:srgbClr val="00B0F0"/>
                </a:solidFill>
                <a:latin typeface="Times New Roman" panose="02020603050405020304" pitchFamily="18" charset="0"/>
                <a:cs typeface="Times New Roman" panose="02020603050405020304" pitchFamily="18" charset="0"/>
              </a:rPr>
              <a:t>1. Initial Setup and Repackaging:</a:t>
            </a:r>
          </a:p>
          <a:p>
            <a:pPr lvl="0" eaLnBrk="0" fontAlgn="base" hangingPunct="0">
              <a:spcBef>
                <a:spcPct val="0"/>
              </a:spcBef>
              <a:spcAft>
                <a:spcPct val="0"/>
              </a:spcAft>
            </a:pPr>
            <a:r>
              <a:rPr lang="en-US" sz="4000" cap="all" dirty="0">
                <a:solidFill>
                  <a:srgbClr val="00B0F0"/>
                </a:solidFill>
                <a:latin typeface="Times New Roman" panose="02020603050405020304" pitchFamily="18" charset="0"/>
                <a:cs typeface="Times New Roman" panose="02020603050405020304" pitchFamily="18" charset="0"/>
              </a:rPr>
              <a:t>Step 1:</a:t>
            </a:r>
            <a:r>
              <a:rPr lang="en-US" sz="2800" cap="all" dirty="0">
                <a:solidFill>
                  <a:schemeClr val="accent4"/>
                </a:solidFill>
                <a:latin typeface="Times New Roman" panose="02020603050405020304" pitchFamily="18" charset="0"/>
                <a:cs typeface="Times New Roman" panose="02020603050405020304" pitchFamily="18" charset="0"/>
              </a:rPr>
              <a:t>Create a folder to save your repackaged MSI file.</a:t>
            </a:r>
          </a:p>
          <a:p>
            <a:pPr lvl="0" eaLnBrk="0" fontAlgn="base" hangingPunct="0">
              <a:spcBef>
                <a:spcPct val="0"/>
              </a:spcBef>
              <a:spcAft>
                <a:spcPct val="0"/>
              </a:spcAft>
            </a:pPr>
            <a:endParaRPr kumimoji="0" lang="en-US" altLang="en-US" sz="4000" b="0" i="0" u="none" strike="noStrike" cap="none" normalizeH="0" baseline="0" dirty="0">
              <a:ln>
                <a:noFill/>
              </a:ln>
              <a:solidFill>
                <a:srgbClr val="00B0F0"/>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D88545E-A37F-D506-5986-DF36A4819126}"/>
              </a:ext>
            </a:extLst>
          </p:cNvPr>
          <p:cNvPicPr>
            <a:picLocks noChangeAspect="1"/>
          </p:cNvPicPr>
          <p:nvPr/>
        </p:nvPicPr>
        <p:blipFill>
          <a:blip r:embed="rId3"/>
          <a:stretch>
            <a:fillRect/>
          </a:stretch>
        </p:blipFill>
        <p:spPr>
          <a:xfrm>
            <a:off x="754396" y="1359091"/>
            <a:ext cx="10599404" cy="4867954"/>
          </a:xfrm>
          <a:prstGeom prst="rect">
            <a:avLst/>
          </a:prstGeom>
        </p:spPr>
      </p:pic>
      <p:sp>
        <p:nvSpPr>
          <p:cNvPr id="10" name="Rectangle 9">
            <a:extLst>
              <a:ext uri="{FF2B5EF4-FFF2-40B4-BE49-F238E27FC236}">
                <a16:creationId xmlns:a16="http://schemas.microsoft.com/office/drawing/2014/main" id="{ED691D9A-0B6A-21D4-8624-8B04D37A024B}"/>
              </a:ext>
            </a:extLst>
          </p:cNvPr>
          <p:cNvSpPr/>
          <p:nvPr/>
        </p:nvSpPr>
        <p:spPr>
          <a:xfrm>
            <a:off x="754396" y="2603715"/>
            <a:ext cx="1410345" cy="11313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STEP:1</a:t>
            </a:r>
          </a:p>
        </p:txBody>
      </p:sp>
      <p:sp>
        <p:nvSpPr>
          <p:cNvPr id="11" name="Arrow: Up 10">
            <a:extLst>
              <a:ext uri="{FF2B5EF4-FFF2-40B4-BE49-F238E27FC236}">
                <a16:creationId xmlns:a16="http://schemas.microsoft.com/office/drawing/2014/main" id="{2A5D0BFB-A425-4159-E560-66CBFC695A47}"/>
              </a:ext>
            </a:extLst>
          </p:cNvPr>
          <p:cNvSpPr/>
          <p:nvPr/>
        </p:nvSpPr>
        <p:spPr>
          <a:xfrm>
            <a:off x="1100380" y="1974774"/>
            <a:ext cx="294467" cy="62894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Up 12">
            <a:extLst>
              <a:ext uri="{FF2B5EF4-FFF2-40B4-BE49-F238E27FC236}">
                <a16:creationId xmlns:a16="http://schemas.microsoft.com/office/drawing/2014/main" id="{1A7C1409-CCAF-52B1-FCDA-00BB41441E1B}"/>
              </a:ext>
            </a:extLst>
          </p:cNvPr>
          <p:cNvSpPr/>
          <p:nvPr/>
        </p:nvSpPr>
        <p:spPr>
          <a:xfrm>
            <a:off x="3797085" y="3429000"/>
            <a:ext cx="627672" cy="84853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1FF727B-F594-2216-65FC-6F254B1F87C3}"/>
              </a:ext>
            </a:extLst>
          </p:cNvPr>
          <p:cNvSpPr/>
          <p:nvPr/>
        </p:nvSpPr>
        <p:spPr>
          <a:xfrm>
            <a:off x="3223647" y="4277532"/>
            <a:ext cx="2154265" cy="8485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2</a:t>
            </a:r>
          </a:p>
        </p:txBody>
      </p:sp>
    </p:spTree>
    <p:extLst>
      <p:ext uri="{BB962C8B-B14F-4D97-AF65-F5344CB8AC3E}">
        <p14:creationId xmlns:p14="http://schemas.microsoft.com/office/powerpoint/2010/main" val="3483905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038E4-9AE6-D5B7-7D75-C7B70959872C}"/>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03C7448E-88AF-BA24-2BB9-3DAA5C8328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BF32376-2872-E973-41A2-8B0618B66225}"/>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ADAF1FED-27D8-53B1-B99D-AE4B94A253F8}"/>
              </a:ext>
            </a:extLst>
          </p:cNvPr>
          <p:cNvSpPr>
            <a:spLocks noGrp="1"/>
          </p:cNvSpPr>
          <p:nvPr>
            <p:ph type="sldNum" sz="quarter" idx="12"/>
          </p:nvPr>
        </p:nvSpPr>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12" name="Rectangle 8">
            <a:extLst>
              <a:ext uri="{FF2B5EF4-FFF2-40B4-BE49-F238E27FC236}">
                <a16:creationId xmlns:a16="http://schemas.microsoft.com/office/drawing/2014/main" id="{DBE47D3D-50EE-DDA9-976C-41AC226348FE}"/>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121D5B8D-C037-4E26-65D2-EBFC4117DC1C}"/>
              </a:ext>
            </a:extLst>
          </p:cNvPr>
          <p:cNvSpPr txBox="1"/>
          <p:nvPr/>
        </p:nvSpPr>
        <p:spPr>
          <a:xfrm>
            <a:off x="0" y="136525"/>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2:</a:t>
            </a:r>
            <a:r>
              <a:rPr lang="en-US" sz="2800" cap="all" dirty="0">
                <a:solidFill>
                  <a:srgbClr val="00B0F0"/>
                </a:solidFill>
                <a:latin typeface="Times New Roman" panose="02020603050405020304" pitchFamily="18" charset="0"/>
                <a:cs typeface="Times New Roman" panose="02020603050405020304" pitchFamily="18" charset="0"/>
              </a:rPr>
              <a:t>Open the application repackaging tool. </a:t>
            </a:r>
            <a:endParaRPr lang="en-US"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9BE9EDD-7515-2E1B-8B02-745A000B99DA}"/>
              </a:ext>
            </a:extLst>
          </p:cNvPr>
          <p:cNvPicPr>
            <a:picLocks noChangeAspect="1"/>
          </p:cNvPicPr>
          <p:nvPr/>
        </p:nvPicPr>
        <p:blipFill>
          <a:blip r:embed="rId3"/>
          <a:stretch>
            <a:fillRect/>
          </a:stretch>
        </p:blipFill>
        <p:spPr>
          <a:xfrm>
            <a:off x="1115878" y="1035946"/>
            <a:ext cx="9568282" cy="4755112"/>
          </a:xfrm>
          <a:prstGeom prst="rect">
            <a:avLst/>
          </a:prstGeom>
        </p:spPr>
      </p:pic>
      <p:sp>
        <p:nvSpPr>
          <p:cNvPr id="11" name="Arrow: Left 10">
            <a:extLst>
              <a:ext uri="{FF2B5EF4-FFF2-40B4-BE49-F238E27FC236}">
                <a16:creationId xmlns:a16="http://schemas.microsoft.com/office/drawing/2014/main" id="{1EDCA472-3E2D-0F12-4B41-BC69D06447F9}"/>
              </a:ext>
            </a:extLst>
          </p:cNvPr>
          <p:cNvSpPr/>
          <p:nvPr/>
        </p:nvSpPr>
        <p:spPr>
          <a:xfrm>
            <a:off x="4308528" y="2177630"/>
            <a:ext cx="2479729" cy="41845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68DA34-AEDE-2494-3BD5-3FA7B10BDC18}"/>
              </a:ext>
            </a:extLst>
          </p:cNvPr>
          <p:cNvSpPr/>
          <p:nvPr/>
        </p:nvSpPr>
        <p:spPr>
          <a:xfrm>
            <a:off x="6788257" y="1828800"/>
            <a:ext cx="3378631" cy="160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 3 CLICK AND OPEN</a:t>
            </a:r>
          </a:p>
        </p:txBody>
      </p:sp>
    </p:spTree>
    <p:extLst>
      <p:ext uri="{BB962C8B-B14F-4D97-AF65-F5344CB8AC3E}">
        <p14:creationId xmlns:p14="http://schemas.microsoft.com/office/powerpoint/2010/main" val="3225485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08345-75D8-7767-B8B3-6A527587A8B4}"/>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AD3AD19-48C2-9F0D-933D-A1AE9D66A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294EE00-EDB0-AEE3-11B9-B72A1A31763F}"/>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96667AF2-624F-ECF8-38DF-9DB5EC70520D}"/>
              </a:ext>
            </a:extLst>
          </p:cNvPr>
          <p:cNvSpPr>
            <a:spLocks noGrp="1"/>
          </p:cNvSpPr>
          <p:nvPr>
            <p:ph type="sldNum" sz="quarter" idx="12"/>
          </p:nvPr>
        </p:nvSpPr>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12" name="Rectangle 8">
            <a:extLst>
              <a:ext uri="{FF2B5EF4-FFF2-40B4-BE49-F238E27FC236}">
                <a16:creationId xmlns:a16="http://schemas.microsoft.com/office/drawing/2014/main" id="{1FD406EB-2913-F89A-5AF2-0C6401DE2EA6}"/>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37B185B-6B24-38F5-0593-211CBEB1F7A0}"/>
              </a:ext>
            </a:extLst>
          </p:cNvPr>
          <p:cNvSpPr txBox="1"/>
          <p:nvPr/>
        </p:nvSpPr>
        <p:spPr>
          <a:xfrm>
            <a:off x="-20519" y="152672"/>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3 :</a:t>
            </a:r>
            <a:r>
              <a:rPr lang="en-US" sz="2800" cap="all" dirty="0">
                <a:solidFill>
                  <a:srgbClr val="00B0F0"/>
                </a:solidFill>
                <a:latin typeface="Times New Roman" panose="02020603050405020304" pitchFamily="18" charset="0"/>
                <a:cs typeface="Times New Roman" panose="02020603050405020304" pitchFamily="18" charset="0"/>
              </a:rPr>
              <a:t>Click on "Capture Setup." Select the MSI file you want to repackage and provide a name for the output. </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23D17D9-6029-86A3-0699-668062857C2D}"/>
              </a:ext>
            </a:extLst>
          </p:cNvPr>
          <p:cNvPicPr>
            <a:picLocks noChangeAspect="1"/>
          </p:cNvPicPr>
          <p:nvPr/>
        </p:nvPicPr>
        <p:blipFill>
          <a:blip r:embed="rId3"/>
          <a:stretch>
            <a:fillRect/>
          </a:stretch>
        </p:blipFill>
        <p:spPr>
          <a:xfrm>
            <a:off x="573437" y="1549830"/>
            <a:ext cx="10941804" cy="4377778"/>
          </a:xfrm>
          <a:prstGeom prst="rect">
            <a:avLst/>
          </a:prstGeom>
        </p:spPr>
      </p:pic>
      <p:sp>
        <p:nvSpPr>
          <p:cNvPr id="9" name="Arrow: Left 8">
            <a:extLst>
              <a:ext uri="{FF2B5EF4-FFF2-40B4-BE49-F238E27FC236}">
                <a16:creationId xmlns:a16="http://schemas.microsoft.com/office/drawing/2014/main" id="{50D209C0-1364-DED7-F45B-3EC29DB2B7E6}"/>
              </a:ext>
            </a:extLst>
          </p:cNvPr>
          <p:cNvSpPr/>
          <p:nvPr/>
        </p:nvSpPr>
        <p:spPr>
          <a:xfrm>
            <a:off x="2898183" y="3874576"/>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AD557C-8168-3C8A-A487-06471FB4DE77}"/>
              </a:ext>
            </a:extLst>
          </p:cNvPr>
          <p:cNvSpPr/>
          <p:nvPr/>
        </p:nvSpPr>
        <p:spPr>
          <a:xfrm>
            <a:off x="3967566" y="3429000"/>
            <a:ext cx="1766807" cy="13754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 4 CLICK ON “CAPTURE SETUP</a:t>
            </a:r>
          </a:p>
        </p:txBody>
      </p:sp>
      <p:sp>
        <p:nvSpPr>
          <p:cNvPr id="11" name="Arrow: Up 10">
            <a:extLst>
              <a:ext uri="{FF2B5EF4-FFF2-40B4-BE49-F238E27FC236}">
                <a16:creationId xmlns:a16="http://schemas.microsoft.com/office/drawing/2014/main" id="{B3CAFF0D-257B-4632-D490-DF4008F8A3D7}"/>
              </a:ext>
            </a:extLst>
          </p:cNvPr>
          <p:cNvSpPr/>
          <p:nvPr/>
        </p:nvSpPr>
        <p:spPr>
          <a:xfrm>
            <a:off x="6935491" y="3264331"/>
            <a:ext cx="402956" cy="85240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0C605E-B3BF-EE8A-78A8-40FF20E90B18}"/>
              </a:ext>
            </a:extLst>
          </p:cNvPr>
          <p:cNvSpPr/>
          <p:nvPr/>
        </p:nvSpPr>
        <p:spPr>
          <a:xfrm>
            <a:off x="6096000" y="4116737"/>
            <a:ext cx="2397071" cy="11387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 5 CLICK AND GIVE OPEN</a:t>
            </a:r>
          </a:p>
        </p:txBody>
      </p:sp>
    </p:spTree>
    <p:extLst>
      <p:ext uri="{BB962C8B-B14F-4D97-AF65-F5344CB8AC3E}">
        <p14:creationId xmlns:p14="http://schemas.microsoft.com/office/powerpoint/2010/main" val="488305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04AB6-E6E9-7053-F613-9264D1DE56E7}"/>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6919B7DF-9414-0CFA-696C-65FDE670D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A5BB96F-034F-2BBE-2BD1-2A8A113B725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5E3B6AFA-4C69-0714-EAD4-4C21F0E3712E}"/>
              </a:ext>
            </a:extLst>
          </p:cNvPr>
          <p:cNvSpPr>
            <a:spLocks noGrp="1"/>
          </p:cNvSpPr>
          <p:nvPr>
            <p:ph type="sldNum" sz="quarter" idx="12"/>
          </p:nvPr>
        </p:nvSpPr>
        <p:spPr/>
        <p:txBody>
          <a:bodyPr/>
          <a:lstStyle/>
          <a:p>
            <a:fld id="{C8F35010-364B-470B-BB6C-DCBBE63D2E54}" type="slidenum">
              <a:rPr lang="en-US" smtClean="0">
                <a:solidFill>
                  <a:schemeClr val="tx1"/>
                </a:solidFill>
              </a:rPr>
              <a:t>12</a:t>
            </a:fld>
            <a:endParaRPr lang="en-US" dirty="0">
              <a:solidFill>
                <a:schemeClr val="tx1"/>
              </a:solidFill>
            </a:endParaRPr>
          </a:p>
        </p:txBody>
      </p:sp>
      <p:sp>
        <p:nvSpPr>
          <p:cNvPr id="12" name="Rectangle 8">
            <a:extLst>
              <a:ext uri="{FF2B5EF4-FFF2-40B4-BE49-F238E27FC236}">
                <a16:creationId xmlns:a16="http://schemas.microsoft.com/office/drawing/2014/main" id="{4A2C1CC2-8455-4A81-DFFE-2EE12319193B}"/>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8351FB69-C36A-DD55-2ABB-BBAFFFA4CE2A}"/>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4 :</a:t>
            </a:r>
            <a:r>
              <a:rPr lang="en-US" sz="2800" cap="all" dirty="0">
                <a:solidFill>
                  <a:srgbClr val="00B0F0"/>
                </a:solidFill>
                <a:latin typeface="Times New Roman" panose="02020603050405020304" pitchFamily="18" charset="0"/>
                <a:cs typeface="Times New Roman" panose="02020603050405020304" pitchFamily="18" charset="0"/>
              </a:rPr>
              <a:t>Click on "Start Local" to begin the capture process and save the MSI file.</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10381-2357-DE8F-34E5-AE8621C03AD7}"/>
              </a:ext>
            </a:extLst>
          </p:cNvPr>
          <p:cNvPicPr>
            <a:picLocks noChangeAspect="1"/>
          </p:cNvPicPr>
          <p:nvPr/>
        </p:nvPicPr>
        <p:blipFill>
          <a:blip r:embed="rId3"/>
          <a:stretch>
            <a:fillRect/>
          </a:stretch>
        </p:blipFill>
        <p:spPr>
          <a:xfrm>
            <a:off x="573437" y="1642821"/>
            <a:ext cx="10923992" cy="3967565"/>
          </a:xfrm>
          <a:prstGeom prst="rect">
            <a:avLst/>
          </a:prstGeom>
        </p:spPr>
      </p:pic>
      <p:sp>
        <p:nvSpPr>
          <p:cNvPr id="9" name="Arrow: Up 8">
            <a:extLst>
              <a:ext uri="{FF2B5EF4-FFF2-40B4-BE49-F238E27FC236}">
                <a16:creationId xmlns:a16="http://schemas.microsoft.com/office/drawing/2014/main" id="{89349E39-E857-8D49-279B-AD2E67D5C64B}"/>
              </a:ext>
            </a:extLst>
          </p:cNvPr>
          <p:cNvSpPr/>
          <p:nvPr/>
        </p:nvSpPr>
        <p:spPr>
          <a:xfrm>
            <a:off x="1945037" y="2896725"/>
            <a:ext cx="263471" cy="82141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992E673-AAC0-7303-B240-69C148CC8F69}"/>
              </a:ext>
            </a:extLst>
          </p:cNvPr>
          <p:cNvSpPr/>
          <p:nvPr/>
        </p:nvSpPr>
        <p:spPr>
          <a:xfrm>
            <a:off x="1208868" y="3718136"/>
            <a:ext cx="1782305" cy="10398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6 : CLICK ON “START LOCAL”</a:t>
            </a:r>
          </a:p>
        </p:txBody>
      </p:sp>
    </p:spTree>
    <p:extLst>
      <p:ext uri="{BB962C8B-B14F-4D97-AF65-F5344CB8AC3E}">
        <p14:creationId xmlns:p14="http://schemas.microsoft.com/office/powerpoint/2010/main" val="1690851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54993-61A4-C056-1869-E8A6D2A4CAD4}"/>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5369F5C9-41FD-B9EB-2456-67683CFC11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CBDD1CB-CA65-D170-A7B9-C5B6E9E46E3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E75B0F24-C8F0-74BA-520C-ECFAB3F3F7C4}"/>
              </a:ext>
            </a:extLst>
          </p:cNvPr>
          <p:cNvSpPr>
            <a:spLocks noGrp="1"/>
          </p:cNvSpPr>
          <p:nvPr>
            <p:ph type="sldNum" sz="quarter" idx="12"/>
          </p:nvPr>
        </p:nvSpPr>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12" name="Rectangle 8">
            <a:extLst>
              <a:ext uri="{FF2B5EF4-FFF2-40B4-BE49-F238E27FC236}">
                <a16:creationId xmlns:a16="http://schemas.microsoft.com/office/drawing/2014/main" id="{9CB5099C-AE8E-A5B1-0D6D-3E762D5FCC63}"/>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2109D760-3648-0024-B627-1EAB2A5E9321}"/>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5 : </a:t>
            </a:r>
            <a:r>
              <a:rPr lang="en-US" sz="2800" cap="all" dirty="0">
                <a:solidFill>
                  <a:srgbClr val="00B0F0"/>
                </a:solidFill>
                <a:latin typeface="Times New Roman" panose="02020603050405020304" pitchFamily="18" charset="0"/>
                <a:cs typeface="Times New Roman" panose="02020603050405020304" pitchFamily="18" charset="0"/>
              </a:rPr>
              <a:t>A pop-up window will appear. Click "Ignore" and wait until the repackaging is successful.</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425FF70-2C2B-39A6-0CA3-22D6F940972E}"/>
              </a:ext>
            </a:extLst>
          </p:cNvPr>
          <p:cNvPicPr>
            <a:picLocks noChangeAspect="1"/>
          </p:cNvPicPr>
          <p:nvPr/>
        </p:nvPicPr>
        <p:blipFill>
          <a:blip r:embed="rId3"/>
          <a:stretch>
            <a:fillRect/>
          </a:stretch>
        </p:blipFill>
        <p:spPr>
          <a:xfrm>
            <a:off x="449451" y="2057208"/>
            <a:ext cx="10662833" cy="4049124"/>
          </a:xfrm>
          <a:prstGeom prst="rect">
            <a:avLst/>
          </a:prstGeom>
        </p:spPr>
      </p:pic>
      <p:sp>
        <p:nvSpPr>
          <p:cNvPr id="9" name="Arrow: Down 8">
            <a:extLst>
              <a:ext uri="{FF2B5EF4-FFF2-40B4-BE49-F238E27FC236}">
                <a16:creationId xmlns:a16="http://schemas.microsoft.com/office/drawing/2014/main" id="{3B4EFC4F-4C64-A539-1E16-F948037EB007}"/>
              </a:ext>
            </a:extLst>
          </p:cNvPr>
          <p:cNvSpPr/>
          <p:nvPr/>
        </p:nvSpPr>
        <p:spPr>
          <a:xfrm>
            <a:off x="9763932" y="4308529"/>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7BF074C-1B32-C837-3ECC-35363FC98AEE}"/>
              </a:ext>
            </a:extLst>
          </p:cNvPr>
          <p:cNvSpPr/>
          <p:nvPr/>
        </p:nvSpPr>
        <p:spPr>
          <a:xfrm>
            <a:off x="8919275" y="3254644"/>
            <a:ext cx="1983782" cy="1053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7 : CLICK ON “IGNORE”</a:t>
            </a:r>
          </a:p>
        </p:txBody>
      </p:sp>
    </p:spTree>
    <p:extLst>
      <p:ext uri="{BB962C8B-B14F-4D97-AF65-F5344CB8AC3E}">
        <p14:creationId xmlns:p14="http://schemas.microsoft.com/office/powerpoint/2010/main" val="3091608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2FB2-76E2-5DA4-D2C2-E4654BDD5C3D}"/>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F1EA285-EA2D-9E2A-ECE4-A2D3BA072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9A4AE46-DF99-480A-3535-0525B00F566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2EC81D8D-6F2E-5C0C-9B85-193B84627763}"/>
              </a:ext>
            </a:extLst>
          </p:cNvPr>
          <p:cNvSpPr>
            <a:spLocks noGrp="1"/>
          </p:cNvSpPr>
          <p:nvPr>
            <p:ph type="sldNum" sz="quarter" idx="12"/>
          </p:nvPr>
        </p:nvSpPr>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12" name="Rectangle 8">
            <a:extLst>
              <a:ext uri="{FF2B5EF4-FFF2-40B4-BE49-F238E27FC236}">
                <a16:creationId xmlns:a16="http://schemas.microsoft.com/office/drawing/2014/main" id="{487525A3-F3F1-8BD9-91C8-563C8F718FFE}"/>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BA68F331-3184-0FBD-D698-9202CF64E579}"/>
              </a:ext>
            </a:extLst>
          </p:cNvPr>
          <p:cNvSpPr txBox="1"/>
          <p:nvPr/>
        </p:nvSpPr>
        <p:spPr>
          <a:xfrm>
            <a:off x="21956" y="81948"/>
            <a:ext cx="12170043"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6 : </a:t>
            </a:r>
            <a:r>
              <a:rPr lang="en-US" sz="2800" cap="all" dirty="0">
                <a:solidFill>
                  <a:srgbClr val="00B0F0"/>
                </a:solidFill>
                <a:latin typeface="Times New Roman" panose="02020603050405020304" pitchFamily="18" charset="0"/>
                <a:cs typeface="Times New Roman" panose="02020603050405020304" pitchFamily="18" charset="0"/>
              </a:rPr>
              <a:t>Another pop-up to install the MSI will appear. Click "Next" and then "Install." </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1F5D49F-0EDA-77F1-3DBB-EEA71A2F416F}"/>
              </a:ext>
            </a:extLst>
          </p:cNvPr>
          <p:cNvPicPr>
            <a:picLocks noChangeAspect="1"/>
          </p:cNvPicPr>
          <p:nvPr/>
        </p:nvPicPr>
        <p:blipFill>
          <a:blip r:embed="rId3"/>
          <a:stretch>
            <a:fillRect/>
          </a:stretch>
        </p:blipFill>
        <p:spPr>
          <a:xfrm>
            <a:off x="21956" y="1740278"/>
            <a:ext cx="6259403" cy="3707036"/>
          </a:xfrm>
          <a:prstGeom prst="rect">
            <a:avLst/>
          </a:prstGeom>
        </p:spPr>
      </p:pic>
      <p:pic>
        <p:nvPicPr>
          <p:cNvPr id="10" name="Picture 9">
            <a:extLst>
              <a:ext uri="{FF2B5EF4-FFF2-40B4-BE49-F238E27FC236}">
                <a16:creationId xmlns:a16="http://schemas.microsoft.com/office/drawing/2014/main" id="{A4525BFE-5B13-6043-5D28-2B9E7B1FEDB6}"/>
              </a:ext>
            </a:extLst>
          </p:cNvPr>
          <p:cNvPicPr>
            <a:picLocks noChangeAspect="1"/>
          </p:cNvPicPr>
          <p:nvPr/>
        </p:nvPicPr>
        <p:blipFill>
          <a:blip r:embed="rId4"/>
          <a:stretch>
            <a:fillRect/>
          </a:stretch>
        </p:blipFill>
        <p:spPr>
          <a:xfrm>
            <a:off x="6296858" y="1766887"/>
            <a:ext cx="5873186" cy="3680427"/>
          </a:xfrm>
          <a:prstGeom prst="rect">
            <a:avLst/>
          </a:prstGeom>
        </p:spPr>
      </p:pic>
      <p:sp>
        <p:nvSpPr>
          <p:cNvPr id="11" name="Arrow: Down 10">
            <a:extLst>
              <a:ext uri="{FF2B5EF4-FFF2-40B4-BE49-F238E27FC236}">
                <a16:creationId xmlns:a16="http://schemas.microsoft.com/office/drawing/2014/main" id="{7924871F-18B1-1DA7-23DF-97281E6B947A}"/>
              </a:ext>
            </a:extLst>
          </p:cNvPr>
          <p:cNvSpPr/>
          <p:nvPr/>
        </p:nvSpPr>
        <p:spPr>
          <a:xfrm>
            <a:off x="4277523" y="4401519"/>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59C29F55-9683-4694-02F3-32691130F09B}"/>
              </a:ext>
            </a:extLst>
          </p:cNvPr>
          <p:cNvSpPr/>
          <p:nvPr/>
        </p:nvSpPr>
        <p:spPr>
          <a:xfrm>
            <a:off x="10242458" y="4378272"/>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EC90D3-299D-E3C7-E3ED-6808809E06AD}"/>
              </a:ext>
            </a:extLst>
          </p:cNvPr>
          <p:cNvSpPr/>
          <p:nvPr/>
        </p:nvSpPr>
        <p:spPr>
          <a:xfrm>
            <a:off x="3432866" y="3347634"/>
            <a:ext cx="1983782" cy="1053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8 : CLICK ON “NEXT”</a:t>
            </a:r>
          </a:p>
        </p:txBody>
      </p:sp>
      <p:sp>
        <p:nvSpPr>
          <p:cNvPr id="15" name="Rectangle 14">
            <a:extLst>
              <a:ext uri="{FF2B5EF4-FFF2-40B4-BE49-F238E27FC236}">
                <a16:creationId xmlns:a16="http://schemas.microsoft.com/office/drawing/2014/main" id="{7C1EBC24-8121-212E-B651-A38BD2B1697B}"/>
              </a:ext>
            </a:extLst>
          </p:cNvPr>
          <p:cNvSpPr/>
          <p:nvPr/>
        </p:nvSpPr>
        <p:spPr>
          <a:xfrm>
            <a:off x="9397801" y="3324387"/>
            <a:ext cx="1983782" cy="1053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9 : CLICK ON “FINISH”</a:t>
            </a:r>
          </a:p>
        </p:txBody>
      </p:sp>
    </p:spTree>
    <p:extLst>
      <p:ext uri="{BB962C8B-B14F-4D97-AF65-F5344CB8AC3E}">
        <p14:creationId xmlns:p14="http://schemas.microsoft.com/office/powerpoint/2010/main" val="1363962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EE90-70AA-CB0E-FD42-FE65A0752917}"/>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018FB18D-9A65-3226-BA21-B6E519BC8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A87A3E9-6142-5C9C-1673-B9DC8816E7C8}"/>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1DD679B9-AB09-21C6-9A5E-73C2AD0A9866}"/>
              </a:ext>
            </a:extLst>
          </p:cNvPr>
          <p:cNvSpPr>
            <a:spLocks noGrp="1"/>
          </p:cNvSpPr>
          <p:nvPr>
            <p:ph type="sldNum" sz="quarter" idx="12"/>
          </p:nvPr>
        </p:nvSpPr>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12" name="Rectangle 8">
            <a:extLst>
              <a:ext uri="{FF2B5EF4-FFF2-40B4-BE49-F238E27FC236}">
                <a16:creationId xmlns:a16="http://schemas.microsoft.com/office/drawing/2014/main" id="{DF3E54D1-B479-2305-88A5-D437DF14E2FA}"/>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912D1898-6F91-BF54-BB02-C15A17B4B027}"/>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7 : </a:t>
            </a:r>
            <a:r>
              <a:rPr lang="en-US" sz="2800" cap="all" dirty="0">
                <a:solidFill>
                  <a:srgbClr val="00B0F0"/>
                </a:solidFill>
                <a:latin typeface="Times New Roman" panose="02020603050405020304" pitchFamily="18" charset="0"/>
                <a:cs typeface="Times New Roman" panose="02020603050405020304" pitchFamily="18" charset="0"/>
              </a:rPr>
              <a:t>Click "OK" when the "Are you ready to proceed?" pop-up appears. </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A3E445C-344D-DCBC-BEDE-B9E6A01DE98D}"/>
              </a:ext>
            </a:extLst>
          </p:cNvPr>
          <p:cNvPicPr>
            <a:picLocks noChangeAspect="1"/>
          </p:cNvPicPr>
          <p:nvPr/>
        </p:nvPicPr>
        <p:blipFill>
          <a:blip r:embed="rId3"/>
          <a:stretch>
            <a:fillRect/>
          </a:stretch>
        </p:blipFill>
        <p:spPr>
          <a:xfrm>
            <a:off x="1555806" y="2391125"/>
            <a:ext cx="9164664" cy="3327980"/>
          </a:xfrm>
          <a:prstGeom prst="rect">
            <a:avLst/>
          </a:prstGeom>
        </p:spPr>
      </p:pic>
      <p:sp>
        <p:nvSpPr>
          <p:cNvPr id="9" name="Rectangle 8">
            <a:extLst>
              <a:ext uri="{FF2B5EF4-FFF2-40B4-BE49-F238E27FC236}">
                <a16:creationId xmlns:a16="http://schemas.microsoft.com/office/drawing/2014/main" id="{49D4408F-0B2C-3339-5362-402B23C3BB3C}"/>
              </a:ext>
            </a:extLst>
          </p:cNvPr>
          <p:cNvSpPr/>
          <p:nvPr/>
        </p:nvSpPr>
        <p:spPr>
          <a:xfrm>
            <a:off x="8990309" y="3311493"/>
            <a:ext cx="1983782" cy="1053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10 : CLICK ON “OK”</a:t>
            </a:r>
          </a:p>
        </p:txBody>
      </p:sp>
      <p:sp>
        <p:nvSpPr>
          <p:cNvPr id="10" name="Arrow: Down 9">
            <a:extLst>
              <a:ext uri="{FF2B5EF4-FFF2-40B4-BE49-F238E27FC236}">
                <a16:creationId xmlns:a16="http://schemas.microsoft.com/office/drawing/2014/main" id="{AF974F4B-F398-637B-B4B3-415EE74530DF}"/>
              </a:ext>
            </a:extLst>
          </p:cNvPr>
          <p:cNvSpPr/>
          <p:nvPr/>
        </p:nvSpPr>
        <p:spPr>
          <a:xfrm>
            <a:off x="9834966" y="4365378"/>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5666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17CB5-D14A-FB08-8731-A47585B8EA47}"/>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10B0BAFC-687E-53AB-1E69-6F884DDB3D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BB6AA6E-3BA7-6800-29CC-26397324A42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9315C22E-8E29-ABB8-9326-4C6B30A3CA64}"/>
              </a:ext>
            </a:extLst>
          </p:cNvPr>
          <p:cNvSpPr>
            <a:spLocks noGrp="1"/>
          </p:cNvSpPr>
          <p:nvPr>
            <p:ph type="sldNum" sz="quarter" idx="12"/>
          </p:nvPr>
        </p:nvSpPr>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12" name="Rectangle 8">
            <a:extLst>
              <a:ext uri="{FF2B5EF4-FFF2-40B4-BE49-F238E27FC236}">
                <a16:creationId xmlns:a16="http://schemas.microsoft.com/office/drawing/2014/main" id="{5FB9BC64-B398-B950-2679-4E2CDD0F9D96}"/>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88C9BD9-4827-A4B8-CA49-2C131FCE23D0}"/>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8 : </a:t>
            </a:r>
            <a:r>
              <a:rPr lang="en-US" sz="2800" cap="all" dirty="0">
                <a:solidFill>
                  <a:srgbClr val="00B0F0"/>
                </a:solidFill>
                <a:latin typeface="Times New Roman" panose="02020603050405020304" pitchFamily="18" charset="0"/>
                <a:cs typeface="Times New Roman" panose="02020603050405020304" pitchFamily="18" charset="0"/>
              </a:rPr>
              <a:t>Wait until the operation is complete and successful. </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533968E-FAA6-F14C-03ED-9567780C5499}"/>
              </a:ext>
            </a:extLst>
          </p:cNvPr>
          <p:cNvPicPr>
            <a:picLocks noChangeAspect="1"/>
          </p:cNvPicPr>
          <p:nvPr/>
        </p:nvPicPr>
        <p:blipFill>
          <a:blip r:embed="rId3"/>
          <a:stretch>
            <a:fillRect/>
          </a:stretch>
        </p:blipFill>
        <p:spPr>
          <a:xfrm>
            <a:off x="704097" y="1406247"/>
            <a:ext cx="10783805" cy="4629796"/>
          </a:xfrm>
          <a:prstGeom prst="rect">
            <a:avLst/>
          </a:prstGeom>
        </p:spPr>
      </p:pic>
      <p:sp>
        <p:nvSpPr>
          <p:cNvPr id="9" name="Arrow: Left 8">
            <a:extLst>
              <a:ext uri="{FF2B5EF4-FFF2-40B4-BE49-F238E27FC236}">
                <a16:creationId xmlns:a16="http://schemas.microsoft.com/office/drawing/2014/main" id="{591B8333-94A5-941B-B108-4911A631507B}"/>
              </a:ext>
            </a:extLst>
          </p:cNvPr>
          <p:cNvSpPr/>
          <p:nvPr/>
        </p:nvSpPr>
        <p:spPr>
          <a:xfrm>
            <a:off x="2169762" y="5451753"/>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048ABA-8D9F-02EF-EDCE-B4524D710A2F}"/>
              </a:ext>
            </a:extLst>
          </p:cNvPr>
          <p:cNvSpPr/>
          <p:nvPr/>
        </p:nvSpPr>
        <p:spPr>
          <a:xfrm>
            <a:off x="3239145" y="5083444"/>
            <a:ext cx="2856855" cy="9608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11 : WAIT TILL ITS COMPLETE </a:t>
            </a:r>
          </a:p>
        </p:txBody>
      </p:sp>
    </p:spTree>
    <p:extLst>
      <p:ext uri="{BB962C8B-B14F-4D97-AF65-F5344CB8AC3E}">
        <p14:creationId xmlns:p14="http://schemas.microsoft.com/office/powerpoint/2010/main" val="3370938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846F-6CD6-0A38-586A-DE4D2C6B63E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5CD6F089-4C0D-4762-29C3-E4BA58BA28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645602C-544F-E1EB-FDE6-5E0BCC06C99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1960FEF4-9FF4-F3F2-CA75-CF6125B55E97}"/>
              </a:ext>
            </a:extLst>
          </p:cNvPr>
          <p:cNvSpPr>
            <a:spLocks noGrp="1"/>
          </p:cNvSpPr>
          <p:nvPr>
            <p:ph type="sldNum" sz="quarter" idx="12"/>
          </p:nvPr>
        </p:nvSpPr>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12" name="Rectangle 8">
            <a:extLst>
              <a:ext uri="{FF2B5EF4-FFF2-40B4-BE49-F238E27FC236}">
                <a16:creationId xmlns:a16="http://schemas.microsoft.com/office/drawing/2014/main" id="{389A1EAD-3D23-95B6-6549-1D66A54B106B}"/>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DD3F2B66-287D-F55D-1C60-FA5F99BCD92A}"/>
              </a:ext>
            </a:extLst>
          </p:cNvPr>
          <p:cNvSpPr txBox="1"/>
          <p:nvPr/>
        </p:nvSpPr>
        <p:spPr>
          <a:xfrm>
            <a:off x="0" y="14090"/>
            <a:ext cx="12192000" cy="1569660"/>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9 : </a:t>
            </a:r>
            <a:r>
              <a:rPr lang="en-US" sz="2800" cap="all" dirty="0">
                <a:solidFill>
                  <a:srgbClr val="00B0F0"/>
                </a:solidFill>
                <a:latin typeface="Times New Roman" panose="02020603050405020304" pitchFamily="18" charset="0"/>
                <a:cs typeface="Times New Roman" panose="02020603050405020304" pitchFamily="18" charset="0"/>
              </a:rPr>
              <a:t>CLICK ON Open Advanced Installer and import the repackaged results. This will import the files and folders of the application.</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E5D6804-7187-2484-E509-254FE04A4C9F}"/>
              </a:ext>
            </a:extLst>
          </p:cNvPr>
          <p:cNvPicPr>
            <a:picLocks noChangeAspect="1"/>
          </p:cNvPicPr>
          <p:nvPr/>
        </p:nvPicPr>
        <p:blipFill>
          <a:blip r:embed="rId3"/>
          <a:stretch>
            <a:fillRect/>
          </a:stretch>
        </p:blipFill>
        <p:spPr>
          <a:xfrm>
            <a:off x="108630" y="1766655"/>
            <a:ext cx="7206570" cy="4260900"/>
          </a:xfrm>
          <a:prstGeom prst="rect">
            <a:avLst/>
          </a:prstGeom>
        </p:spPr>
      </p:pic>
      <p:sp>
        <p:nvSpPr>
          <p:cNvPr id="9" name="Arrow: Left 8">
            <a:extLst>
              <a:ext uri="{FF2B5EF4-FFF2-40B4-BE49-F238E27FC236}">
                <a16:creationId xmlns:a16="http://schemas.microsoft.com/office/drawing/2014/main" id="{450B5BB6-40D2-716A-2C98-FA111C6D994C}"/>
              </a:ext>
            </a:extLst>
          </p:cNvPr>
          <p:cNvSpPr/>
          <p:nvPr/>
        </p:nvSpPr>
        <p:spPr>
          <a:xfrm>
            <a:off x="6540285" y="2445082"/>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0E7C9A4-CE73-D977-14F0-57326D9B7397}"/>
              </a:ext>
            </a:extLst>
          </p:cNvPr>
          <p:cNvSpPr/>
          <p:nvPr/>
        </p:nvSpPr>
        <p:spPr>
          <a:xfrm>
            <a:off x="7609668" y="2115152"/>
            <a:ext cx="3580108" cy="923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12 : CLICK AND OPEN ADVANCE D INSTALLER </a:t>
            </a:r>
          </a:p>
        </p:txBody>
      </p:sp>
    </p:spTree>
    <p:extLst>
      <p:ext uri="{BB962C8B-B14F-4D97-AF65-F5344CB8AC3E}">
        <p14:creationId xmlns:p14="http://schemas.microsoft.com/office/powerpoint/2010/main" val="2615437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DD07F-A3DE-1B81-89C6-D03FAD9A639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1144EA2B-0B91-FD8E-DBCB-59CD0487BE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08BF304-39CB-DF21-DC13-C9C018D11DB9}"/>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0F32CEDF-A419-9955-7CB1-F44FE02CC456}"/>
              </a:ext>
            </a:extLst>
          </p:cNvPr>
          <p:cNvSpPr>
            <a:spLocks noGrp="1"/>
          </p:cNvSpPr>
          <p:nvPr>
            <p:ph type="sldNum" sz="quarter" idx="12"/>
          </p:nvPr>
        </p:nvSpPr>
        <p:spPr/>
        <p:txBody>
          <a:bodyPr/>
          <a:lstStyle/>
          <a:p>
            <a:fld id="{C8F35010-364B-470B-BB6C-DCBBE63D2E54}" type="slidenum">
              <a:rPr lang="en-US" smtClean="0">
                <a:solidFill>
                  <a:schemeClr val="tx1"/>
                </a:solidFill>
              </a:rPr>
              <a:t>18</a:t>
            </a:fld>
            <a:endParaRPr lang="en-US" dirty="0">
              <a:solidFill>
                <a:schemeClr val="tx1"/>
              </a:solidFill>
            </a:endParaRPr>
          </a:p>
        </p:txBody>
      </p:sp>
      <p:sp>
        <p:nvSpPr>
          <p:cNvPr id="12" name="Rectangle 8">
            <a:extLst>
              <a:ext uri="{FF2B5EF4-FFF2-40B4-BE49-F238E27FC236}">
                <a16:creationId xmlns:a16="http://schemas.microsoft.com/office/drawing/2014/main" id="{2EFF3739-AA50-0D88-E290-BEF2539B16F1}"/>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5E8DB88-2B22-AAA5-2709-C7AD0DF01F89}"/>
              </a:ext>
            </a:extLst>
          </p:cNvPr>
          <p:cNvSpPr txBox="1"/>
          <p:nvPr/>
        </p:nvSpPr>
        <p:spPr>
          <a:xfrm>
            <a:off x="0" y="-9315"/>
            <a:ext cx="12192000" cy="1323439"/>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2. Configuring the Launch Condition:</a:t>
            </a:r>
          </a:p>
          <a:p>
            <a:r>
              <a:rPr lang="en-US" sz="4000" cap="all" dirty="0">
                <a:solidFill>
                  <a:srgbClr val="00B0F0"/>
                </a:solidFill>
                <a:latin typeface="Times New Roman" panose="02020603050405020304" pitchFamily="18" charset="0"/>
                <a:cs typeface="Times New Roman" panose="02020603050405020304" pitchFamily="18" charset="0"/>
              </a:rPr>
              <a:t>Step 10 : </a:t>
            </a:r>
            <a:r>
              <a:rPr lang="en-US" sz="2800" cap="all" dirty="0">
                <a:solidFill>
                  <a:srgbClr val="00B0F0"/>
                </a:solidFill>
                <a:latin typeface="Times New Roman" panose="02020603050405020304" pitchFamily="18" charset="0"/>
                <a:cs typeface="Times New Roman" panose="02020603050405020304" pitchFamily="18" charset="0"/>
              </a:rPr>
              <a:t>Scroll down to and click "Launch Conditions."</a:t>
            </a:r>
            <a:endParaRPr lang="en-US"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6959920-C17D-9E37-F103-79E09CA86173}"/>
              </a:ext>
            </a:extLst>
          </p:cNvPr>
          <p:cNvPicPr>
            <a:picLocks noChangeAspect="1"/>
          </p:cNvPicPr>
          <p:nvPr/>
        </p:nvPicPr>
        <p:blipFill>
          <a:blip r:embed="rId3"/>
          <a:stretch>
            <a:fillRect/>
          </a:stretch>
        </p:blipFill>
        <p:spPr>
          <a:xfrm>
            <a:off x="754396" y="1923840"/>
            <a:ext cx="10495348" cy="4151496"/>
          </a:xfrm>
          <a:prstGeom prst="rect">
            <a:avLst/>
          </a:prstGeom>
        </p:spPr>
      </p:pic>
      <p:sp>
        <p:nvSpPr>
          <p:cNvPr id="9" name="Arrow: Left 8">
            <a:extLst>
              <a:ext uri="{FF2B5EF4-FFF2-40B4-BE49-F238E27FC236}">
                <a16:creationId xmlns:a16="http://schemas.microsoft.com/office/drawing/2014/main" id="{FE5110F0-4233-6DAC-410D-0072F2A8B63F}"/>
              </a:ext>
            </a:extLst>
          </p:cNvPr>
          <p:cNvSpPr/>
          <p:nvPr/>
        </p:nvSpPr>
        <p:spPr>
          <a:xfrm>
            <a:off x="2309247" y="5172783"/>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0B5CE0-52FB-3EDE-0408-824A03B17B99}"/>
              </a:ext>
            </a:extLst>
          </p:cNvPr>
          <p:cNvSpPr/>
          <p:nvPr/>
        </p:nvSpPr>
        <p:spPr>
          <a:xfrm>
            <a:off x="3378630" y="4835471"/>
            <a:ext cx="2944678"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13 : </a:t>
            </a:r>
            <a:r>
              <a:rPr lang="en-US" cap="all" dirty="0">
                <a:solidFill>
                  <a:schemeClr val="bg1"/>
                </a:solidFill>
                <a:latin typeface="Times New Roman" panose="02020603050405020304" pitchFamily="18" charset="0"/>
                <a:cs typeface="Times New Roman" panose="02020603050405020304" pitchFamily="18" charset="0"/>
              </a:rPr>
              <a:t>Launch Condition</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870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6B3D-A405-01AC-3F5F-6295B6D43868}"/>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2F4C961-0089-DA3F-DF82-0C6AF455D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B4329A6-AA3A-53DE-6A24-0B691C869991}"/>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2D0CFD58-4C12-BFD8-6139-63192BC8A9C5}"/>
              </a:ext>
            </a:extLst>
          </p:cNvPr>
          <p:cNvSpPr>
            <a:spLocks noGrp="1"/>
          </p:cNvSpPr>
          <p:nvPr>
            <p:ph type="sldNum" sz="quarter" idx="12"/>
          </p:nvPr>
        </p:nvSpPr>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12" name="Rectangle 8">
            <a:extLst>
              <a:ext uri="{FF2B5EF4-FFF2-40B4-BE49-F238E27FC236}">
                <a16:creationId xmlns:a16="http://schemas.microsoft.com/office/drawing/2014/main" id="{7B13DE92-A779-73C1-A31C-DADEB0FA6FA6}"/>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F33D831-328B-EDD6-3696-9911CC9A2D3E}"/>
              </a:ext>
            </a:extLst>
          </p:cNvPr>
          <p:cNvSpPr txBox="1"/>
          <p:nvPr/>
        </p:nvSpPr>
        <p:spPr>
          <a:xfrm>
            <a:off x="0" y="198756"/>
            <a:ext cx="12192000" cy="2000548"/>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11 : </a:t>
            </a:r>
            <a:r>
              <a:rPr lang="en-US" sz="2800" cap="all" dirty="0">
                <a:solidFill>
                  <a:srgbClr val="00B0F0"/>
                </a:solidFill>
                <a:latin typeface="Times New Roman" panose="02020603050405020304" pitchFamily="18" charset="0"/>
                <a:cs typeface="Times New Roman" panose="02020603050405020304" pitchFamily="18" charset="0"/>
              </a:rPr>
              <a:t>Under the System Software category, unselect the default "Any Windows Version" option Select the specific OS versions you want to allow, such as Windows Server 2022 x64 and Windows Server x64. </a:t>
            </a:r>
            <a:endParaRPr lang="en-US"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877F74D-A859-D2DD-78FE-CC3D8C2ABECF}"/>
              </a:ext>
            </a:extLst>
          </p:cNvPr>
          <p:cNvPicPr>
            <a:picLocks noChangeAspect="1"/>
          </p:cNvPicPr>
          <p:nvPr/>
        </p:nvPicPr>
        <p:blipFill>
          <a:blip r:embed="rId3"/>
          <a:stretch>
            <a:fillRect/>
          </a:stretch>
        </p:blipFill>
        <p:spPr>
          <a:xfrm>
            <a:off x="1162373" y="2252524"/>
            <a:ext cx="9887919" cy="3554032"/>
          </a:xfrm>
          <a:prstGeom prst="rect">
            <a:avLst/>
          </a:prstGeom>
        </p:spPr>
      </p:pic>
      <p:sp>
        <p:nvSpPr>
          <p:cNvPr id="11" name="Arrow: Left 10">
            <a:extLst>
              <a:ext uri="{FF2B5EF4-FFF2-40B4-BE49-F238E27FC236}">
                <a16:creationId xmlns:a16="http://schemas.microsoft.com/office/drawing/2014/main" id="{70265536-F9B3-4D6E-8867-3F8DF6DF3AC4}"/>
              </a:ext>
            </a:extLst>
          </p:cNvPr>
          <p:cNvSpPr/>
          <p:nvPr/>
        </p:nvSpPr>
        <p:spPr>
          <a:xfrm>
            <a:off x="3890065" y="3429000"/>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E57F144B-9C54-32FF-1BEB-84466CFA877E}"/>
              </a:ext>
            </a:extLst>
          </p:cNvPr>
          <p:cNvSpPr/>
          <p:nvPr/>
        </p:nvSpPr>
        <p:spPr>
          <a:xfrm>
            <a:off x="3890065" y="5333977"/>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2CFAA7B4-A71B-50E0-6A3F-585ACCAB92AE}"/>
              </a:ext>
            </a:extLst>
          </p:cNvPr>
          <p:cNvSpPr/>
          <p:nvPr/>
        </p:nvSpPr>
        <p:spPr>
          <a:xfrm>
            <a:off x="3890065" y="4861398"/>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11EE8A-C7DA-A3DF-D8DF-8BAA47168D08}"/>
              </a:ext>
            </a:extLst>
          </p:cNvPr>
          <p:cNvSpPr/>
          <p:nvPr/>
        </p:nvSpPr>
        <p:spPr>
          <a:xfrm>
            <a:off x="4968499" y="3429000"/>
            <a:ext cx="3642101" cy="2377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STEP 14 : CLICK ON SPECIFIC VERSION</a:t>
            </a:r>
          </a:p>
        </p:txBody>
      </p:sp>
    </p:spTree>
    <p:extLst>
      <p:ext uri="{BB962C8B-B14F-4D97-AF65-F5344CB8AC3E}">
        <p14:creationId xmlns:p14="http://schemas.microsoft.com/office/powerpoint/2010/main" val="1176138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4F75D-91A8-FF16-C6C2-5E2E879EA47F}"/>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E280D34-1753-BB1B-CD72-5F18EB08C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4B17B99-A325-B82C-EC88-CB9B6B41194D}"/>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AB490AC8-ADC7-438A-24A7-1AAE02268F55}"/>
              </a:ext>
            </a:extLst>
          </p:cNvPr>
          <p:cNvSpPr>
            <a:spLocks noGrp="1"/>
          </p:cNvSpPr>
          <p:nvPr>
            <p:ph type="sldNum" sz="quarter" idx="12"/>
          </p:nvPr>
        </p:nvSpPr>
        <p:spPr/>
        <p:txBody>
          <a:bodyPr/>
          <a:lstStyle/>
          <a:p>
            <a:fld id="{C8F35010-364B-470B-BB6C-DCBBE63D2E54}" type="slidenum">
              <a:rPr lang="en-US" smtClean="0">
                <a:solidFill>
                  <a:schemeClr val="tx1"/>
                </a:solidFill>
              </a:rPr>
              <a:t>20</a:t>
            </a:fld>
            <a:endParaRPr lang="en-US" dirty="0">
              <a:solidFill>
                <a:schemeClr val="tx1"/>
              </a:solidFill>
            </a:endParaRPr>
          </a:p>
        </p:txBody>
      </p:sp>
      <p:sp>
        <p:nvSpPr>
          <p:cNvPr id="12" name="Rectangle 8">
            <a:extLst>
              <a:ext uri="{FF2B5EF4-FFF2-40B4-BE49-F238E27FC236}">
                <a16:creationId xmlns:a16="http://schemas.microsoft.com/office/drawing/2014/main" id="{A8C1D3A9-4266-85E4-C5D4-5ED43FF13F72}"/>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AECEABCF-9040-1145-2B2B-E19E1A7FF5C6}"/>
              </a:ext>
            </a:extLst>
          </p:cNvPr>
          <p:cNvSpPr txBox="1"/>
          <p:nvPr/>
        </p:nvSpPr>
        <p:spPr>
          <a:xfrm>
            <a:off x="0" y="198756"/>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12 : </a:t>
            </a:r>
            <a:r>
              <a:rPr lang="en-US" sz="2800" cap="all" dirty="0">
                <a:solidFill>
                  <a:srgbClr val="00B0F0"/>
                </a:solidFill>
                <a:latin typeface="Times New Roman" panose="02020603050405020304" pitchFamily="18" charset="0"/>
                <a:cs typeface="Times New Roman" panose="02020603050405020304" pitchFamily="18" charset="0"/>
              </a:rPr>
              <a:t>Go to "Product Details" and then click "Build."</a:t>
            </a:r>
            <a:endParaRPr lang="en-US"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9FF5316-0E1B-44DD-A75A-416A79CD0FAA}"/>
              </a:ext>
            </a:extLst>
          </p:cNvPr>
          <p:cNvPicPr>
            <a:picLocks noChangeAspect="1"/>
          </p:cNvPicPr>
          <p:nvPr/>
        </p:nvPicPr>
        <p:blipFill>
          <a:blip r:embed="rId3"/>
          <a:stretch>
            <a:fillRect/>
          </a:stretch>
        </p:blipFill>
        <p:spPr>
          <a:xfrm>
            <a:off x="449451" y="1193370"/>
            <a:ext cx="11076557" cy="4355024"/>
          </a:xfrm>
          <a:prstGeom prst="rect">
            <a:avLst/>
          </a:prstGeom>
        </p:spPr>
      </p:pic>
      <p:sp>
        <p:nvSpPr>
          <p:cNvPr id="11" name="Arrow: Left 10">
            <a:extLst>
              <a:ext uri="{FF2B5EF4-FFF2-40B4-BE49-F238E27FC236}">
                <a16:creationId xmlns:a16="http://schemas.microsoft.com/office/drawing/2014/main" id="{64F0163C-DF5F-B8F5-BE04-E89DD4C66C0A}"/>
              </a:ext>
            </a:extLst>
          </p:cNvPr>
          <p:cNvSpPr/>
          <p:nvPr/>
        </p:nvSpPr>
        <p:spPr>
          <a:xfrm>
            <a:off x="1766806" y="4397868"/>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A54D3C-296F-1608-99C2-B57E6B6E05B0}"/>
              </a:ext>
            </a:extLst>
          </p:cNvPr>
          <p:cNvSpPr/>
          <p:nvPr/>
        </p:nvSpPr>
        <p:spPr>
          <a:xfrm>
            <a:off x="2836189" y="3843580"/>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15 : CLICK ON PRODUCT DETIALS </a:t>
            </a:r>
          </a:p>
        </p:txBody>
      </p:sp>
      <p:sp>
        <p:nvSpPr>
          <p:cNvPr id="14" name="Arrow: Left 13">
            <a:extLst>
              <a:ext uri="{FF2B5EF4-FFF2-40B4-BE49-F238E27FC236}">
                <a16:creationId xmlns:a16="http://schemas.microsoft.com/office/drawing/2014/main" id="{28DBD7B0-F3C1-E2C1-F4E5-9F848A90DCC1}"/>
              </a:ext>
            </a:extLst>
          </p:cNvPr>
          <p:cNvSpPr/>
          <p:nvPr/>
        </p:nvSpPr>
        <p:spPr>
          <a:xfrm>
            <a:off x="883402" y="1974774"/>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A1D733E-CCEC-ED6C-6019-52963DFDD9A6}"/>
              </a:ext>
            </a:extLst>
          </p:cNvPr>
          <p:cNvSpPr/>
          <p:nvPr/>
        </p:nvSpPr>
        <p:spPr>
          <a:xfrm>
            <a:off x="1952785" y="1513109"/>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16 : CLICK ON BUILD </a:t>
            </a:r>
          </a:p>
        </p:txBody>
      </p:sp>
    </p:spTree>
    <p:extLst>
      <p:ext uri="{BB962C8B-B14F-4D97-AF65-F5344CB8AC3E}">
        <p14:creationId xmlns:p14="http://schemas.microsoft.com/office/powerpoint/2010/main" val="3926792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4BCB3-9FAA-57DA-698C-17A6467BD7F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E50A539-898B-01EB-A153-090961AFE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AE0E76A9-DA07-CBDD-948F-EF3E443B2990}"/>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488EFC80-1000-5C07-74BD-D624B3C65A4A}"/>
              </a:ext>
            </a:extLst>
          </p:cNvPr>
          <p:cNvSpPr>
            <a:spLocks noGrp="1"/>
          </p:cNvSpPr>
          <p:nvPr>
            <p:ph type="sldNum" sz="quarter" idx="12"/>
          </p:nvPr>
        </p:nvSpPr>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12" name="Rectangle 8">
            <a:extLst>
              <a:ext uri="{FF2B5EF4-FFF2-40B4-BE49-F238E27FC236}">
                <a16:creationId xmlns:a16="http://schemas.microsoft.com/office/drawing/2014/main" id="{8466B69A-01C2-A435-54CA-CE5E1D089E89}"/>
              </a:ext>
            </a:extLst>
          </p:cNvPr>
          <p:cNvSpPr>
            <a:spLocks noChangeArrowheads="1"/>
          </p:cNvSpPr>
          <p:nvPr/>
        </p:nvSpPr>
        <p:spPr bwMode="auto">
          <a:xfrm>
            <a:off x="7904136" y="1051444"/>
            <a:ext cx="91646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1BA70A5D-60B5-08CF-4446-DE228CC828D2}"/>
              </a:ext>
            </a:extLst>
          </p:cNvPr>
          <p:cNvSpPr txBox="1"/>
          <p:nvPr/>
        </p:nvSpPr>
        <p:spPr>
          <a:xfrm>
            <a:off x="0" y="198756"/>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13 : </a:t>
            </a:r>
            <a:r>
              <a:rPr lang="en-US" sz="2800" cap="all" dirty="0">
                <a:solidFill>
                  <a:srgbClr val="00B0F0"/>
                </a:solidFill>
                <a:latin typeface="Times New Roman" panose="02020603050405020304" pitchFamily="18" charset="0"/>
                <a:cs typeface="Times New Roman" panose="02020603050405020304" pitchFamily="18" charset="0"/>
              </a:rPr>
              <a:t> A pop-up will appear. Click "Continue."</a:t>
            </a: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727E9D-0175-543A-36AE-49FA53913FE2}"/>
              </a:ext>
            </a:extLst>
          </p:cNvPr>
          <p:cNvPicPr>
            <a:picLocks noChangeAspect="1"/>
          </p:cNvPicPr>
          <p:nvPr/>
        </p:nvPicPr>
        <p:blipFill>
          <a:blip r:embed="rId3"/>
          <a:stretch>
            <a:fillRect/>
          </a:stretch>
        </p:blipFill>
        <p:spPr>
          <a:xfrm>
            <a:off x="1704814" y="1565330"/>
            <a:ext cx="8979346" cy="4241226"/>
          </a:xfrm>
          <a:prstGeom prst="rect">
            <a:avLst/>
          </a:prstGeom>
        </p:spPr>
      </p:pic>
      <p:sp>
        <p:nvSpPr>
          <p:cNvPr id="7" name="Arrow: Down 6">
            <a:extLst>
              <a:ext uri="{FF2B5EF4-FFF2-40B4-BE49-F238E27FC236}">
                <a16:creationId xmlns:a16="http://schemas.microsoft.com/office/drawing/2014/main" id="{BFF88DE2-1024-AAE5-9583-0E3128D4EC37}"/>
              </a:ext>
            </a:extLst>
          </p:cNvPr>
          <p:cNvSpPr/>
          <p:nvPr/>
        </p:nvSpPr>
        <p:spPr>
          <a:xfrm>
            <a:off x="9515959" y="4565512"/>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C6BE6BA-8D2C-4BF8-3FA2-1C49BC760757}"/>
              </a:ext>
            </a:extLst>
          </p:cNvPr>
          <p:cNvSpPr/>
          <p:nvPr/>
        </p:nvSpPr>
        <p:spPr>
          <a:xfrm>
            <a:off x="8640304" y="3170665"/>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17 : CLICK ON CONTINUE</a:t>
            </a:r>
          </a:p>
        </p:txBody>
      </p:sp>
    </p:spTree>
    <p:extLst>
      <p:ext uri="{BB962C8B-B14F-4D97-AF65-F5344CB8AC3E}">
        <p14:creationId xmlns:p14="http://schemas.microsoft.com/office/powerpoint/2010/main" val="2096057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08011-4195-852A-CF70-67B018C4B20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CFDBDE9-1861-B183-4D90-277FB7532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E62184D-7BAF-7BCF-4A6D-BCB53A5AC3A7}"/>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79CC6834-160C-0BC0-E448-B1E4CB21E51E}"/>
              </a:ext>
            </a:extLst>
          </p:cNvPr>
          <p:cNvSpPr>
            <a:spLocks noGrp="1"/>
          </p:cNvSpPr>
          <p:nvPr>
            <p:ph type="sldNum" sz="quarter" idx="12"/>
          </p:nvPr>
        </p:nvSpPr>
        <p:spPr/>
        <p:txBody>
          <a:bodyPr/>
          <a:lstStyle/>
          <a:p>
            <a:fld id="{C8F35010-364B-470B-BB6C-DCBBE63D2E54}" type="slidenum">
              <a:rPr lang="en-US" smtClean="0">
                <a:solidFill>
                  <a:schemeClr val="tx1"/>
                </a:solidFill>
              </a:rPr>
              <a:t>22</a:t>
            </a:fld>
            <a:endParaRPr lang="en-US" dirty="0">
              <a:solidFill>
                <a:schemeClr val="tx1"/>
              </a:solidFill>
            </a:endParaRPr>
          </a:p>
        </p:txBody>
      </p:sp>
      <p:sp>
        <p:nvSpPr>
          <p:cNvPr id="8" name="TextBox 7">
            <a:extLst>
              <a:ext uri="{FF2B5EF4-FFF2-40B4-BE49-F238E27FC236}">
                <a16:creationId xmlns:a16="http://schemas.microsoft.com/office/drawing/2014/main" id="{1CE98D70-300E-14E0-E026-ECF39417F3B0}"/>
              </a:ext>
            </a:extLst>
          </p:cNvPr>
          <p:cNvSpPr txBox="1"/>
          <p:nvPr/>
        </p:nvSpPr>
        <p:spPr>
          <a:xfrm>
            <a:off x="0" y="198756"/>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14 : </a:t>
            </a:r>
            <a:r>
              <a:rPr lang="en-US" sz="2800" cap="all" dirty="0">
                <a:solidFill>
                  <a:srgbClr val="00B0F0"/>
                </a:solidFill>
                <a:latin typeface="Times New Roman" panose="02020603050405020304" pitchFamily="18" charset="0"/>
                <a:cs typeface="Times New Roman" panose="02020603050405020304" pitchFamily="18" charset="0"/>
              </a:rPr>
              <a:t> Save the final MSI file in your folder.</a:t>
            </a:r>
            <a:endParaRPr lang="en-US"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B46695E-B348-11AA-F82E-95FDF6CF997D}"/>
              </a:ext>
            </a:extLst>
          </p:cNvPr>
          <p:cNvPicPr>
            <a:picLocks noChangeAspect="1"/>
          </p:cNvPicPr>
          <p:nvPr/>
        </p:nvPicPr>
        <p:blipFill>
          <a:blip r:embed="rId3"/>
          <a:stretch>
            <a:fillRect/>
          </a:stretch>
        </p:blipFill>
        <p:spPr>
          <a:xfrm>
            <a:off x="108630" y="1315515"/>
            <a:ext cx="5741231" cy="4631961"/>
          </a:xfrm>
          <a:prstGeom prst="rect">
            <a:avLst/>
          </a:prstGeom>
        </p:spPr>
      </p:pic>
      <p:pic>
        <p:nvPicPr>
          <p:cNvPr id="13" name="Picture 12">
            <a:extLst>
              <a:ext uri="{FF2B5EF4-FFF2-40B4-BE49-F238E27FC236}">
                <a16:creationId xmlns:a16="http://schemas.microsoft.com/office/drawing/2014/main" id="{7C71EB68-8624-C3CB-7CFF-B2DFB0B57809}"/>
              </a:ext>
            </a:extLst>
          </p:cNvPr>
          <p:cNvPicPr>
            <a:picLocks noChangeAspect="1"/>
          </p:cNvPicPr>
          <p:nvPr/>
        </p:nvPicPr>
        <p:blipFill>
          <a:blip r:embed="rId4"/>
          <a:stretch>
            <a:fillRect/>
          </a:stretch>
        </p:blipFill>
        <p:spPr>
          <a:xfrm>
            <a:off x="6096000" y="2221023"/>
            <a:ext cx="5987370" cy="2415953"/>
          </a:xfrm>
          <a:prstGeom prst="rect">
            <a:avLst/>
          </a:prstGeom>
        </p:spPr>
      </p:pic>
      <p:sp>
        <p:nvSpPr>
          <p:cNvPr id="14" name="Rectangle 13">
            <a:extLst>
              <a:ext uri="{FF2B5EF4-FFF2-40B4-BE49-F238E27FC236}">
                <a16:creationId xmlns:a16="http://schemas.microsoft.com/office/drawing/2014/main" id="{0E26C9A6-F684-511D-B5F4-3E616848B57D}"/>
              </a:ext>
            </a:extLst>
          </p:cNvPr>
          <p:cNvSpPr/>
          <p:nvPr/>
        </p:nvSpPr>
        <p:spPr>
          <a:xfrm>
            <a:off x="3401868" y="3631495"/>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18 : CLICK ON SAVE</a:t>
            </a:r>
          </a:p>
        </p:txBody>
      </p:sp>
      <p:sp>
        <p:nvSpPr>
          <p:cNvPr id="15" name="Arrow: Down 14">
            <a:extLst>
              <a:ext uri="{FF2B5EF4-FFF2-40B4-BE49-F238E27FC236}">
                <a16:creationId xmlns:a16="http://schemas.microsoft.com/office/drawing/2014/main" id="{5B14A11C-31F1-ECF7-5D00-0A910A425254}"/>
              </a:ext>
            </a:extLst>
          </p:cNvPr>
          <p:cNvSpPr/>
          <p:nvPr/>
        </p:nvSpPr>
        <p:spPr>
          <a:xfrm>
            <a:off x="4277522" y="5025447"/>
            <a:ext cx="294468" cy="6354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9E1679F3-413C-C404-07B8-D9AE9E437FEF}"/>
              </a:ext>
            </a:extLst>
          </p:cNvPr>
          <p:cNvSpPr/>
          <p:nvPr/>
        </p:nvSpPr>
        <p:spPr>
          <a:xfrm>
            <a:off x="7867802" y="4404620"/>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12126B2-1E0E-8753-7335-9CD1FC92A414}"/>
              </a:ext>
            </a:extLst>
          </p:cNvPr>
          <p:cNvSpPr/>
          <p:nvPr/>
        </p:nvSpPr>
        <p:spPr>
          <a:xfrm>
            <a:off x="8937185" y="393955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TILL ITS SUCCESSFULL</a:t>
            </a:r>
          </a:p>
        </p:txBody>
      </p:sp>
    </p:spTree>
    <p:extLst>
      <p:ext uri="{BB962C8B-B14F-4D97-AF65-F5344CB8AC3E}">
        <p14:creationId xmlns:p14="http://schemas.microsoft.com/office/powerpoint/2010/main" val="1152855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D9D8F-63F4-5FB3-90DF-922951884F7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CF85DFE-6A7A-1859-C11A-76E79711D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EC870170-DB07-0306-D488-AB7764A8328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C73EC901-6FC3-CBF7-61E1-D301FFEE8283}"/>
              </a:ext>
            </a:extLst>
          </p:cNvPr>
          <p:cNvSpPr>
            <a:spLocks noGrp="1"/>
          </p:cNvSpPr>
          <p:nvPr>
            <p:ph type="sldNum" sz="quarter" idx="12"/>
          </p:nvPr>
        </p:nvSpPr>
        <p:spPr/>
        <p:txBody>
          <a:bodyPr/>
          <a:lstStyle/>
          <a:p>
            <a:fld id="{C8F35010-364B-470B-BB6C-DCBBE63D2E54}" type="slidenum">
              <a:rPr lang="en-US" smtClean="0">
                <a:solidFill>
                  <a:schemeClr val="tx1"/>
                </a:solidFill>
              </a:rPr>
              <a:t>23</a:t>
            </a:fld>
            <a:endParaRPr lang="en-US" dirty="0">
              <a:solidFill>
                <a:schemeClr val="tx1"/>
              </a:solidFill>
            </a:endParaRPr>
          </a:p>
        </p:txBody>
      </p:sp>
      <p:sp>
        <p:nvSpPr>
          <p:cNvPr id="8" name="TextBox 7">
            <a:extLst>
              <a:ext uri="{FF2B5EF4-FFF2-40B4-BE49-F238E27FC236}">
                <a16:creationId xmlns:a16="http://schemas.microsoft.com/office/drawing/2014/main" id="{2A4FA18D-1A13-EF0C-7359-8E7320169BEA}"/>
              </a:ext>
            </a:extLst>
          </p:cNvPr>
          <p:cNvSpPr txBox="1"/>
          <p:nvPr/>
        </p:nvSpPr>
        <p:spPr>
          <a:xfrm>
            <a:off x="0" y="198756"/>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15 : </a:t>
            </a:r>
            <a:r>
              <a:rPr lang="en-US" sz="2800" cap="all" dirty="0">
                <a:solidFill>
                  <a:srgbClr val="00B0F0"/>
                </a:solidFill>
                <a:latin typeface="Times New Roman" panose="02020603050405020304" pitchFamily="18" charset="0"/>
                <a:cs typeface="Times New Roman" panose="02020603050405020304" pitchFamily="18" charset="0"/>
              </a:rPr>
              <a:t> Uninstall the MSI file you just built.</a:t>
            </a: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3AF24E7-68CE-CAEC-0D99-35C340C47784}"/>
              </a:ext>
            </a:extLst>
          </p:cNvPr>
          <p:cNvPicPr>
            <a:picLocks noChangeAspect="1"/>
          </p:cNvPicPr>
          <p:nvPr/>
        </p:nvPicPr>
        <p:blipFill>
          <a:blip r:embed="rId3"/>
          <a:stretch>
            <a:fillRect/>
          </a:stretch>
        </p:blipFill>
        <p:spPr>
          <a:xfrm>
            <a:off x="584616" y="1154243"/>
            <a:ext cx="11032761" cy="2274757"/>
          </a:xfrm>
          <a:prstGeom prst="rect">
            <a:avLst/>
          </a:prstGeom>
        </p:spPr>
      </p:pic>
      <p:pic>
        <p:nvPicPr>
          <p:cNvPr id="10" name="Picture 9">
            <a:extLst>
              <a:ext uri="{FF2B5EF4-FFF2-40B4-BE49-F238E27FC236}">
                <a16:creationId xmlns:a16="http://schemas.microsoft.com/office/drawing/2014/main" id="{233A2A7D-FE35-B20E-1C86-AC532973CB01}"/>
              </a:ext>
            </a:extLst>
          </p:cNvPr>
          <p:cNvPicPr>
            <a:picLocks noChangeAspect="1"/>
          </p:cNvPicPr>
          <p:nvPr/>
        </p:nvPicPr>
        <p:blipFill>
          <a:blip r:embed="rId4"/>
          <a:stretch>
            <a:fillRect/>
          </a:stretch>
        </p:blipFill>
        <p:spPr>
          <a:xfrm>
            <a:off x="584616" y="3661347"/>
            <a:ext cx="11032761" cy="2274757"/>
          </a:xfrm>
          <a:prstGeom prst="rect">
            <a:avLst/>
          </a:prstGeom>
        </p:spPr>
      </p:pic>
      <p:sp>
        <p:nvSpPr>
          <p:cNvPr id="11" name="Rectangle 10">
            <a:extLst>
              <a:ext uri="{FF2B5EF4-FFF2-40B4-BE49-F238E27FC236}">
                <a16:creationId xmlns:a16="http://schemas.microsoft.com/office/drawing/2014/main" id="{D0F6A1BC-E394-7282-FA95-912B6930CE51}"/>
              </a:ext>
            </a:extLst>
          </p:cNvPr>
          <p:cNvSpPr/>
          <p:nvPr/>
        </p:nvSpPr>
        <p:spPr>
          <a:xfrm>
            <a:off x="7778996" y="290169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19 : CLICK ON YES</a:t>
            </a:r>
          </a:p>
        </p:txBody>
      </p:sp>
      <p:sp>
        <p:nvSpPr>
          <p:cNvPr id="12" name="Arrow: Down 11">
            <a:extLst>
              <a:ext uri="{FF2B5EF4-FFF2-40B4-BE49-F238E27FC236}">
                <a16:creationId xmlns:a16="http://schemas.microsoft.com/office/drawing/2014/main" id="{4C9D2069-EAA3-2CAD-A2CD-26AFEC32B3F8}"/>
              </a:ext>
            </a:extLst>
          </p:cNvPr>
          <p:cNvSpPr/>
          <p:nvPr/>
        </p:nvSpPr>
        <p:spPr>
          <a:xfrm>
            <a:off x="8602639" y="4302001"/>
            <a:ext cx="398489" cy="9934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6845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1FB5C-BC9B-22EC-3C29-D478806B3DA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4AA9E60A-CB2A-6962-BF12-A07168B375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400DB19-A1EE-16A8-05E3-28AA23F3296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C8A1F805-02E1-DC38-94FB-A201CB25EEEF}"/>
              </a:ext>
            </a:extLst>
          </p:cNvPr>
          <p:cNvSpPr>
            <a:spLocks noGrp="1"/>
          </p:cNvSpPr>
          <p:nvPr>
            <p:ph type="sldNum" sz="quarter" idx="12"/>
          </p:nvPr>
        </p:nvSpPr>
        <p:spPr/>
        <p:txBody>
          <a:bodyPr/>
          <a:lstStyle/>
          <a:p>
            <a:fld id="{C8F35010-364B-470B-BB6C-DCBBE63D2E54}" type="slidenum">
              <a:rPr lang="en-US" smtClean="0">
                <a:solidFill>
                  <a:schemeClr val="tx1"/>
                </a:solidFill>
              </a:rPr>
              <a:t>24</a:t>
            </a:fld>
            <a:endParaRPr lang="en-US" dirty="0">
              <a:solidFill>
                <a:schemeClr val="tx1"/>
              </a:solidFill>
            </a:endParaRPr>
          </a:p>
        </p:txBody>
      </p:sp>
      <p:sp>
        <p:nvSpPr>
          <p:cNvPr id="8" name="TextBox 7">
            <a:extLst>
              <a:ext uri="{FF2B5EF4-FFF2-40B4-BE49-F238E27FC236}">
                <a16:creationId xmlns:a16="http://schemas.microsoft.com/office/drawing/2014/main" id="{E6F577E2-4CD9-2B42-9376-974F65FF694F}"/>
              </a:ext>
            </a:extLst>
          </p:cNvPr>
          <p:cNvSpPr txBox="1"/>
          <p:nvPr/>
        </p:nvSpPr>
        <p:spPr>
          <a:xfrm>
            <a:off x="0" y="198756"/>
            <a:ext cx="12192000" cy="2185214"/>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3. Testing the Installer:</a:t>
            </a:r>
          </a:p>
          <a:p>
            <a:r>
              <a:rPr lang="en-US" sz="4000" cap="all" dirty="0">
                <a:solidFill>
                  <a:srgbClr val="00B0F0"/>
                </a:solidFill>
                <a:latin typeface="Times New Roman" panose="02020603050405020304" pitchFamily="18" charset="0"/>
                <a:cs typeface="Times New Roman" panose="02020603050405020304" pitchFamily="18" charset="0"/>
              </a:rPr>
              <a:t>Step 16 : </a:t>
            </a:r>
            <a:r>
              <a:rPr lang="en-US" sz="2800" cap="all" dirty="0">
                <a:solidFill>
                  <a:srgbClr val="00B0F0"/>
                </a:solidFill>
                <a:latin typeface="Times New Roman" panose="02020603050405020304" pitchFamily="18" charset="0"/>
                <a:cs typeface="Times New Roman" panose="02020603050405020304" pitchFamily="18" charset="0"/>
              </a:rPr>
              <a:t> Navigate to the output folder and double-click the newly built MSI file.</a:t>
            </a:r>
          </a:p>
          <a:p>
            <a:endParaRPr lang="en-US"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BE58344-6614-C1A5-980F-4D17FA313776}"/>
              </a:ext>
            </a:extLst>
          </p:cNvPr>
          <p:cNvPicPr>
            <a:picLocks noChangeAspect="1"/>
          </p:cNvPicPr>
          <p:nvPr/>
        </p:nvPicPr>
        <p:blipFill>
          <a:blip r:embed="rId3"/>
          <a:stretch>
            <a:fillRect/>
          </a:stretch>
        </p:blipFill>
        <p:spPr>
          <a:xfrm>
            <a:off x="754397" y="2429030"/>
            <a:ext cx="10599404" cy="3626996"/>
          </a:xfrm>
          <a:prstGeom prst="rect">
            <a:avLst/>
          </a:prstGeom>
        </p:spPr>
      </p:pic>
      <p:sp>
        <p:nvSpPr>
          <p:cNvPr id="9" name="Rectangle 8">
            <a:extLst>
              <a:ext uri="{FF2B5EF4-FFF2-40B4-BE49-F238E27FC236}">
                <a16:creationId xmlns:a16="http://schemas.microsoft.com/office/drawing/2014/main" id="{8E710617-2440-1437-515D-E41F5AB98D92}"/>
              </a:ext>
            </a:extLst>
          </p:cNvPr>
          <p:cNvSpPr/>
          <p:nvPr/>
        </p:nvSpPr>
        <p:spPr>
          <a:xfrm>
            <a:off x="5294576" y="2128809"/>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20 : CLICK ON OPEN OUTPUT FLODER</a:t>
            </a:r>
          </a:p>
        </p:txBody>
      </p:sp>
      <p:sp>
        <p:nvSpPr>
          <p:cNvPr id="11" name="Rectangle 10">
            <a:extLst>
              <a:ext uri="{FF2B5EF4-FFF2-40B4-BE49-F238E27FC236}">
                <a16:creationId xmlns:a16="http://schemas.microsoft.com/office/drawing/2014/main" id="{4E3F7AC4-E5A7-6C2C-12F3-620D0D260C69}"/>
              </a:ext>
            </a:extLst>
          </p:cNvPr>
          <p:cNvSpPr/>
          <p:nvPr/>
        </p:nvSpPr>
        <p:spPr>
          <a:xfrm>
            <a:off x="5695363" y="3672736"/>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21 : CLICK ON MSI</a:t>
            </a:r>
          </a:p>
        </p:txBody>
      </p:sp>
      <p:sp>
        <p:nvSpPr>
          <p:cNvPr id="12" name="Arrow: Left 11">
            <a:extLst>
              <a:ext uri="{FF2B5EF4-FFF2-40B4-BE49-F238E27FC236}">
                <a16:creationId xmlns:a16="http://schemas.microsoft.com/office/drawing/2014/main" id="{8DD1781E-061A-D5B0-3721-CC95ADB33CB0}"/>
              </a:ext>
            </a:extLst>
          </p:cNvPr>
          <p:cNvSpPr/>
          <p:nvPr/>
        </p:nvSpPr>
        <p:spPr>
          <a:xfrm>
            <a:off x="4225193" y="2562658"/>
            <a:ext cx="1069383" cy="26347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16EF129C-E3D0-019C-DBE1-009E826C9258}"/>
              </a:ext>
            </a:extLst>
          </p:cNvPr>
          <p:cNvSpPr/>
          <p:nvPr/>
        </p:nvSpPr>
        <p:spPr>
          <a:xfrm>
            <a:off x="6519006" y="5065081"/>
            <a:ext cx="398489" cy="6461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4345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6530-5726-274A-6DAF-92FF2C36EA6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5109202-5DD5-C522-E93A-F73D17754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B6FBE22-5FF4-B654-BF54-F10351A57D26}"/>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5A6CEF65-A298-403A-C2D4-D08CA2F153AA}"/>
              </a:ext>
            </a:extLst>
          </p:cNvPr>
          <p:cNvSpPr>
            <a:spLocks noGrp="1"/>
          </p:cNvSpPr>
          <p:nvPr>
            <p:ph type="sldNum" sz="quarter" idx="12"/>
          </p:nvPr>
        </p:nvSpPr>
        <p:spPr/>
        <p:txBody>
          <a:bodyPr/>
          <a:lstStyle/>
          <a:p>
            <a:fld id="{C8F35010-364B-470B-BB6C-DCBBE63D2E54}" type="slidenum">
              <a:rPr lang="en-US" smtClean="0">
                <a:solidFill>
                  <a:schemeClr val="tx1"/>
                </a:solidFill>
              </a:rPr>
              <a:t>25</a:t>
            </a:fld>
            <a:endParaRPr lang="en-US" dirty="0">
              <a:solidFill>
                <a:schemeClr val="tx1"/>
              </a:solidFill>
            </a:endParaRPr>
          </a:p>
        </p:txBody>
      </p:sp>
      <p:sp>
        <p:nvSpPr>
          <p:cNvPr id="8" name="TextBox 7">
            <a:extLst>
              <a:ext uri="{FF2B5EF4-FFF2-40B4-BE49-F238E27FC236}">
                <a16:creationId xmlns:a16="http://schemas.microsoft.com/office/drawing/2014/main" id="{87E1819F-6871-9D29-F821-0209CDA753E6}"/>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17 : </a:t>
            </a:r>
            <a:r>
              <a:rPr lang="en-US" sz="2800" cap="all" dirty="0">
                <a:solidFill>
                  <a:srgbClr val="00B0F0"/>
                </a:solidFill>
                <a:latin typeface="Times New Roman" panose="02020603050405020304" pitchFamily="18" charset="0"/>
                <a:cs typeface="Times New Roman" panose="02020603050405020304" pitchFamily="18" charset="0"/>
              </a:rPr>
              <a:t> An "Installation Pop-up" will appear. Click "Next" and "Install" until it's done, then click "Finish."</a:t>
            </a: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5F83636-0C30-9BAD-18B4-E8A8E87CA5BF}"/>
              </a:ext>
            </a:extLst>
          </p:cNvPr>
          <p:cNvPicPr>
            <a:picLocks noChangeAspect="1"/>
          </p:cNvPicPr>
          <p:nvPr/>
        </p:nvPicPr>
        <p:blipFill>
          <a:blip r:embed="rId3"/>
          <a:stretch>
            <a:fillRect/>
          </a:stretch>
        </p:blipFill>
        <p:spPr>
          <a:xfrm>
            <a:off x="431512" y="1560013"/>
            <a:ext cx="5204789" cy="4346112"/>
          </a:xfrm>
          <a:prstGeom prst="rect">
            <a:avLst/>
          </a:prstGeom>
        </p:spPr>
      </p:pic>
      <p:pic>
        <p:nvPicPr>
          <p:cNvPr id="10" name="Picture 9">
            <a:extLst>
              <a:ext uri="{FF2B5EF4-FFF2-40B4-BE49-F238E27FC236}">
                <a16:creationId xmlns:a16="http://schemas.microsoft.com/office/drawing/2014/main" id="{B9CD453E-2FBD-A0C0-0145-832B97E72BA3}"/>
              </a:ext>
            </a:extLst>
          </p:cNvPr>
          <p:cNvPicPr>
            <a:picLocks noChangeAspect="1"/>
          </p:cNvPicPr>
          <p:nvPr/>
        </p:nvPicPr>
        <p:blipFill>
          <a:blip r:embed="rId4"/>
          <a:stretch>
            <a:fillRect/>
          </a:stretch>
        </p:blipFill>
        <p:spPr>
          <a:xfrm>
            <a:off x="6085931" y="1560012"/>
            <a:ext cx="5674557" cy="4346111"/>
          </a:xfrm>
          <a:prstGeom prst="rect">
            <a:avLst/>
          </a:prstGeom>
        </p:spPr>
      </p:pic>
      <p:sp>
        <p:nvSpPr>
          <p:cNvPr id="11" name="Rectangle 10">
            <a:extLst>
              <a:ext uri="{FF2B5EF4-FFF2-40B4-BE49-F238E27FC236}">
                <a16:creationId xmlns:a16="http://schemas.microsoft.com/office/drawing/2014/main" id="{F592E0ED-662C-3E4D-84BA-21F52BAEABC3}"/>
              </a:ext>
            </a:extLst>
          </p:cNvPr>
          <p:cNvSpPr/>
          <p:nvPr/>
        </p:nvSpPr>
        <p:spPr>
          <a:xfrm>
            <a:off x="3126505" y="3590400"/>
            <a:ext cx="2045777" cy="820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22 : CLICK ON “NEXT”</a:t>
            </a:r>
          </a:p>
        </p:txBody>
      </p:sp>
      <p:sp>
        <p:nvSpPr>
          <p:cNvPr id="12" name="Rectangle 11">
            <a:extLst>
              <a:ext uri="{FF2B5EF4-FFF2-40B4-BE49-F238E27FC236}">
                <a16:creationId xmlns:a16="http://schemas.microsoft.com/office/drawing/2014/main" id="{96D6DC6D-C314-F646-F1D4-5BA5E6B2B01D}"/>
              </a:ext>
            </a:extLst>
          </p:cNvPr>
          <p:cNvSpPr/>
          <p:nvPr/>
        </p:nvSpPr>
        <p:spPr>
          <a:xfrm>
            <a:off x="9115619" y="3590399"/>
            <a:ext cx="2045777" cy="8205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23 : CLICK ON “FINISH”</a:t>
            </a:r>
          </a:p>
        </p:txBody>
      </p:sp>
      <p:sp>
        <p:nvSpPr>
          <p:cNvPr id="13" name="Arrow: Down 12">
            <a:extLst>
              <a:ext uri="{FF2B5EF4-FFF2-40B4-BE49-F238E27FC236}">
                <a16:creationId xmlns:a16="http://schemas.microsoft.com/office/drawing/2014/main" id="{B9EBBDCE-99C9-DD3F-1FF9-1BA460D0C05B}"/>
              </a:ext>
            </a:extLst>
          </p:cNvPr>
          <p:cNvSpPr/>
          <p:nvPr/>
        </p:nvSpPr>
        <p:spPr>
          <a:xfrm>
            <a:off x="9939262" y="4410983"/>
            <a:ext cx="398489" cy="9934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28CDE919-5082-4835-C681-6AD716179C73}"/>
              </a:ext>
            </a:extLst>
          </p:cNvPr>
          <p:cNvSpPr/>
          <p:nvPr/>
        </p:nvSpPr>
        <p:spPr>
          <a:xfrm>
            <a:off x="3950148" y="4410982"/>
            <a:ext cx="398489" cy="9934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2245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7889F-E12E-4EF5-8B94-FBD6B33F0CC8}"/>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EDC510E8-B1A9-6717-40CC-5E6EBCD772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0335BF0-859D-8A2E-D507-061904CB24F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83214F23-2E8B-0244-5780-0540D4D14689}"/>
              </a:ext>
            </a:extLst>
          </p:cNvPr>
          <p:cNvSpPr>
            <a:spLocks noGrp="1"/>
          </p:cNvSpPr>
          <p:nvPr>
            <p:ph type="sldNum" sz="quarter" idx="12"/>
          </p:nvPr>
        </p:nvSpPr>
        <p:spPr/>
        <p:txBody>
          <a:bodyPr/>
          <a:lstStyle/>
          <a:p>
            <a:fld id="{C8F35010-364B-470B-BB6C-DCBBE63D2E54}" type="slidenum">
              <a:rPr lang="en-US" smtClean="0">
                <a:solidFill>
                  <a:schemeClr val="tx1"/>
                </a:solidFill>
              </a:rPr>
              <a:t>26</a:t>
            </a:fld>
            <a:endParaRPr lang="en-US" dirty="0">
              <a:solidFill>
                <a:schemeClr val="tx1"/>
              </a:solidFill>
            </a:endParaRPr>
          </a:p>
        </p:txBody>
      </p:sp>
      <p:sp>
        <p:nvSpPr>
          <p:cNvPr id="8" name="TextBox 7">
            <a:extLst>
              <a:ext uri="{FF2B5EF4-FFF2-40B4-BE49-F238E27FC236}">
                <a16:creationId xmlns:a16="http://schemas.microsoft.com/office/drawing/2014/main" id="{686F8A08-A28B-B136-97FA-812910032A4B}"/>
              </a:ext>
            </a:extLst>
          </p:cNvPr>
          <p:cNvSpPr txBox="1"/>
          <p:nvPr/>
        </p:nvSpPr>
        <p:spPr>
          <a:xfrm>
            <a:off x="0" y="198756"/>
            <a:ext cx="12192000" cy="1138773"/>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18 : </a:t>
            </a:r>
            <a:r>
              <a:rPr lang="en-US" sz="2800" cap="all" dirty="0">
                <a:solidFill>
                  <a:srgbClr val="00B0F0"/>
                </a:solidFill>
                <a:latin typeface="Times New Roman" panose="02020603050405020304" pitchFamily="18" charset="0"/>
                <a:cs typeface="Times New Roman" panose="02020603050405020304" pitchFamily="18" charset="0"/>
              </a:rPr>
              <a:t> Check the "Control Panel" to confirm that the software is installed.</a:t>
            </a:r>
            <a:endParaRPr lang="en-US" sz="2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FF3F3C9-F439-6B9D-B28B-CCB3B33C0206}"/>
              </a:ext>
            </a:extLst>
          </p:cNvPr>
          <p:cNvPicPr>
            <a:picLocks noChangeAspect="1"/>
          </p:cNvPicPr>
          <p:nvPr/>
        </p:nvPicPr>
        <p:blipFill>
          <a:blip r:embed="rId3"/>
          <a:stretch>
            <a:fillRect/>
          </a:stretch>
        </p:blipFill>
        <p:spPr>
          <a:xfrm>
            <a:off x="1229193" y="1399759"/>
            <a:ext cx="9278912" cy="4956590"/>
          </a:xfrm>
          <a:prstGeom prst="rect">
            <a:avLst/>
          </a:prstGeom>
        </p:spPr>
      </p:pic>
      <p:sp>
        <p:nvSpPr>
          <p:cNvPr id="12" name="Rectangle 11">
            <a:extLst>
              <a:ext uri="{FF2B5EF4-FFF2-40B4-BE49-F238E27FC236}">
                <a16:creationId xmlns:a16="http://schemas.microsoft.com/office/drawing/2014/main" id="{4209071E-582E-2F32-140A-D351463273C8}"/>
              </a:ext>
            </a:extLst>
          </p:cNvPr>
          <p:cNvSpPr/>
          <p:nvPr/>
        </p:nvSpPr>
        <p:spPr>
          <a:xfrm>
            <a:off x="1229193" y="363886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24 : MSI INSTALLED</a:t>
            </a:r>
          </a:p>
        </p:txBody>
      </p:sp>
      <p:sp>
        <p:nvSpPr>
          <p:cNvPr id="13" name="Arrow: Up 12">
            <a:extLst>
              <a:ext uri="{FF2B5EF4-FFF2-40B4-BE49-F238E27FC236}">
                <a16:creationId xmlns:a16="http://schemas.microsoft.com/office/drawing/2014/main" id="{7E5C3DC6-D6F4-D4BB-5432-36F5CAE340AD}"/>
              </a:ext>
            </a:extLst>
          </p:cNvPr>
          <p:cNvSpPr/>
          <p:nvPr/>
        </p:nvSpPr>
        <p:spPr>
          <a:xfrm>
            <a:off x="1552159" y="2698230"/>
            <a:ext cx="411552" cy="94063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7115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4A1AD-F183-B54B-9BF0-9CFA8D4B9B1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9947022-D2AC-202E-0D37-447003656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EEF1689-9DFB-F3AC-AE79-2D8DCD28425C}"/>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22E6C424-A02E-16AB-8D68-989495403665}"/>
              </a:ext>
            </a:extLst>
          </p:cNvPr>
          <p:cNvSpPr>
            <a:spLocks noGrp="1"/>
          </p:cNvSpPr>
          <p:nvPr>
            <p:ph type="sldNum" sz="quarter" idx="12"/>
          </p:nvPr>
        </p:nvSpPr>
        <p:spPr/>
        <p:txBody>
          <a:bodyPr/>
          <a:lstStyle/>
          <a:p>
            <a:fld id="{C8F35010-364B-470B-BB6C-DCBBE63D2E54}" type="slidenum">
              <a:rPr lang="en-US" smtClean="0">
                <a:solidFill>
                  <a:schemeClr val="tx1"/>
                </a:solidFill>
              </a:rPr>
              <a:t>27</a:t>
            </a:fld>
            <a:endParaRPr lang="en-US" dirty="0">
              <a:solidFill>
                <a:schemeClr val="tx1"/>
              </a:solidFill>
            </a:endParaRPr>
          </a:p>
        </p:txBody>
      </p:sp>
      <p:sp>
        <p:nvSpPr>
          <p:cNvPr id="8" name="TextBox 7">
            <a:extLst>
              <a:ext uri="{FF2B5EF4-FFF2-40B4-BE49-F238E27FC236}">
                <a16:creationId xmlns:a16="http://schemas.microsoft.com/office/drawing/2014/main" id="{E574CBC8-81EF-8593-74CC-BD4464D9041A}"/>
              </a:ext>
            </a:extLst>
          </p:cNvPr>
          <p:cNvSpPr txBox="1"/>
          <p:nvPr/>
        </p:nvSpPr>
        <p:spPr>
          <a:xfrm>
            <a:off x="0" y="198756"/>
            <a:ext cx="12192000" cy="1569660"/>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19: </a:t>
            </a:r>
            <a:r>
              <a:rPr lang="en-US" sz="2800" cap="all" dirty="0">
                <a:solidFill>
                  <a:srgbClr val="00B0F0"/>
                </a:solidFill>
                <a:latin typeface="Times New Roman" panose="02020603050405020304" pitchFamily="18" charset="0"/>
                <a:cs typeface="Times New Roman" panose="02020603050405020304" pitchFamily="18" charset="0"/>
              </a:rPr>
              <a:t>  To test launch condition, go to the "Launch Conditions" section again Select a random Windows version that is not on your current system.</a:t>
            </a: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44D78E-B349-F8CB-3A27-D27C48B43D03}"/>
              </a:ext>
            </a:extLst>
          </p:cNvPr>
          <p:cNvPicPr>
            <a:picLocks noChangeAspect="1"/>
          </p:cNvPicPr>
          <p:nvPr/>
        </p:nvPicPr>
        <p:blipFill>
          <a:blip r:embed="rId3"/>
          <a:stretch>
            <a:fillRect/>
          </a:stretch>
        </p:blipFill>
        <p:spPr>
          <a:xfrm>
            <a:off x="1543987" y="1876208"/>
            <a:ext cx="8604354" cy="3895005"/>
          </a:xfrm>
          <a:prstGeom prst="rect">
            <a:avLst/>
          </a:prstGeom>
        </p:spPr>
      </p:pic>
      <p:sp>
        <p:nvSpPr>
          <p:cNvPr id="7" name="Rectangle 6">
            <a:extLst>
              <a:ext uri="{FF2B5EF4-FFF2-40B4-BE49-F238E27FC236}">
                <a16:creationId xmlns:a16="http://schemas.microsoft.com/office/drawing/2014/main" id="{A69DE232-09BF-5CFF-1C6E-D24ACE66FC55}"/>
              </a:ext>
            </a:extLst>
          </p:cNvPr>
          <p:cNvSpPr/>
          <p:nvPr/>
        </p:nvSpPr>
        <p:spPr>
          <a:xfrm>
            <a:off x="9125452" y="2731576"/>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26 : CLICK ON RANDOM VERSION</a:t>
            </a:r>
          </a:p>
        </p:txBody>
      </p:sp>
      <p:sp>
        <p:nvSpPr>
          <p:cNvPr id="9" name="Rectangle 8">
            <a:extLst>
              <a:ext uri="{FF2B5EF4-FFF2-40B4-BE49-F238E27FC236}">
                <a16:creationId xmlns:a16="http://schemas.microsoft.com/office/drawing/2014/main" id="{E73E82B9-1EAE-2308-0196-E2D67316225F}"/>
              </a:ext>
            </a:extLst>
          </p:cNvPr>
          <p:cNvSpPr/>
          <p:nvPr/>
        </p:nvSpPr>
        <p:spPr>
          <a:xfrm>
            <a:off x="1507840" y="502373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25 : CLICK ON LAUNCH CONDITION</a:t>
            </a:r>
          </a:p>
        </p:txBody>
      </p:sp>
      <p:sp>
        <p:nvSpPr>
          <p:cNvPr id="10" name="Arrow: Up 9">
            <a:extLst>
              <a:ext uri="{FF2B5EF4-FFF2-40B4-BE49-F238E27FC236}">
                <a16:creationId xmlns:a16="http://schemas.microsoft.com/office/drawing/2014/main" id="{ADF7CBE5-EBB7-47CC-1F95-F6629513D938}"/>
              </a:ext>
            </a:extLst>
          </p:cNvPr>
          <p:cNvSpPr/>
          <p:nvPr/>
        </p:nvSpPr>
        <p:spPr>
          <a:xfrm>
            <a:off x="2324952" y="4242217"/>
            <a:ext cx="411552" cy="78151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Left 11">
            <a:extLst>
              <a:ext uri="{FF2B5EF4-FFF2-40B4-BE49-F238E27FC236}">
                <a16:creationId xmlns:a16="http://schemas.microsoft.com/office/drawing/2014/main" id="{7B473582-7B0C-3B15-0321-FD780898092A}"/>
              </a:ext>
            </a:extLst>
          </p:cNvPr>
          <p:cNvSpPr/>
          <p:nvPr/>
        </p:nvSpPr>
        <p:spPr>
          <a:xfrm>
            <a:off x="7630578" y="3493623"/>
            <a:ext cx="1494874" cy="33008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250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6665-8D3E-B1A4-31B8-BA54D414111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087BE306-256F-6B91-8D8D-6F4400318B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2A992D3-FB67-BF0A-5890-3D5C3C5D9E13}"/>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8C3465FA-9CFA-9557-6EEB-7BB9A9EB6124}"/>
              </a:ext>
            </a:extLst>
          </p:cNvPr>
          <p:cNvSpPr>
            <a:spLocks noGrp="1"/>
          </p:cNvSpPr>
          <p:nvPr>
            <p:ph type="sldNum" sz="quarter" idx="12"/>
          </p:nvPr>
        </p:nvSpPr>
        <p:spPr/>
        <p:txBody>
          <a:bodyPr/>
          <a:lstStyle/>
          <a:p>
            <a:fld id="{C8F35010-364B-470B-BB6C-DCBBE63D2E54}" type="slidenum">
              <a:rPr lang="en-US" smtClean="0">
                <a:solidFill>
                  <a:schemeClr val="tx1"/>
                </a:solidFill>
              </a:rPr>
              <a:t>28</a:t>
            </a:fld>
            <a:endParaRPr lang="en-US" dirty="0">
              <a:solidFill>
                <a:schemeClr val="tx1"/>
              </a:solidFill>
            </a:endParaRPr>
          </a:p>
        </p:txBody>
      </p:sp>
      <p:sp>
        <p:nvSpPr>
          <p:cNvPr id="8" name="TextBox 7">
            <a:extLst>
              <a:ext uri="{FF2B5EF4-FFF2-40B4-BE49-F238E27FC236}">
                <a16:creationId xmlns:a16="http://schemas.microsoft.com/office/drawing/2014/main" id="{9583588E-78B2-4C98-A94B-EEBA9E075D8C}"/>
              </a:ext>
            </a:extLst>
          </p:cNvPr>
          <p:cNvSpPr txBox="1"/>
          <p:nvPr/>
        </p:nvSpPr>
        <p:spPr>
          <a:xfrm>
            <a:off x="0" y="198756"/>
            <a:ext cx="12192000" cy="707886"/>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20 : </a:t>
            </a:r>
            <a:r>
              <a:rPr lang="en-US" sz="2800" cap="all" dirty="0">
                <a:solidFill>
                  <a:srgbClr val="00B0F0"/>
                </a:solidFill>
                <a:latin typeface="Times New Roman" panose="02020603050405020304" pitchFamily="18" charset="0"/>
                <a:cs typeface="Times New Roman" panose="02020603050405020304" pitchFamily="18" charset="0"/>
              </a:rPr>
              <a:t>Go to "Product details" and then "Build."</a:t>
            </a:r>
            <a:endParaRPr lang="en-US"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859F62F-D51B-2FBF-2197-58A0228F9D79}"/>
              </a:ext>
            </a:extLst>
          </p:cNvPr>
          <p:cNvPicPr>
            <a:picLocks noChangeAspect="1"/>
          </p:cNvPicPr>
          <p:nvPr/>
        </p:nvPicPr>
        <p:blipFill>
          <a:blip r:embed="rId3"/>
          <a:stretch>
            <a:fillRect/>
          </a:stretch>
        </p:blipFill>
        <p:spPr>
          <a:xfrm>
            <a:off x="389744" y="1454047"/>
            <a:ext cx="11112448" cy="2851475"/>
          </a:xfrm>
          <a:prstGeom prst="rect">
            <a:avLst/>
          </a:prstGeom>
        </p:spPr>
      </p:pic>
      <p:pic>
        <p:nvPicPr>
          <p:cNvPr id="9" name="Picture 8">
            <a:extLst>
              <a:ext uri="{FF2B5EF4-FFF2-40B4-BE49-F238E27FC236}">
                <a16:creationId xmlns:a16="http://schemas.microsoft.com/office/drawing/2014/main" id="{85839FDF-7C6E-8A48-1436-C9A971005DE2}"/>
              </a:ext>
            </a:extLst>
          </p:cNvPr>
          <p:cNvPicPr>
            <a:picLocks noChangeAspect="1"/>
          </p:cNvPicPr>
          <p:nvPr/>
        </p:nvPicPr>
        <p:blipFill>
          <a:blip r:embed="rId4"/>
          <a:stretch>
            <a:fillRect/>
          </a:stretch>
        </p:blipFill>
        <p:spPr>
          <a:xfrm>
            <a:off x="389744" y="4452079"/>
            <a:ext cx="11112448" cy="1966500"/>
          </a:xfrm>
          <a:prstGeom prst="rect">
            <a:avLst/>
          </a:prstGeom>
        </p:spPr>
      </p:pic>
      <p:sp>
        <p:nvSpPr>
          <p:cNvPr id="10" name="Rectangle 9">
            <a:extLst>
              <a:ext uri="{FF2B5EF4-FFF2-40B4-BE49-F238E27FC236}">
                <a16:creationId xmlns:a16="http://schemas.microsoft.com/office/drawing/2014/main" id="{80F21A20-2C0B-BE1D-A34E-DF9615C2A30F}"/>
              </a:ext>
            </a:extLst>
          </p:cNvPr>
          <p:cNvSpPr/>
          <p:nvPr/>
        </p:nvSpPr>
        <p:spPr>
          <a:xfrm>
            <a:off x="2742300" y="3111796"/>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TILL MSI IS BUILD SUCCESSFUL </a:t>
            </a:r>
          </a:p>
        </p:txBody>
      </p:sp>
      <p:sp>
        <p:nvSpPr>
          <p:cNvPr id="11" name="Rectangle 10">
            <a:extLst>
              <a:ext uri="{FF2B5EF4-FFF2-40B4-BE49-F238E27FC236}">
                <a16:creationId xmlns:a16="http://schemas.microsoft.com/office/drawing/2014/main" id="{BC697257-C0BA-7530-0CA3-776D9578CEEC}"/>
              </a:ext>
            </a:extLst>
          </p:cNvPr>
          <p:cNvSpPr/>
          <p:nvPr/>
        </p:nvSpPr>
        <p:spPr>
          <a:xfrm>
            <a:off x="2100222" y="1051805"/>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STEP 27 : CLICK ON BULD</a:t>
            </a:r>
          </a:p>
        </p:txBody>
      </p:sp>
      <p:sp>
        <p:nvSpPr>
          <p:cNvPr id="12" name="Arrow: Down 11">
            <a:extLst>
              <a:ext uri="{FF2B5EF4-FFF2-40B4-BE49-F238E27FC236}">
                <a16:creationId xmlns:a16="http://schemas.microsoft.com/office/drawing/2014/main" id="{35975900-0C95-997E-2D36-30A3AF16CEB9}"/>
              </a:ext>
            </a:extLst>
          </p:cNvPr>
          <p:cNvSpPr/>
          <p:nvPr/>
        </p:nvSpPr>
        <p:spPr>
          <a:xfrm>
            <a:off x="2724621" y="4506643"/>
            <a:ext cx="398489" cy="16577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839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07FF-F731-D3CC-4619-B56BBF7CD588}"/>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2FAB9F1-A274-1E7B-2816-2F1675449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E4173DA-4F7D-AF22-911D-25682DFF305B}"/>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A8A0788F-C2BE-6568-9EEB-5CD8D77FEF20}"/>
              </a:ext>
            </a:extLst>
          </p:cNvPr>
          <p:cNvSpPr>
            <a:spLocks noGrp="1"/>
          </p:cNvSpPr>
          <p:nvPr>
            <p:ph type="sldNum" sz="quarter" idx="12"/>
          </p:nvPr>
        </p:nvSpPr>
        <p:spPr/>
        <p:txBody>
          <a:bodyPr/>
          <a:lstStyle/>
          <a:p>
            <a:fld id="{C8F35010-364B-470B-BB6C-DCBBE63D2E54}" type="slidenum">
              <a:rPr lang="en-US" smtClean="0">
                <a:solidFill>
                  <a:schemeClr val="tx1"/>
                </a:solidFill>
              </a:rPr>
              <a:t>29</a:t>
            </a:fld>
            <a:endParaRPr lang="en-US" dirty="0">
              <a:solidFill>
                <a:schemeClr val="tx1"/>
              </a:solidFill>
            </a:endParaRPr>
          </a:p>
        </p:txBody>
      </p:sp>
      <p:sp>
        <p:nvSpPr>
          <p:cNvPr id="8" name="TextBox 7">
            <a:extLst>
              <a:ext uri="{FF2B5EF4-FFF2-40B4-BE49-F238E27FC236}">
                <a16:creationId xmlns:a16="http://schemas.microsoft.com/office/drawing/2014/main" id="{8AF0170A-4C42-4350-3FAD-BB26FE658804}"/>
              </a:ext>
            </a:extLst>
          </p:cNvPr>
          <p:cNvSpPr txBox="1"/>
          <p:nvPr/>
        </p:nvSpPr>
        <p:spPr>
          <a:xfrm>
            <a:off x="0" y="198756"/>
            <a:ext cx="12192000" cy="2000548"/>
          </a:xfrm>
          <a:prstGeom prst="rect">
            <a:avLst/>
          </a:prstGeom>
          <a:noFill/>
        </p:spPr>
        <p:txBody>
          <a:bodyPr wrap="square">
            <a:spAutoFit/>
          </a:bodyPr>
          <a:lstStyle/>
          <a:p>
            <a:r>
              <a:rPr lang="en-US" sz="4000" cap="all" dirty="0">
                <a:solidFill>
                  <a:srgbClr val="00B0F0"/>
                </a:solidFill>
                <a:latin typeface="Times New Roman" panose="02020603050405020304" pitchFamily="18" charset="0"/>
                <a:cs typeface="Times New Roman" panose="02020603050405020304" pitchFamily="18" charset="0"/>
              </a:rPr>
              <a:t>Step 21 : </a:t>
            </a:r>
            <a:r>
              <a:rPr lang="en-US" sz="2800" cap="all" dirty="0">
                <a:solidFill>
                  <a:srgbClr val="00B0F0"/>
                </a:solidFill>
                <a:latin typeface="Times New Roman" panose="02020603050405020304" pitchFamily="18" charset="0"/>
                <a:cs typeface="Times New Roman" panose="02020603050405020304" pitchFamily="18" charset="0"/>
              </a:rPr>
              <a:t>Click on the MSI file you just built. An error pop-up message will appear, stating that the application cannot be installed. This means your project and the launch condition are successful.</a:t>
            </a:r>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34299CF-0540-3E83-C451-366E4FEF0600}"/>
              </a:ext>
            </a:extLst>
          </p:cNvPr>
          <p:cNvPicPr>
            <a:picLocks noChangeAspect="1"/>
          </p:cNvPicPr>
          <p:nvPr/>
        </p:nvPicPr>
        <p:blipFill>
          <a:blip r:embed="rId3"/>
          <a:stretch>
            <a:fillRect/>
          </a:stretch>
        </p:blipFill>
        <p:spPr>
          <a:xfrm>
            <a:off x="754396" y="2261533"/>
            <a:ext cx="10599404" cy="4074120"/>
          </a:xfrm>
          <a:prstGeom prst="rect">
            <a:avLst/>
          </a:prstGeom>
        </p:spPr>
      </p:pic>
      <p:sp>
        <p:nvSpPr>
          <p:cNvPr id="10" name="Rectangle 9">
            <a:extLst>
              <a:ext uri="{FF2B5EF4-FFF2-40B4-BE49-F238E27FC236}">
                <a16:creationId xmlns:a16="http://schemas.microsoft.com/office/drawing/2014/main" id="{6ED7B610-3FA9-5BE4-0161-0C07EC1CFC7A}"/>
              </a:ext>
            </a:extLst>
          </p:cNvPr>
          <p:cNvSpPr/>
          <p:nvPr/>
        </p:nvSpPr>
        <p:spPr>
          <a:xfrm>
            <a:off x="8420330" y="502373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 CAN SEE THE ERROR POPUP</a:t>
            </a:r>
          </a:p>
        </p:txBody>
      </p:sp>
      <p:sp>
        <p:nvSpPr>
          <p:cNvPr id="12" name="Arrow: Up 11">
            <a:extLst>
              <a:ext uri="{FF2B5EF4-FFF2-40B4-BE49-F238E27FC236}">
                <a16:creationId xmlns:a16="http://schemas.microsoft.com/office/drawing/2014/main" id="{47254044-9269-EEE9-E700-8308C8E6B1CA}"/>
              </a:ext>
            </a:extLst>
          </p:cNvPr>
          <p:cNvSpPr/>
          <p:nvPr/>
        </p:nvSpPr>
        <p:spPr>
          <a:xfrm>
            <a:off x="8882349" y="4437089"/>
            <a:ext cx="411552" cy="56594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667E998F-3FC0-D7F0-849D-179A70C291D4}"/>
              </a:ext>
            </a:extLst>
          </p:cNvPr>
          <p:cNvPicPr>
            <a:picLocks noChangeAspect="1"/>
          </p:cNvPicPr>
          <p:nvPr/>
        </p:nvPicPr>
        <p:blipFill>
          <a:blip r:embed="rId4"/>
          <a:stretch>
            <a:fillRect/>
          </a:stretch>
        </p:blipFill>
        <p:spPr>
          <a:xfrm>
            <a:off x="754396" y="2282230"/>
            <a:ext cx="6068054" cy="4053423"/>
          </a:xfrm>
          <a:prstGeom prst="rect">
            <a:avLst/>
          </a:prstGeom>
        </p:spPr>
      </p:pic>
      <p:sp>
        <p:nvSpPr>
          <p:cNvPr id="15" name="Rectangle 14">
            <a:extLst>
              <a:ext uri="{FF2B5EF4-FFF2-40B4-BE49-F238E27FC236}">
                <a16:creationId xmlns:a16="http://schemas.microsoft.com/office/drawing/2014/main" id="{AC9D5A31-213F-EE10-B6AF-6AC142BBBB9B}"/>
              </a:ext>
            </a:extLst>
          </p:cNvPr>
          <p:cNvSpPr/>
          <p:nvPr/>
        </p:nvSpPr>
        <p:spPr>
          <a:xfrm>
            <a:off x="750363" y="4720062"/>
            <a:ext cx="2045777" cy="13948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 CAN SEE MSI  COULDN’T INSTALL</a:t>
            </a:r>
          </a:p>
        </p:txBody>
      </p:sp>
      <p:sp>
        <p:nvSpPr>
          <p:cNvPr id="16" name="Arrow: Down 15">
            <a:extLst>
              <a:ext uri="{FF2B5EF4-FFF2-40B4-BE49-F238E27FC236}">
                <a16:creationId xmlns:a16="http://schemas.microsoft.com/office/drawing/2014/main" id="{47856D6D-0EEF-F288-2987-4ED7235E78B2}"/>
              </a:ext>
            </a:extLst>
          </p:cNvPr>
          <p:cNvSpPr/>
          <p:nvPr/>
        </p:nvSpPr>
        <p:spPr>
          <a:xfrm>
            <a:off x="4862570" y="5246557"/>
            <a:ext cx="398489" cy="720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1BA46AA8-FDE6-5B6D-D85F-4B75C5D69A38}"/>
              </a:ext>
            </a:extLst>
          </p:cNvPr>
          <p:cNvSpPr/>
          <p:nvPr/>
        </p:nvSpPr>
        <p:spPr>
          <a:xfrm>
            <a:off x="2796140" y="5246557"/>
            <a:ext cx="2180594" cy="1798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3546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10BC4-64C6-25AF-2D0A-F431D30C586D}"/>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2BCF6592-E9C9-910F-A254-95E95C58C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8BBCD58-F2EB-91E7-0294-4B557FB1AC44}"/>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2025 - RPS Consulting all rights reserved</a:t>
            </a:r>
          </a:p>
        </p:txBody>
      </p:sp>
      <p:sp>
        <p:nvSpPr>
          <p:cNvPr id="6" name="Slide Number Placeholder 5">
            <a:extLst>
              <a:ext uri="{FF2B5EF4-FFF2-40B4-BE49-F238E27FC236}">
                <a16:creationId xmlns:a16="http://schemas.microsoft.com/office/drawing/2014/main" id="{1DA0B63E-00D2-4A82-BFB4-54622FDBA0AA}"/>
              </a:ext>
            </a:extLst>
          </p:cNvPr>
          <p:cNvSpPr>
            <a:spLocks noGrp="1"/>
          </p:cNvSpPr>
          <p:nvPr>
            <p:ph type="sldNum" sz="quarter" idx="12"/>
          </p:nvPr>
        </p:nvSpPr>
        <p:spPr/>
        <p:txBody>
          <a:bodyPr/>
          <a:lstStyle/>
          <a:p>
            <a:fld id="{C8F35010-364B-470B-BB6C-DCBBE63D2E54}" type="slidenum">
              <a:rPr lang="en-US" smtClean="0">
                <a:solidFill>
                  <a:schemeClr val="tx1"/>
                </a:solidFill>
              </a:rPr>
              <a:t>30</a:t>
            </a:fld>
            <a:endParaRPr lang="en-US" dirty="0">
              <a:solidFill>
                <a:schemeClr val="tx1"/>
              </a:solidFill>
            </a:endParaRPr>
          </a:p>
        </p:txBody>
      </p:sp>
      <p:sp>
        <p:nvSpPr>
          <p:cNvPr id="8" name="TextBox 7">
            <a:extLst>
              <a:ext uri="{FF2B5EF4-FFF2-40B4-BE49-F238E27FC236}">
                <a16:creationId xmlns:a16="http://schemas.microsoft.com/office/drawing/2014/main" id="{F63E4CC6-D38D-E5DA-07FC-748B3B14EB13}"/>
              </a:ext>
            </a:extLst>
          </p:cNvPr>
          <p:cNvSpPr txBox="1"/>
          <p:nvPr/>
        </p:nvSpPr>
        <p:spPr>
          <a:xfrm>
            <a:off x="0" y="198756"/>
            <a:ext cx="12192000" cy="3416320"/>
          </a:xfrm>
          <a:prstGeom prst="rect">
            <a:avLst/>
          </a:prstGeom>
          <a:noFill/>
        </p:spPr>
        <p:txBody>
          <a:bodyPr wrap="square">
            <a:spAutoFit/>
          </a:bodyPr>
          <a:lstStyle/>
          <a:p>
            <a:r>
              <a:rPr lang="en-US" sz="4000" b="1" cap="all" dirty="0">
                <a:solidFill>
                  <a:schemeClr val="accent4"/>
                </a:solidFill>
              </a:rPr>
              <a:t>	</a:t>
            </a:r>
            <a:r>
              <a:rPr lang="en-US" sz="4000" b="1" cap="all" dirty="0">
                <a:solidFill>
                  <a:schemeClr val="accent4"/>
                </a:solidFill>
                <a:latin typeface="Times New Roman" panose="02020603050405020304" pitchFamily="18" charset="0"/>
                <a:cs typeface="Times New Roman" panose="02020603050405020304" pitchFamily="18" charset="0"/>
              </a:rPr>
              <a:t>			conclusion</a:t>
            </a:r>
            <a:r>
              <a:rPr lang="en-US" sz="4000" cap="all" dirty="0">
                <a:solidFill>
                  <a:schemeClr val="accent4"/>
                </a:solidFill>
                <a:latin typeface="Times New Roman" panose="02020603050405020304" pitchFamily="18" charset="0"/>
                <a:cs typeface="Times New Roman" panose="02020603050405020304" pitchFamily="18" charset="0"/>
              </a:rPr>
              <a:t>	</a:t>
            </a:r>
          </a:p>
          <a:p>
            <a:r>
              <a:rPr lang="en-US" sz="4000" cap="all" dirty="0">
                <a:solidFill>
                  <a:schemeClr val="accent4"/>
                </a:solidFill>
                <a:latin typeface="Times New Roman" panose="02020603050405020304" pitchFamily="18" charset="0"/>
                <a:cs typeface="Times New Roman" panose="02020603050405020304" pitchFamily="18" charset="0"/>
              </a:rPr>
              <a:t>	 </a:t>
            </a:r>
          </a:p>
          <a:p>
            <a:r>
              <a:rPr lang="en-US" sz="4000" cap="all" dirty="0">
                <a:solidFill>
                  <a:schemeClr val="accent4"/>
                </a:solidFill>
                <a:latin typeface="Times New Roman" panose="02020603050405020304" pitchFamily="18" charset="0"/>
                <a:cs typeface="Times New Roman" panose="02020603050405020304" pitchFamily="18" charset="0"/>
              </a:rPr>
              <a:t>	</a:t>
            </a:r>
          </a:p>
          <a:p>
            <a:r>
              <a:rPr lang="en-US" sz="4000" cap="all" dirty="0">
                <a:solidFill>
                  <a:schemeClr val="accent4"/>
                </a:solidFill>
                <a:latin typeface="Times New Roman" panose="02020603050405020304" pitchFamily="18" charset="0"/>
                <a:cs typeface="Times New Roman" panose="02020603050405020304" pitchFamily="18" charset="0"/>
              </a:rPr>
              <a:t>	</a:t>
            </a:r>
            <a:r>
              <a:rPr lang="en-US" dirty="0"/>
              <a:t> </a:t>
            </a:r>
            <a:r>
              <a:rPr lang="en-US" sz="2800" dirty="0">
                <a:solidFill>
                  <a:schemeClr val="accent4">
                    <a:lumMod val="75000"/>
                  </a:schemeClr>
                </a:solidFill>
                <a:latin typeface="Times New Roman" panose="02020603050405020304" pitchFamily="18" charset="0"/>
                <a:cs typeface="Times New Roman" panose="02020603050405020304" pitchFamily="18" charset="0"/>
              </a:rPr>
              <a:t>This project used application repackaging to create a smart installer with a launch condition, preventing installation on unsupported operating systems and ensuring a reliable deployment.</a:t>
            </a:r>
          </a:p>
        </p:txBody>
      </p:sp>
    </p:spTree>
    <p:extLst>
      <p:ext uri="{BB962C8B-B14F-4D97-AF65-F5344CB8AC3E}">
        <p14:creationId xmlns:p14="http://schemas.microsoft.com/office/powerpoint/2010/main" val="3165742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1C0FE-D97F-69B1-ABDC-00F9C4C6EDBD}"/>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4B6ED8D0-C8F8-1AAE-91E9-D96C3A8F15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7156EA2B-8DB4-A2CC-690F-56D1C32B0E5E}"/>
              </a:ext>
            </a:extLst>
          </p:cNvPr>
          <p:cNvSpPr txBox="1"/>
          <p:nvPr/>
        </p:nvSpPr>
        <p:spPr>
          <a:xfrm>
            <a:off x="4424757" y="6418579"/>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Times New Roman" panose="02020603050405020304" pitchFamily="18" charset="0"/>
                <a:cs typeface="Times New Roman" panose="02020603050405020304" pitchFamily="18" charset="0"/>
              </a:rPr>
              <a:t>2025 - RPS Consulting all rights reserved</a:t>
            </a:r>
          </a:p>
        </p:txBody>
      </p:sp>
      <p:sp>
        <p:nvSpPr>
          <p:cNvPr id="6" name="Slide Number Placeholder 5">
            <a:extLst>
              <a:ext uri="{FF2B5EF4-FFF2-40B4-BE49-F238E27FC236}">
                <a16:creationId xmlns:a16="http://schemas.microsoft.com/office/drawing/2014/main" id="{1E31BF04-CEFE-6620-BA00-77121BEADD44}"/>
              </a:ext>
            </a:extLst>
          </p:cNvPr>
          <p:cNvSpPr>
            <a:spLocks noGrp="1"/>
          </p:cNvSpPr>
          <p:nvPr>
            <p:ph type="sldNum" sz="quarter" idx="12"/>
          </p:nvPr>
        </p:nvSpPr>
        <p:spPr/>
        <p:txBody>
          <a:bodyPr/>
          <a:lstStyle/>
          <a:p>
            <a:fld id="{C8F35010-364B-470B-BB6C-DCBBE63D2E54}" type="slidenum">
              <a:rPr lang="en-US" smtClean="0">
                <a:solidFill>
                  <a:schemeClr val="tx1"/>
                </a:solidFill>
                <a:latin typeface="Times New Roman" panose="02020603050405020304" pitchFamily="18" charset="0"/>
                <a:cs typeface="Times New Roman" panose="02020603050405020304" pitchFamily="18" charset="0"/>
              </a:rPr>
              <a:t>31</a:t>
            </a:fld>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27B320A-601B-0E22-8CDE-2A633F5218FF}"/>
              </a:ext>
            </a:extLst>
          </p:cNvPr>
          <p:cNvSpPr txBox="1"/>
          <p:nvPr/>
        </p:nvSpPr>
        <p:spPr>
          <a:xfrm>
            <a:off x="0" y="198756"/>
            <a:ext cx="12192000" cy="707886"/>
          </a:xfrm>
          <a:prstGeom prst="rect">
            <a:avLst/>
          </a:prstGeom>
          <a:noFill/>
        </p:spPr>
        <p:txBody>
          <a:bodyPr wrap="square">
            <a:spAutoFit/>
          </a:bodyPr>
          <a:lstStyle/>
          <a:p>
            <a:r>
              <a:rPr lang="en-US" sz="4000" b="1" dirty="0">
                <a:solidFill>
                  <a:schemeClr val="accent4"/>
                </a:solidFill>
                <a:latin typeface="Times New Roman" panose="02020603050405020304" pitchFamily="18" charset="0"/>
                <a:cs typeface="Times New Roman" panose="02020603050405020304" pitchFamily="18" charset="0"/>
              </a:rPr>
              <a:t>			Sources and references</a:t>
            </a:r>
            <a:endParaRPr lang="en-US" sz="4000" dirty="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DC48DF-A3FA-88EB-D077-90A3CCA7D7CA}"/>
              </a:ext>
            </a:extLst>
          </p:cNvPr>
          <p:cNvSpPr txBox="1"/>
          <p:nvPr/>
        </p:nvSpPr>
        <p:spPr>
          <a:xfrm>
            <a:off x="108630" y="1696599"/>
            <a:ext cx="7637409" cy="523220"/>
          </a:xfrm>
          <a:prstGeom prst="rect">
            <a:avLst/>
          </a:prstGeom>
          <a:noFill/>
        </p:spPr>
        <p:txBody>
          <a:bodyPr wrap="square">
            <a:spAutoFit/>
          </a:bodyPr>
          <a:lstStyle/>
          <a:p>
            <a:r>
              <a:rPr lang="en-US" sz="2800" b="0" i="0" u="sng" dirty="0">
                <a:solidFill>
                  <a:schemeClr val="accent4"/>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https://www.advancedinstaller.com/user-guide/</a:t>
            </a:r>
            <a:endParaRPr lang="en-US" sz="2800" dirty="0">
              <a:solidFill>
                <a:schemeClr val="accent4"/>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FC542D8-B42E-E9C3-4F0A-DE43791AD14A}"/>
              </a:ext>
            </a:extLst>
          </p:cNvPr>
          <p:cNvSpPr txBox="1"/>
          <p:nvPr/>
        </p:nvSpPr>
        <p:spPr>
          <a:xfrm>
            <a:off x="108630" y="2282048"/>
            <a:ext cx="11523737" cy="523220"/>
          </a:xfrm>
          <a:prstGeom prst="rect">
            <a:avLst/>
          </a:prstGeom>
          <a:noFill/>
        </p:spPr>
        <p:txBody>
          <a:bodyPr wrap="square">
            <a:spAutoFit/>
          </a:bodyPr>
          <a:lstStyle/>
          <a:p>
            <a:r>
              <a:rPr lang="en-US" sz="2800" b="0" i="0" u="sng" dirty="0">
                <a:solidFill>
                  <a:schemeClr val="accent4"/>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https://learn.microsoft.com/en-us/windows/win32/msi/launch-conditions</a:t>
            </a:r>
            <a:endParaRPr lang="en-US" sz="2800" dirty="0">
              <a:solidFill>
                <a:schemeClr val="accent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560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a:extLst>
            <a:ext uri="{FF2B5EF4-FFF2-40B4-BE49-F238E27FC236}">
              <a16:creationId xmlns:a16="http://schemas.microsoft.com/office/drawing/2014/main" id="{57237DFD-08A2-CF47-3EA9-1B43C94AE14D}"/>
            </a:ext>
          </a:extLst>
        </p:cNvPr>
        <p:cNvGrpSpPr/>
        <p:nvPr/>
      </p:nvGrpSpPr>
      <p:grpSpPr>
        <a:xfrm>
          <a:off x="0" y="0"/>
          <a:ext cx="0" cy="0"/>
          <a:chOff x="0" y="0"/>
          <a:chExt cx="0" cy="0"/>
        </a:xfrm>
      </p:grpSpPr>
      <p:pic>
        <p:nvPicPr>
          <p:cNvPr id="4" name="Picture 4">
            <a:extLst>
              <a:ext uri="{FF2B5EF4-FFF2-40B4-BE49-F238E27FC236}">
                <a16:creationId xmlns:a16="http://schemas.microsoft.com/office/drawing/2014/main" id="{377D02D5-3743-5DDC-8754-4817ADCCB5FB}"/>
              </a:ext>
            </a:extLst>
          </p:cNvPr>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a:extLst>
              <a:ext uri="{FF2B5EF4-FFF2-40B4-BE49-F238E27FC236}">
                <a16:creationId xmlns:a16="http://schemas.microsoft.com/office/drawing/2014/main" id="{F396E56E-882F-923A-6A2B-B35EEDD80F3D}"/>
              </a:ext>
            </a:extLst>
          </p:cNvPr>
          <p:cNvSpPr txBox="1"/>
          <p:nvPr/>
        </p:nvSpPr>
        <p:spPr>
          <a:xfrm>
            <a:off x="366226" y="2865223"/>
            <a:ext cx="11555519" cy="1127553"/>
          </a:xfrm>
          <a:prstGeom prst="rect">
            <a:avLst/>
          </a:prstGeom>
        </p:spPr>
        <p:txBody>
          <a:bodyPr wrap="square" lIns="0" tIns="0" rIns="0" bIns="0" rtlCol="0" anchor="t">
            <a:spAutoFit/>
          </a:bodyPr>
          <a:lstStyle/>
          <a:p>
            <a:pPr>
              <a:lnSpc>
                <a:spcPts val="9425"/>
              </a:lnSpc>
              <a:spcBef>
                <a:spcPct val="0"/>
              </a:spcBef>
            </a:pPr>
            <a:r>
              <a:rPr lang="en-US" sz="6600" dirty="0">
                <a:solidFill>
                  <a:srgbClr val="FFFFFF"/>
                </a:solidFill>
                <a:latin typeface="Times New Roman" panose="02020603050405020304" pitchFamily="18" charset="0"/>
                <a:ea typeface="Calibri" panose="020F0502020204030204" pitchFamily="34" charset="0"/>
                <a:cs typeface="Times New Roman" panose="02020603050405020304" pitchFamily="18" charset="0"/>
              </a:rPr>
              <a:t>				THANK YOU</a:t>
            </a:r>
          </a:p>
        </p:txBody>
      </p:sp>
      <p:sp>
        <p:nvSpPr>
          <p:cNvPr id="8" name="TextBox 8">
            <a:extLst>
              <a:ext uri="{FF2B5EF4-FFF2-40B4-BE49-F238E27FC236}">
                <a16:creationId xmlns:a16="http://schemas.microsoft.com/office/drawing/2014/main" id="{9E62EC3A-D187-84FE-FA99-3F170BF7F7ED}"/>
              </a:ext>
            </a:extLst>
          </p:cNvPr>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Times New Roman" panose="02020603050405020304" pitchFamily="18" charset="0"/>
                <a:cs typeface="Times New Roman" panose="02020603050405020304" pitchFamily="18" charset="0"/>
              </a:rPr>
              <a:t>www.rpsconsulting.in</a:t>
            </a:r>
          </a:p>
        </p:txBody>
      </p:sp>
    </p:spTree>
    <p:extLst>
      <p:ext uri="{BB962C8B-B14F-4D97-AF65-F5344CB8AC3E}">
        <p14:creationId xmlns:p14="http://schemas.microsoft.com/office/powerpoint/2010/main" val="1388601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4535</TotalTime>
  <Words>1480</Words>
  <Application>Microsoft Office PowerPoint</Application>
  <PresentationFormat>Widescreen</PresentationFormat>
  <Paragraphs>193</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Aptos Display</vt:lpstr>
      <vt:lpstr>Arial</vt:lpstr>
      <vt:lpstr>HK Grotesk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sooraj B</cp:lastModifiedBy>
  <cp:revision>9</cp:revision>
  <dcterms:created xsi:type="dcterms:W3CDTF">2024-05-04T13:11:57Z</dcterms:created>
  <dcterms:modified xsi:type="dcterms:W3CDTF">2025-09-02T16:07:42Z</dcterms:modified>
</cp:coreProperties>
</file>