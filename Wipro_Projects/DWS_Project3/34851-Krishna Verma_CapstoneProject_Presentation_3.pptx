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Montserrat" panose="00000500000000000000" pitchFamily="2" charset="0"/>
      <p:regular r:id="rId17"/>
    </p:embeddedFont>
    <p:embeddedFont>
      <p:font typeface="Montserrat Bold" panose="00000800000000000000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3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v979539g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62" y="159977"/>
            <a:ext cx="1327587" cy="868723"/>
          </a:xfrm>
          <a:custGeom>
            <a:avLst/>
            <a:gdLst/>
            <a:ahLst/>
            <a:cxnLst/>
            <a:rect l="l" t="t" r="r" b="b"/>
            <a:pathLst>
              <a:path w="1327587" h="868723">
                <a:moveTo>
                  <a:pt x="0" y="0"/>
                </a:moveTo>
                <a:lnTo>
                  <a:pt x="1327587" y="0"/>
                </a:lnTo>
                <a:lnTo>
                  <a:pt x="1327587" y="868723"/>
                </a:lnTo>
                <a:lnTo>
                  <a:pt x="0" y="868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0550" y="1769889"/>
            <a:ext cx="11107297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Wipro NGA Pre Skilling Training - DWS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2794787"/>
            <a:ext cx="14739311" cy="1457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Capstone Project Presentation- 4th September, 2025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8462" y="4303871"/>
            <a:ext cx="17230526" cy="1455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Title- PSADT Deployments on VM and Running/Modifying script based on requirement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0097" y="7429500"/>
            <a:ext cx="6564465" cy="220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3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By-</a:t>
            </a:r>
          </a:p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34851- </a:t>
            </a:r>
            <a:r>
              <a:rPr lang="en-US" sz="3600" b="1" dirty="0">
                <a:latin typeface="Montserrat Bold"/>
                <a:ea typeface="Montserrat Bold"/>
                <a:cs typeface="Montserrat Bold"/>
                <a:sym typeface="Montserrat Bold"/>
              </a:rPr>
              <a:t>Krishna Verma</a:t>
            </a:r>
          </a:p>
          <a:p>
            <a:pPr>
              <a:lnSpc>
                <a:spcPts val="5879"/>
              </a:lnSpc>
              <a:spcBef>
                <a:spcPct val="0"/>
              </a:spcBef>
            </a:pPr>
            <a:r>
              <a:rPr lang="en-IN" sz="3200" b="1" dirty="0"/>
              <a:t>Email  - </a:t>
            </a:r>
            <a:r>
              <a:rPr lang="en-IN" sz="3200" b="1" u="sng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kv979539g@gmail.com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235903" y="9737603"/>
            <a:ext cx="5731594" cy="781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www.rpsconsulting.in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endParaRPr lang="en-US"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508" y="252046"/>
            <a:ext cx="1357695" cy="888052"/>
          </a:xfrm>
          <a:custGeom>
            <a:avLst/>
            <a:gdLst/>
            <a:ahLst/>
            <a:cxnLst/>
            <a:rect l="l" t="t" r="r" b="b"/>
            <a:pathLst>
              <a:path w="1357695" h="888052">
                <a:moveTo>
                  <a:pt x="0" y="0"/>
                </a:moveTo>
                <a:lnTo>
                  <a:pt x="1357695" y="0"/>
                </a:lnTo>
                <a:lnTo>
                  <a:pt x="1357695" y="888052"/>
                </a:lnTo>
                <a:lnTo>
                  <a:pt x="0" y="888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47987" y="4163317"/>
            <a:ext cx="17716263" cy="307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9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PSADT (PowerShell App Deployment Toolkit) is used to create, test, and modify deployment packages.</a:t>
            </a:r>
          </a:p>
          <a:p>
            <a:pPr marL="755649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Project focuses on wrapping a standard installer (e.g., MSI), testing in VM, and modifying scripts.</a:t>
            </a:r>
          </a:p>
          <a:p>
            <a:pPr marL="755649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Goal: automate installations with conditions, logging, and registry edits.</a:t>
            </a:r>
          </a:p>
        </p:txBody>
      </p:sp>
      <p:sp>
        <p:nvSpPr>
          <p:cNvPr id="4" name="Freeform 4"/>
          <p:cNvSpPr/>
          <p:nvPr/>
        </p:nvSpPr>
        <p:spPr>
          <a:xfrm>
            <a:off x="10425966" y="9608924"/>
            <a:ext cx="7538283" cy="678076"/>
          </a:xfrm>
          <a:custGeom>
            <a:avLst/>
            <a:gdLst/>
            <a:ahLst/>
            <a:cxnLst/>
            <a:rect l="l" t="t" r="r" b="b"/>
            <a:pathLst>
              <a:path w="7538283" h="678076">
                <a:moveTo>
                  <a:pt x="0" y="0"/>
                </a:moveTo>
                <a:lnTo>
                  <a:pt x="7538283" y="0"/>
                </a:lnTo>
                <a:lnTo>
                  <a:pt x="7538283" y="678076"/>
                </a:lnTo>
                <a:lnTo>
                  <a:pt x="0" y="678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91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64355" y="2594421"/>
            <a:ext cx="7548598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POWERSHELL APP TOOLKIT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72185" y="952500"/>
            <a:ext cx="7143631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0" y="1955282"/>
            <a:ext cx="3846076" cy="752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dirty="0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sp>
        <p:nvSpPr>
          <p:cNvPr id="3" name="Freeform 3"/>
          <p:cNvSpPr/>
          <p:nvPr/>
        </p:nvSpPr>
        <p:spPr>
          <a:xfrm>
            <a:off x="238462" y="159977"/>
            <a:ext cx="1327587" cy="868723"/>
          </a:xfrm>
          <a:custGeom>
            <a:avLst/>
            <a:gdLst/>
            <a:ahLst/>
            <a:cxnLst/>
            <a:rect l="l" t="t" r="r" b="b"/>
            <a:pathLst>
              <a:path w="1327587" h="868723">
                <a:moveTo>
                  <a:pt x="0" y="0"/>
                </a:moveTo>
                <a:lnTo>
                  <a:pt x="1327587" y="0"/>
                </a:lnTo>
                <a:lnTo>
                  <a:pt x="1327587" y="868723"/>
                </a:lnTo>
                <a:lnTo>
                  <a:pt x="0" y="868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80100" y="3522942"/>
            <a:ext cx="12026299" cy="3803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49" lvl="1" indent="-377824" algn="l">
              <a:lnSpc>
                <a:spcPts val="6124"/>
              </a:lnSpc>
              <a:buFont typeface="Arial"/>
              <a:buChar char="•"/>
            </a:pPr>
            <a:r>
              <a:rPr lang="en-US" sz="34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Automate deployment of apps using PSADT.</a:t>
            </a:r>
          </a:p>
          <a:p>
            <a:pPr marL="755649" lvl="1" indent="-377824" algn="l">
              <a:lnSpc>
                <a:spcPts val="6124"/>
              </a:lnSpc>
              <a:buFont typeface="Arial"/>
              <a:buChar char="•"/>
            </a:pPr>
            <a:r>
              <a:rPr lang="en-US" sz="34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Provide standardized install/uninstall mechanism.</a:t>
            </a:r>
          </a:p>
          <a:p>
            <a:pPr marL="755649" lvl="1" indent="-377824" algn="l">
              <a:lnSpc>
                <a:spcPts val="6124"/>
              </a:lnSpc>
              <a:buFont typeface="Arial"/>
              <a:buChar char="•"/>
            </a:pPr>
            <a:r>
              <a:rPr lang="en-US" sz="34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Demonstrate deployment inside VM.</a:t>
            </a:r>
          </a:p>
          <a:p>
            <a:pPr marL="755649" lvl="1" indent="-377824" algn="l">
              <a:lnSpc>
                <a:spcPts val="6124"/>
              </a:lnSpc>
              <a:buFont typeface="Arial"/>
              <a:buChar char="•"/>
            </a:pPr>
            <a:r>
              <a:rPr lang="en-US" sz="34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Generate logs and registry keys for verification.</a:t>
            </a:r>
          </a:p>
          <a:p>
            <a:pPr marL="755649" lvl="1" indent="-377824" algn="l">
              <a:lnSpc>
                <a:spcPts val="6124"/>
              </a:lnSpc>
              <a:buFont typeface="Arial"/>
              <a:buChar char="•"/>
            </a:pPr>
            <a:r>
              <a:rPr lang="en-US" sz="34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Gain hands-on scripting experience.</a:t>
            </a:r>
          </a:p>
        </p:txBody>
      </p:sp>
      <p:sp>
        <p:nvSpPr>
          <p:cNvPr id="5" name="Freeform 5"/>
          <p:cNvSpPr/>
          <p:nvPr/>
        </p:nvSpPr>
        <p:spPr>
          <a:xfrm>
            <a:off x="185508" y="252046"/>
            <a:ext cx="1357695" cy="888052"/>
          </a:xfrm>
          <a:custGeom>
            <a:avLst/>
            <a:gdLst/>
            <a:ahLst/>
            <a:cxnLst/>
            <a:rect l="l" t="t" r="r" b="b"/>
            <a:pathLst>
              <a:path w="1357695" h="888052">
                <a:moveTo>
                  <a:pt x="0" y="0"/>
                </a:moveTo>
                <a:lnTo>
                  <a:pt x="1357695" y="0"/>
                </a:lnTo>
                <a:lnTo>
                  <a:pt x="1357695" y="888052"/>
                </a:lnTo>
                <a:lnTo>
                  <a:pt x="0" y="888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425966" y="9608924"/>
            <a:ext cx="7538283" cy="678076"/>
          </a:xfrm>
          <a:custGeom>
            <a:avLst/>
            <a:gdLst/>
            <a:ahLst/>
            <a:cxnLst/>
            <a:rect l="l" t="t" r="r" b="b"/>
            <a:pathLst>
              <a:path w="7538283" h="678076">
                <a:moveTo>
                  <a:pt x="0" y="0"/>
                </a:moveTo>
                <a:lnTo>
                  <a:pt x="7538283" y="0"/>
                </a:lnTo>
                <a:lnTo>
                  <a:pt x="7538283" y="678076"/>
                </a:lnTo>
                <a:lnTo>
                  <a:pt x="0" y="678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918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10200" y="1742122"/>
            <a:ext cx="7093982" cy="752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dirty="0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Requirements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09878" y="3208020"/>
            <a:ext cx="9639122" cy="3804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7238" lvl="1" indent="-388619" algn="just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Windows 10/11 Virtual Machine</a:t>
            </a:r>
          </a:p>
          <a:p>
            <a:pPr marL="777238" lvl="1" indent="-388619" algn="just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PowerShell 5.1 or later</a:t>
            </a:r>
          </a:p>
          <a:p>
            <a:pPr marL="777238" lvl="1" indent="-388619" algn="just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PSADT Toolkit</a:t>
            </a:r>
          </a:p>
          <a:p>
            <a:pPr marL="777238" lvl="1" indent="-388619" algn="just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App Installer (7-Zip MSI/EXE)</a:t>
            </a:r>
          </a:p>
          <a:p>
            <a:pPr marL="777238" lvl="1" indent="-388619" algn="just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Text Editor (VS Code / PowerShell ISE)</a:t>
            </a:r>
          </a:p>
          <a:p>
            <a:pPr marL="777238" lvl="1" indent="-388619" algn="just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Admin Privileges</a:t>
            </a:r>
          </a:p>
        </p:txBody>
      </p:sp>
      <p:sp>
        <p:nvSpPr>
          <p:cNvPr id="4" name="Freeform 4"/>
          <p:cNvSpPr/>
          <p:nvPr/>
        </p:nvSpPr>
        <p:spPr>
          <a:xfrm>
            <a:off x="238462" y="159977"/>
            <a:ext cx="1327587" cy="868723"/>
          </a:xfrm>
          <a:custGeom>
            <a:avLst/>
            <a:gdLst/>
            <a:ahLst/>
            <a:cxnLst/>
            <a:rect l="l" t="t" r="r" b="b"/>
            <a:pathLst>
              <a:path w="1327587" h="868723">
                <a:moveTo>
                  <a:pt x="0" y="0"/>
                </a:moveTo>
                <a:lnTo>
                  <a:pt x="1327587" y="0"/>
                </a:lnTo>
                <a:lnTo>
                  <a:pt x="1327587" y="868723"/>
                </a:lnTo>
                <a:lnTo>
                  <a:pt x="0" y="868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5508" y="252046"/>
            <a:ext cx="1357695" cy="888052"/>
          </a:xfrm>
          <a:custGeom>
            <a:avLst/>
            <a:gdLst/>
            <a:ahLst/>
            <a:cxnLst/>
            <a:rect l="l" t="t" r="r" b="b"/>
            <a:pathLst>
              <a:path w="1357695" h="888052">
                <a:moveTo>
                  <a:pt x="0" y="0"/>
                </a:moveTo>
                <a:lnTo>
                  <a:pt x="1357695" y="0"/>
                </a:lnTo>
                <a:lnTo>
                  <a:pt x="1357695" y="888052"/>
                </a:lnTo>
                <a:lnTo>
                  <a:pt x="0" y="888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425966" y="9608924"/>
            <a:ext cx="7538283" cy="678076"/>
          </a:xfrm>
          <a:custGeom>
            <a:avLst/>
            <a:gdLst/>
            <a:ahLst/>
            <a:cxnLst/>
            <a:rect l="l" t="t" r="r" b="b"/>
            <a:pathLst>
              <a:path w="7538283" h="678076">
                <a:moveTo>
                  <a:pt x="0" y="0"/>
                </a:moveTo>
                <a:lnTo>
                  <a:pt x="7538283" y="0"/>
                </a:lnTo>
                <a:lnTo>
                  <a:pt x="7538283" y="678076"/>
                </a:lnTo>
                <a:lnTo>
                  <a:pt x="0" y="678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918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26611" y="3191051"/>
            <a:ext cx="188344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" name="AutoShape 3"/>
          <p:cNvSpPr/>
          <p:nvPr/>
        </p:nvSpPr>
        <p:spPr>
          <a:xfrm>
            <a:off x="10501590" y="3210101"/>
            <a:ext cx="188595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" name="AutoShape 4"/>
          <p:cNvSpPr/>
          <p:nvPr/>
        </p:nvSpPr>
        <p:spPr>
          <a:xfrm>
            <a:off x="14969046" y="4148345"/>
            <a:ext cx="0" cy="199031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" name="AutoShape 5"/>
          <p:cNvSpPr/>
          <p:nvPr/>
        </p:nvSpPr>
        <p:spPr>
          <a:xfrm flipH="1">
            <a:off x="11130313" y="6997233"/>
            <a:ext cx="17464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" name="Freeform 6"/>
          <p:cNvSpPr/>
          <p:nvPr/>
        </p:nvSpPr>
        <p:spPr>
          <a:xfrm>
            <a:off x="238462" y="159977"/>
            <a:ext cx="1327587" cy="868723"/>
          </a:xfrm>
          <a:custGeom>
            <a:avLst/>
            <a:gdLst/>
            <a:ahLst/>
            <a:cxnLst/>
            <a:rect l="l" t="t" r="r" b="b"/>
            <a:pathLst>
              <a:path w="1327587" h="868723">
                <a:moveTo>
                  <a:pt x="0" y="0"/>
                </a:moveTo>
                <a:lnTo>
                  <a:pt x="1327587" y="0"/>
                </a:lnTo>
                <a:lnTo>
                  <a:pt x="1327587" y="868723"/>
                </a:lnTo>
                <a:lnTo>
                  <a:pt x="0" y="868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85508" y="252046"/>
            <a:ext cx="1357695" cy="888052"/>
          </a:xfrm>
          <a:custGeom>
            <a:avLst/>
            <a:gdLst/>
            <a:ahLst/>
            <a:cxnLst/>
            <a:rect l="l" t="t" r="r" b="b"/>
            <a:pathLst>
              <a:path w="1357695" h="888052">
                <a:moveTo>
                  <a:pt x="0" y="0"/>
                </a:moveTo>
                <a:lnTo>
                  <a:pt x="1357695" y="0"/>
                </a:lnTo>
                <a:lnTo>
                  <a:pt x="1357695" y="888052"/>
                </a:lnTo>
                <a:lnTo>
                  <a:pt x="0" y="888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2376117"/>
            <a:ext cx="3493491" cy="1667968"/>
            <a:chOff x="0" y="0"/>
            <a:chExt cx="920096" cy="439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20096" cy="439300"/>
            </a:xfrm>
            <a:custGeom>
              <a:avLst/>
              <a:gdLst/>
              <a:ahLst/>
              <a:cxnLst/>
              <a:rect l="l" t="t" r="r" b="b"/>
              <a:pathLst>
                <a:path w="920096" h="439300">
                  <a:moveTo>
                    <a:pt x="113021" y="0"/>
                  </a:moveTo>
                  <a:lnTo>
                    <a:pt x="807075" y="0"/>
                  </a:lnTo>
                  <a:cubicBezTo>
                    <a:pt x="869495" y="0"/>
                    <a:pt x="920096" y="50601"/>
                    <a:pt x="920096" y="113021"/>
                  </a:cubicBezTo>
                  <a:lnTo>
                    <a:pt x="920096" y="326279"/>
                  </a:lnTo>
                  <a:cubicBezTo>
                    <a:pt x="920096" y="388699"/>
                    <a:pt x="869495" y="439300"/>
                    <a:pt x="807075" y="439300"/>
                  </a:cubicBezTo>
                  <a:lnTo>
                    <a:pt x="113021" y="439300"/>
                  </a:lnTo>
                  <a:cubicBezTo>
                    <a:pt x="50601" y="439300"/>
                    <a:pt x="0" y="388699"/>
                    <a:pt x="0" y="326279"/>
                  </a:cubicBezTo>
                  <a:lnTo>
                    <a:pt x="0" y="113021"/>
                  </a:lnTo>
                  <a:cubicBezTo>
                    <a:pt x="0" y="50601"/>
                    <a:pt x="50601" y="0"/>
                    <a:pt x="1130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20096" cy="477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876747" y="2514141"/>
            <a:ext cx="4222698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Deploy-Application.ps1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6782" y="2533191"/>
            <a:ext cx="3626341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Virtual 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Machine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68748" y="2514141"/>
            <a:ext cx="1810464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PSADT 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Toolkit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89958" y="6339373"/>
            <a:ext cx="3396275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Installer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08686" y="6320323"/>
            <a:ext cx="2899709" cy="128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Logs + Registry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883116" y="952500"/>
            <a:ext cx="6521768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Diagram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425966" y="9608924"/>
            <a:ext cx="7538283" cy="678076"/>
          </a:xfrm>
          <a:custGeom>
            <a:avLst/>
            <a:gdLst/>
            <a:ahLst/>
            <a:cxnLst/>
            <a:rect l="l" t="t" r="r" b="b"/>
            <a:pathLst>
              <a:path w="7538283" h="678076">
                <a:moveTo>
                  <a:pt x="0" y="0"/>
                </a:moveTo>
                <a:lnTo>
                  <a:pt x="7538283" y="0"/>
                </a:lnTo>
                <a:lnTo>
                  <a:pt x="7538283" y="678076"/>
                </a:lnTo>
                <a:lnTo>
                  <a:pt x="0" y="678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918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25966" y="3333392"/>
            <a:ext cx="7177965" cy="6100221"/>
          </a:xfrm>
          <a:custGeom>
            <a:avLst/>
            <a:gdLst/>
            <a:ahLst/>
            <a:cxnLst/>
            <a:rect l="l" t="t" r="r" b="b"/>
            <a:pathLst>
              <a:path w="7177965" h="6100221">
                <a:moveTo>
                  <a:pt x="0" y="0"/>
                </a:moveTo>
                <a:lnTo>
                  <a:pt x="7177965" y="0"/>
                </a:lnTo>
                <a:lnTo>
                  <a:pt x="7177965" y="6100220"/>
                </a:lnTo>
                <a:lnTo>
                  <a:pt x="0" y="6100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32" r="-4532" b="-87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47987" y="159977"/>
            <a:ext cx="1327587" cy="868723"/>
          </a:xfrm>
          <a:custGeom>
            <a:avLst/>
            <a:gdLst/>
            <a:ahLst/>
            <a:cxnLst/>
            <a:rect l="l" t="t" r="r" b="b"/>
            <a:pathLst>
              <a:path w="1327587" h="868723">
                <a:moveTo>
                  <a:pt x="0" y="0"/>
                </a:moveTo>
                <a:lnTo>
                  <a:pt x="1327587" y="0"/>
                </a:lnTo>
                <a:lnTo>
                  <a:pt x="1327587" y="868723"/>
                </a:lnTo>
                <a:lnTo>
                  <a:pt x="0" y="8687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5508" y="252046"/>
            <a:ext cx="1357695" cy="888052"/>
          </a:xfrm>
          <a:custGeom>
            <a:avLst/>
            <a:gdLst/>
            <a:ahLst/>
            <a:cxnLst/>
            <a:rect l="l" t="t" r="r" b="b"/>
            <a:pathLst>
              <a:path w="1357695" h="888052">
                <a:moveTo>
                  <a:pt x="0" y="0"/>
                </a:moveTo>
                <a:lnTo>
                  <a:pt x="1357695" y="0"/>
                </a:lnTo>
                <a:lnTo>
                  <a:pt x="1357695" y="888052"/>
                </a:lnTo>
                <a:lnTo>
                  <a:pt x="0" y="888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28155" y="5219700"/>
            <a:ext cx="9464106" cy="3765040"/>
          </a:xfrm>
          <a:custGeom>
            <a:avLst/>
            <a:gdLst/>
            <a:ahLst/>
            <a:cxnLst/>
            <a:rect l="l" t="t" r="r" b="b"/>
            <a:pathLst>
              <a:path w="9464106" h="2022953">
                <a:moveTo>
                  <a:pt x="0" y="0"/>
                </a:moveTo>
                <a:lnTo>
                  <a:pt x="9464106" y="0"/>
                </a:lnTo>
                <a:lnTo>
                  <a:pt x="9464106" y="2022953"/>
                </a:lnTo>
                <a:lnTo>
                  <a:pt x="0" y="20229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204834" y="939389"/>
            <a:ext cx="2082165" cy="752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dirty="0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2370" y="2629643"/>
            <a:ext cx="6669029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1 – Initial Setup</a:t>
            </a:r>
          </a:p>
          <a:p>
            <a:pPr marL="474986" lvl="1" indent="-237493" algn="ctr">
              <a:lnSpc>
                <a:spcPts val="3080"/>
              </a:lnSpc>
              <a:buFont typeface="Arial"/>
              <a:buChar char="•"/>
            </a:pPr>
            <a:r>
              <a:rPr lang="en-US" sz="2200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Downloaded the latest PSADT from GitHub.</a:t>
            </a:r>
          </a:p>
          <a:p>
            <a:pPr marL="474986" lvl="1" indent="-237493" algn="ctr">
              <a:lnSpc>
                <a:spcPts val="3080"/>
              </a:lnSpc>
              <a:buFont typeface="Arial"/>
              <a:buChar char="•"/>
            </a:pPr>
            <a:r>
              <a:rPr lang="en-US" sz="2200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Extracted files into project root directory.</a:t>
            </a:r>
          </a:p>
          <a:p>
            <a:pPr marL="474986" lvl="1" indent="-237493" algn="ctr">
              <a:lnSpc>
                <a:spcPts val="3080"/>
              </a:lnSpc>
              <a:buFont typeface="Arial"/>
              <a:buChar char="•"/>
            </a:pPr>
            <a:r>
              <a:rPr lang="en-US" sz="2200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Verified key files: Deploy-Application.ps1, AppDeployToolkitMain.ps1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83165" y="1613760"/>
            <a:ext cx="7176135" cy="154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 – Project Folder Setup</a:t>
            </a:r>
          </a:p>
          <a:p>
            <a:pPr marL="474986" lvl="1" indent="-237493" algn="ctr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Placed 7-Zip MSI installer inside the Files folder.</a:t>
            </a:r>
          </a:p>
          <a:p>
            <a:pPr marL="474986" lvl="1" indent="-237493" algn="ctr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Ensured proper folder structure for deployment package.</a:t>
            </a:r>
          </a:p>
        </p:txBody>
      </p:sp>
      <p:sp>
        <p:nvSpPr>
          <p:cNvPr id="9" name="AutoShape 9"/>
          <p:cNvSpPr/>
          <p:nvPr/>
        </p:nvSpPr>
        <p:spPr>
          <a:xfrm flipH="1">
            <a:off x="3124200" y="7651399"/>
            <a:ext cx="1787642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TextBox 10"/>
          <p:cNvSpPr txBox="1"/>
          <p:nvPr/>
        </p:nvSpPr>
        <p:spPr>
          <a:xfrm>
            <a:off x="3429000" y="7311383"/>
            <a:ext cx="1620715" cy="367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EFEFE"/>
                </a:solidFill>
                <a:latin typeface="Montserrat"/>
                <a:ea typeface="Montserrat"/>
                <a:cs typeface="Montserrat"/>
                <a:sym typeface="Montserrat"/>
              </a:rPr>
              <a:t>download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425966" y="9608924"/>
            <a:ext cx="7538283" cy="678076"/>
          </a:xfrm>
          <a:custGeom>
            <a:avLst/>
            <a:gdLst/>
            <a:ahLst/>
            <a:cxnLst/>
            <a:rect l="l" t="t" r="r" b="b"/>
            <a:pathLst>
              <a:path w="7538283" h="678076">
                <a:moveTo>
                  <a:pt x="0" y="0"/>
                </a:moveTo>
                <a:lnTo>
                  <a:pt x="7538283" y="0"/>
                </a:lnTo>
                <a:lnTo>
                  <a:pt x="7538283" y="678076"/>
                </a:lnTo>
                <a:lnTo>
                  <a:pt x="0" y="6780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918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62" y="159977"/>
            <a:ext cx="1327587" cy="868723"/>
          </a:xfrm>
          <a:custGeom>
            <a:avLst/>
            <a:gdLst/>
            <a:ahLst/>
            <a:cxnLst/>
            <a:rect l="l" t="t" r="r" b="b"/>
            <a:pathLst>
              <a:path w="1327587" h="868723">
                <a:moveTo>
                  <a:pt x="0" y="0"/>
                </a:moveTo>
                <a:lnTo>
                  <a:pt x="1327587" y="0"/>
                </a:lnTo>
                <a:lnTo>
                  <a:pt x="1327587" y="868723"/>
                </a:lnTo>
                <a:lnTo>
                  <a:pt x="0" y="868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5508" y="252046"/>
            <a:ext cx="1357695" cy="888052"/>
          </a:xfrm>
          <a:custGeom>
            <a:avLst/>
            <a:gdLst/>
            <a:ahLst/>
            <a:cxnLst/>
            <a:rect l="l" t="t" r="r" b="b"/>
            <a:pathLst>
              <a:path w="1357695" h="888052">
                <a:moveTo>
                  <a:pt x="0" y="0"/>
                </a:moveTo>
                <a:lnTo>
                  <a:pt x="1357695" y="0"/>
                </a:lnTo>
                <a:lnTo>
                  <a:pt x="1357695" y="888052"/>
                </a:lnTo>
                <a:lnTo>
                  <a:pt x="0" y="888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3653620"/>
            <a:ext cx="7449717" cy="4199778"/>
          </a:xfrm>
          <a:custGeom>
            <a:avLst/>
            <a:gdLst/>
            <a:ahLst/>
            <a:cxnLst/>
            <a:rect l="l" t="t" r="r" b="b"/>
            <a:pathLst>
              <a:path w="7449717" h="4199778">
                <a:moveTo>
                  <a:pt x="0" y="0"/>
                </a:moveTo>
                <a:lnTo>
                  <a:pt x="7449717" y="0"/>
                </a:lnTo>
                <a:lnTo>
                  <a:pt x="7449717" y="4199778"/>
                </a:lnTo>
                <a:lnTo>
                  <a:pt x="0" y="4199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318586" y="6329378"/>
            <a:ext cx="8610634" cy="1186954"/>
          </a:xfrm>
          <a:custGeom>
            <a:avLst/>
            <a:gdLst/>
            <a:ahLst/>
            <a:cxnLst/>
            <a:rect l="l" t="t" r="r" b="b"/>
            <a:pathLst>
              <a:path w="8610634" h="1186954">
                <a:moveTo>
                  <a:pt x="0" y="0"/>
                </a:moveTo>
                <a:lnTo>
                  <a:pt x="8610635" y="0"/>
                </a:lnTo>
                <a:lnTo>
                  <a:pt x="8610635" y="1186954"/>
                </a:lnTo>
                <a:lnTo>
                  <a:pt x="0" y="11869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00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278365" y="4619162"/>
            <a:ext cx="8691078" cy="1048675"/>
          </a:xfrm>
          <a:custGeom>
            <a:avLst/>
            <a:gdLst/>
            <a:ahLst/>
            <a:cxnLst/>
            <a:rect l="l" t="t" r="r" b="b"/>
            <a:pathLst>
              <a:path w="8691078" h="1048675">
                <a:moveTo>
                  <a:pt x="0" y="0"/>
                </a:moveTo>
                <a:lnTo>
                  <a:pt x="8691077" y="0"/>
                </a:lnTo>
                <a:lnTo>
                  <a:pt x="8691077" y="1048676"/>
                </a:lnTo>
                <a:lnTo>
                  <a:pt x="0" y="10486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18806" y="1328251"/>
            <a:ext cx="5752981" cy="154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3 – Virtual Machine Preparation</a:t>
            </a:r>
          </a:p>
          <a:p>
            <a:pPr marL="474986" lvl="1" indent="-237493" algn="ctr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Configured clean Windows 10/11 VM.</a:t>
            </a:r>
          </a:p>
          <a:p>
            <a:pPr marL="474986" lvl="1" indent="-237493" algn="ctr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Updated PowerShell to version 5.1+.</a:t>
            </a:r>
          </a:p>
          <a:p>
            <a:pPr marL="474986" lvl="1" indent="-237493" algn="ctr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Acquired Admin privileges for testing.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1328251"/>
            <a:ext cx="8959807" cy="193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4 – Script Modification</a:t>
            </a:r>
          </a:p>
          <a:p>
            <a:pPr marL="474986" lvl="1" indent="-237493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Edited Deploy-Application.ps1.</a:t>
            </a:r>
          </a:p>
          <a:p>
            <a:pPr marL="474986" lvl="1" indent="-237493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Added installation logic using Execute-MSI.</a:t>
            </a:r>
          </a:p>
          <a:p>
            <a:pPr marL="474986" lvl="1" indent="-237493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Added uninstallation logic using Execute-MSI -Action Uninstall.</a:t>
            </a:r>
          </a:p>
        </p:txBody>
      </p:sp>
      <p:sp>
        <p:nvSpPr>
          <p:cNvPr id="9" name="Freeform 9"/>
          <p:cNvSpPr/>
          <p:nvPr/>
        </p:nvSpPr>
        <p:spPr>
          <a:xfrm>
            <a:off x="10425966" y="9608924"/>
            <a:ext cx="7538283" cy="678076"/>
          </a:xfrm>
          <a:custGeom>
            <a:avLst/>
            <a:gdLst/>
            <a:ahLst/>
            <a:cxnLst/>
            <a:rect l="l" t="t" r="r" b="b"/>
            <a:pathLst>
              <a:path w="7538283" h="678076">
                <a:moveTo>
                  <a:pt x="0" y="0"/>
                </a:moveTo>
                <a:lnTo>
                  <a:pt x="7538283" y="0"/>
                </a:lnTo>
                <a:lnTo>
                  <a:pt x="7538283" y="678076"/>
                </a:lnTo>
                <a:lnTo>
                  <a:pt x="0" y="6780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9918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5504" y="3658227"/>
            <a:ext cx="7602696" cy="2355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5 – Run Deployment</a:t>
            </a:r>
          </a:p>
          <a:p>
            <a:pPr marL="474986" lvl="1" indent="-237493" algn="just">
              <a:lnSpc>
                <a:spcPts val="3080"/>
              </a:lnSpc>
              <a:buFont typeface="Arial"/>
              <a:buChar char="•"/>
            </a:pPr>
            <a:r>
              <a:rPr lang="en-US" sz="2200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Executed script with: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.\Deploy-Application.exe </a:t>
            </a:r>
          </a:p>
          <a:p>
            <a:pPr marL="474986" lvl="1" indent="-237493" algn="just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Verified installation of 7-Zip.</a:t>
            </a:r>
          </a:p>
          <a:p>
            <a:pPr marL="474986" lvl="1" indent="-237493" algn="just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Executed uninstall with: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.\Deploy-Application.exe – DeploymentType ‘Uninstall’</a:t>
            </a:r>
          </a:p>
        </p:txBody>
      </p:sp>
      <p:sp>
        <p:nvSpPr>
          <p:cNvPr id="3" name="Freeform 3"/>
          <p:cNvSpPr/>
          <p:nvPr/>
        </p:nvSpPr>
        <p:spPr>
          <a:xfrm>
            <a:off x="238462" y="159977"/>
            <a:ext cx="1327587" cy="868723"/>
          </a:xfrm>
          <a:custGeom>
            <a:avLst/>
            <a:gdLst/>
            <a:ahLst/>
            <a:cxnLst/>
            <a:rect l="l" t="t" r="r" b="b"/>
            <a:pathLst>
              <a:path w="1327587" h="868723">
                <a:moveTo>
                  <a:pt x="0" y="0"/>
                </a:moveTo>
                <a:lnTo>
                  <a:pt x="1327587" y="0"/>
                </a:lnTo>
                <a:lnTo>
                  <a:pt x="1327587" y="868723"/>
                </a:lnTo>
                <a:lnTo>
                  <a:pt x="0" y="868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5508" y="252046"/>
            <a:ext cx="1357695" cy="888052"/>
          </a:xfrm>
          <a:custGeom>
            <a:avLst/>
            <a:gdLst/>
            <a:ahLst/>
            <a:cxnLst/>
            <a:rect l="l" t="t" r="r" b="b"/>
            <a:pathLst>
              <a:path w="1357695" h="888052">
                <a:moveTo>
                  <a:pt x="0" y="0"/>
                </a:moveTo>
                <a:lnTo>
                  <a:pt x="1357695" y="0"/>
                </a:lnTo>
                <a:lnTo>
                  <a:pt x="1357695" y="888052"/>
                </a:lnTo>
                <a:lnTo>
                  <a:pt x="0" y="888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4000" y="1968844"/>
            <a:ext cx="7863060" cy="2871117"/>
          </a:xfrm>
          <a:custGeom>
            <a:avLst/>
            <a:gdLst/>
            <a:ahLst/>
            <a:cxnLst/>
            <a:rect l="l" t="t" r="r" b="b"/>
            <a:pathLst>
              <a:path w="7863060" h="2871117">
                <a:moveTo>
                  <a:pt x="0" y="0"/>
                </a:moveTo>
                <a:lnTo>
                  <a:pt x="7863060" y="0"/>
                </a:lnTo>
                <a:lnTo>
                  <a:pt x="7863060" y="2871117"/>
                </a:lnTo>
                <a:lnTo>
                  <a:pt x="0" y="2871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18565" y="5983596"/>
            <a:ext cx="8713931" cy="1907833"/>
          </a:xfrm>
          <a:custGeom>
            <a:avLst/>
            <a:gdLst/>
            <a:ahLst/>
            <a:cxnLst/>
            <a:rect l="l" t="t" r="r" b="b"/>
            <a:pathLst>
              <a:path w="8713931" h="1907833">
                <a:moveTo>
                  <a:pt x="0" y="0"/>
                </a:moveTo>
                <a:lnTo>
                  <a:pt x="8713930" y="0"/>
                </a:lnTo>
                <a:lnTo>
                  <a:pt x="8713930" y="1907833"/>
                </a:lnTo>
                <a:lnTo>
                  <a:pt x="0" y="19078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22" r="-62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425966" y="9608924"/>
            <a:ext cx="7538283" cy="678076"/>
          </a:xfrm>
          <a:custGeom>
            <a:avLst/>
            <a:gdLst/>
            <a:ahLst/>
            <a:cxnLst/>
            <a:rect l="l" t="t" r="r" b="b"/>
            <a:pathLst>
              <a:path w="7538283" h="678076">
                <a:moveTo>
                  <a:pt x="0" y="0"/>
                </a:moveTo>
                <a:lnTo>
                  <a:pt x="7538283" y="0"/>
                </a:lnTo>
                <a:lnTo>
                  <a:pt x="7538283" y="678076"/>
                </a:lnTo>
                <a:lnTo>
                  <a:pt x="0" y="6780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918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26096" y="4014694"/>
            <a:ext cx="13201072" cy="5594229"/>
          </a:xfrm>
          <a:custGeom>
            <a:avLst/>
            <a:gdLst/>
            <a:ahLst/>
            <a:cxnLst/>
            <a:rect l="l" t="t" r="r" b="b"/>
            <a:pathLst>
              <a:path w="13201072" h="4900898">
                <a:moveTo>
                  <a:pt x="0" y="0"/>
                </a:moveTo>
                <a:lnTo>
                  <a:pt x="13201072" y="0"/>
                </a:lnTo>
                <a:lnTo>
                  <a:pt x="13201072" y="4900898"/>
                </a:lnTo>
                <a:lnTo>
                  <a:pt x="0" y="4900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6279416" y="1102538"/>
            <a:ext cx="5729168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Script Modification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0840" y="2491241"/>
            <a:ext cx="8231029" cy="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Post-installation action: Move installer file to another folder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0126" y="2983455"/>
            <a:ext cx="5722858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Move-Item -Path "" -Destination "" -Force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8390" y="3500212"/>
            <a:ext cx="4912519" cy="37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Added logic for registry validation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238462" y="159977"/>
            <a:ext cx="1327587" cy="868723"/>
          </a:xfrm>
          <a:custGeom>
            <a:avLst/>
            <a:gdLst/>
            <a:ahLst/>
            <a:cxnLst/>
            <a:rect l="l" t="t" r="r" b="b"/>
            <a:pathLst>
              <a:path w="1327587" h="868723">
                <a:moveTo>
                  <a:pt x="0" y="0"/>
                </a:moveTo>
                <a:lnTo>
                  <a:pt x="1327587" y="0"/>
                </a:lnTo>
                <a:lnTo>
                  <a:pt x="1327587" y="868723"/>
                </a:lnTo>
                <a:lnTo>
                  <a:pt x="0" y="8687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5508" y="252046"/>
            <a:ext cx="1357695" cy="888052"/>
          </a:xfrm>
          <a:custGeom>
            <a:avLst/>
            <a:gdLst/>
            <a:ahLst/>
            <a:cxnLst/>
            <a:rect l="l" t="t" r="r" b="b"/>
            <a:pathLst>
              <a:path w="1357695" h="888052">
                <a:moveTo>
                  <a:pt x="0" y="0"/>
                </a:moveTo>
                <a:lnTo>
                  <a:pt x="1357695" y="0"/>
                </a:lnTo>
                <a:lnTo>
                  <a:pt x="1357695" y="888052"/>
                </a:lnTo>
                <a:lnTo>
                  <a:pt x="0" y="888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425966" y="9608924"/>
            <a:ext cx="7538283" cy="678076"/>
          </a:xfrm>
          <a:custGeom>
            <a:avLst/>
            <a:gdLst/>
            <a:ahLst/>
            <a:cxnLst/>
            <a:rect l="l" t="t" r="r" b="b"/>
            <a:pathLst>
              <a:path w="7538283" h="678076">
                <a:moveTo>
                  <a:pt x="0" y="0"/>
                </a:moveTo>
                <a:lnTo>
                  <a:pt x="7538283" y="0"/>
                </a:lnTo>
                <a:lnTo>
                  <a:pt x="7538283" y="678076"/>
                </a:lnTo>
                <a:lnTo>
                  <a:pt x="0" y="678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918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14504" y="4237142"/>
            <a:ext cx="8631337" cy="3954357"/>
          </a:xfrm>
          <a:custGeom>
            <a:avLst/>
            <a:gdLst/>
            <a:ahLst/>
            <a:cxnLst/>
            <a:rect l="l" t="t" r="r" b="b"/>
            <a:pathLst>
              <a:path w="8631337" h="3331664">
                <a:moveTo>
                  <a:pt x="0" y="0"/>
                </a:moveTo>
                <a:lnTo>
                  <a:pt x="8631338" y="0"/>
                </a:lnTo>
                <a:lnTo>
                  <a:pt x="8631338" y="3331663"/>
                </a:lnTo>
                <a:lnTo>
                  <a:pt x="0" y="3331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01" r="-73922" b="-4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398841" y="952500"/>
            <a:ext cx="3490317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Verification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14504" y="3009900"/>
            <a:ext cx="8751025" cy="816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1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Path → C:\Windows\Logs\Software or </a:t>
            </a:r>
            <a:r>
              <a:rPr lang="en-US" sz="2199" dirty="0" err="1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AppDeployToolkit</a:t>
            </a:r>
            <a:r>
              <a:rPr lang="en-US" sz="21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\Logs</a:t>
            </a:r>
          </a:p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 Confirm success/failure entries.</a:t>
            </a:r>
          </a:p>
        </p:txBody>
      </p:sp>
      <p:sp>
        <p:nvSpPr>
          <p:cNvPr id="5" name="Freeform 5"/>
          <p:cNvSpPr/>
          <p:nvPr/>
        </p:nvSpPr>
        <p:spPr>
          <a:xfrm>
            <a:off x="238462" y="159977"/>
            <a:ext cx="1327587" cy="868723"/>
          </a:xfrm>
          <a:custGeom>
            <a:avLst/>
            <a:gdLst/>
            <a:ahLst/>
            <a:cxnLst/>
            <a:rect l="l" t="t" r="r" b="b"/>
            <a:pathLst>
              <a:path w="1327587" h="868723">
                <a:moveTo>
                  <a:pt x="0" y="0"/>
                </a:moveTo>
                <a:lnTo>
                  <a:pt x="1327587" y="0"/>
                </a:lnTo>
                <a:lnTo>
                  <a:pt x="1327587" y="868723"/>
                </a:lnTo>
                <a:lnTo>
                  <a:pt x="0" y="8687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5508" y="252046"/>
            <a:ext cx="1357695" cy="888052"/>
          </a:xfrm>
          <a:custGeom>
            <a:avLst/>
            <a:gdLst/>
            <a:ahLst/>
            <a:cxnLst/>
            <a:rect l="l" t="t" r="r" b="b"/>
            <a:pathLst>
              <a:path w="1357695" h="888052">
                <a:moveTo>
                  <a:pt x="0" y="0"/>
                </a:moveTo>
                <a:lnTo>
                  <a:pt x="1357695" y="0"/>
                </a:lnTo>
                <a:lnTo>
                  <a:pt x="1357695" y="888052"/>
                </a:lnTo>
                <a:lnTo>
                  <a:pt x="0" y="888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425966" y="9608924"/>
            <a:ext cx="7538283" cy="678076"/>
          </a:xfrm>
          <a:custGeom>
            <a:avLst/>
            <a:gdLst/>
            <a:ahLst/>
            <a:cxnLst/>
            <a:rect l="l" t="t" r="r" b="b"/>
            <a:pathLst>
              <a:path w="7538283" h="678076">
                <a:moveTo>
                  <a:pt x="0" y="0"/>
                </a:moveTo>
                <a:lnTo>
                  <a:pt x="7538283" y="0"/>
                </a:lnTo>
                <a:lnTo>
                  <a:pt x="7538283" y="678076"/>
                </a:lnTo>
                <a:lnTo>
                  <a:pt x="0" y="678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918"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982124-FD9F-B46C-C4CF-ED00996F0714}"/>
              </a:ext>
            </a:extLst>
          </p:cNvPr>
          <p:cNvSpPr txBox="1"/>
          <p:nvPr/>
        </p:nvSpPr>
        <p:spPr>
          <a:xfrm>
            <a:off x="4191000" y="2340503"/>
            <a:ext cx="2143496" cy="51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Logs</a:t>
            </a:r>
            <a:r>
              <a:rPr lang="en-US" sz="2800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lang="en-US" dirty="0">
              <a:solidFill>
                <a:srgbClr val="0097B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80427" y="2575873"/>
            <a:ext cx="10314680" cy="765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dirty="0" err="1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Path→HKLM</a:t>
            </a:r>
            <a:r>
              <a:rPr lang="en-US" sz="21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\SOFTWARE\Microsoft\Windows\CurrentVersion\Uninstall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 Verify app entry present (7-Zip).</a:t>
            </a:r>
          </a:p>
        </p:txBody>
      </p:sp>
      <p:sp>
        <p:nvSpPr>
          <p:cNvPr id="3" name="Freeform 3"/>
          <p:cNvSpPr/>
          <p:nvPr/>
        </p:nvSpPr>
        <p:spPr>
          <a:xfrm>
            <a:off x="3941216" y="3660097"/>
            <a:ext cx="10405567" cy="5217203"/>
          </a:xfrm>
          <a:custGeom>
            <a:avLst/>
            <a:gdLst/>
            <a:ahLst/>
            <a:cxnLst/>
            <a:rect l="l" t="t" r="r" b="b"/>
            <a:pathLst>
              <a:path w="10405567" h="4864603">
                <a:moveTo>
                  <a:pt x="0" y="0"/>
                </a:moveTo>
                <a:lnTo>
                  <a:pt x="10405568" y="0"/>
                </a:lnTo>
                <a:lnTo>
                  <a:pt x="10405568" y="4864603"/>
                </a:lnTo>
                <a:lnTo>
                  <a:pt x="0" y="4864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425966" y="9608924"/>
            <a:ext cx="7538283" cy="678076"/>
          </a:xfrm>
          <a:custGeom>
            <a:avLst/>
            <a:gdLst/>
            <a:ahLst/>
            <a:cxnLst/>
            <a:rect l="l" t="t" r="r" b="b"/>
            <a:pathLst>
              <a:path w="7538283" h="678076">
                <a:moveTo>
                  <a:pt x="0" y="0"/>
                </a:moveTo>
                <a:lnTo>
                  <a:pt x="7538283" y="0"/>
                </a:lnTo>
                <a:lnTo>
                  <a:pt x="7538283" y="678076"/>
                </a:lnTo>
                <a:lnTo>
                  <a:pt x="0" y="678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918"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F610FE-4B28-4541-4962-7154E877760F}"/>
              </a:ext>
            </a:extLst>
          </p:cNvPr>
          <p:cNvSpPr txBox="1"/>
          <p:nvPr/>
        </p:nvSpPr>
        <p:spPr>
          <a:xfrm>
            <a:off x="3810000" y="2047130"/>
            <a:ext cx="2895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Registry:</a:t>
            </a:r>
            <a:endParaRPr lang="en-US" b="1" dirty="0">
              <a:solidFill>
                <a:srgbClr val="0097B2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0249" y="2697287"/>
            <a:ext cx="5529679" cy="2019107"/>
          </a:xfrm>
          <a:custGeom>
            <a:avLst/>
            <a:gdLst/>
            <a:ahLst/>
            <a:cxnLst/>
            <a:rect l="l" t="t" r="r" b="b"/>
            <a:pathLst>
              <a:path w="5529679" h="2019107">
                <a:moveTo>
                  <a:pt x="0" y="0"/>
                </a:moveTo>
                <a:lnTo>
                  <a:pt x="5529680" y="0"/>
                </a:lnTo>
                <a:lnTo>
                  <a:pt x="5529680" y="2019107"/>
                </a:lnTo>
                <a:lnTo>
                  <a:pt x="0" y="20191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5040244"/>
            <a:ext cx="7285434" cy="4207289"/>
          </a:xfrm>
          <a:custGeom>
            <a:avLst/>
            <a:gdLst/>
            <a:ahLst/>
            <a:cxnLst/>
            <a:rect l="l" t="t" r="r" b="b"/>
            <a:pathLst>
              <a:path w="7285434" h="4207289">
                <a:moveTo>
                  <a:pt x="0" y="0"/>
                </a:moveTo>
                <a:lnTo>
                  <a:pt x="7285434" y="0"/>
                </a:lnTo>
                <a:lnTo>
                  <a:pt x="7285434" y="4207288"/>
                </a:lnTo>
                <a:lnTo>
                  <a:pt x="0" y="4207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06920" b="-5138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561329" y="2697287"/>
            <a:ext cx="9371906" cy="6484813"/>
          </a:xfrm>
          <a:custGeom>
            <a:avLst/>
            <a:gdLst/>
            <a:ahLst/>
            <a:cxnLst/>
            <a:rect l="l" t="t" r="r" b="b"/>
            <a:pathLst>
              <a:path w="9371906" h="4186872">
                <a:moveTo>
                  <a:pt x="0" y="0"/>
                </a:moveTo>
                <a:lnTo>
                  <a:pt x="9371907" y="0"/>
                </a:lnTo>
                <a:lnTo>
                  <a:pt x="9371907" y="4186871"/>
                </a:lnTo>
                <a:lnTo>
                  <a:pt x="0" y="4186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2048" b="-5947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032552" y="952500"/>
            <a:ext cx="2222897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0538" y="1955477"/>
            <a:ext cx="5359390" cy="422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7-Zip installed successfully in VM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68730" y="1965002"/>
            <a:ext cx="5614269" cy="412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Script moved installer post-install</a:t>
            </a:r>
          </a:p>
        </p:txBody>
      </p:sp>
      <p:sp>
        <p:nvSpPr>
          <p:cNvPr id="8" name="Freeform 8"/>
          <p:cNvSpPr/>
          <p:nvPr/>
        </p:nvSpPr>
        <p:spPr>
          <a:xfrm>
            <a:off x="238462" y="159977"/>
            <a:ext cx="1327587" cy="868723"/>
          </a:xfrm>
          <a:custGeom>
            <a:avLst/>
            <a:gdLst/>
            <a:ahLst/>
            <a:cxnLst/>
            <a:rect l="l" t="t" r="r" b="b"/>
            <a:pathLst>
              <a:path w="1327587" h="868723">
                <a:moveTo>
                  <a:pt x="0" y="0"/>
                </a:moveTo>
                <a:lnTo>
                  <a:pt x="1327587" y="0"/>
                </a:lnTo>
                <a:lnTo>
                  <a:pt x="1327587" y="868723"/>
                </a:lnTo>
                <a:lnTo>
                  <a:pt x="0" y="8687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85508" y="252046"/>
            <a:ext cx="1357695" cy="888052"/>
          </a:xfrm>
          <a:custGeom>
            <a:avLst/>
            <a:gdLst/>
            <a:ahLst/>
            <a:cxnLst/>
            <a:rect l="l" t="t" r="r" b="b"/>
            <a:pathLst>
              <a:path w="1357695" h="888052">
                <a:moveTo>
                  <a:pt x="0" y="0"/>
                </a:moveTo>
                <a:lnTo>
                  <a:pt x="1357695" y="0"/>
                </a:lnTo>
                <a:lnTo>
                  <a:pt x="1357695" y="888052"/>
                </a:lnTo>
                <a:lnTo>
                  <a:pt x="0" y="8880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425966" y="9608924"/>
            <a:ext cx="7538283" cy="678076"/>
          </a:xfrm>
          <a:custGeom>
            <a:avLst/>
            <a:gdLst/>
            <a:ahLst/>
            <a:cxnLst/>
            <a:rect l="l" t="t" r="r" b="b"/>
            <a:pathLst>
              <a:path w="7538283" h="678076">
                <a:moveTo>
                  <a:pt x="0" y="0"/>
                </a:moveTo>
                <a:lnTo>
                  <a:pt x="7538283" y="0"/>
                </a:lnTo>
                <a:lnTo>
                  <a:pt x="7538283" y="678076"/>
                </a:lnTo>
                <a:lnTo>
                  <a:pt x="0" y="6780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9918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84081" y="1865272"/>
            <a:ext cx="6508055" cy="6216636"/>
          </a:xfrm>
          <a:custGeom>
            <a:avLst/>
            <a:gdLst/>
            <a:ahLst/>
            <a:cxnLst/>
            <a:rect l="l" t="t" r="r" b="b"/>
            <a:pathLst>
              <a:path w="6508055" h="6216636">
                <a:moveTo>
                  <a:pt x="0" y="0"/>
                </a:moveTo>
                <a:lnTo>
                  <a:pt x="6508056" y="0"/>
                </a:lnTo>
                <a:lnTo>
                  <a:pt x="6508056" y="6216636"/>
                </a:lnTo>
                <a:lnTo>
                  <a:pt x="0" y="6216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274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568484" y="1621733"/>
            <a:ext cx="3618088" cy="752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dirty="0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5864" y="2883146"/>
            <a:ext cx="11745241" cy="4180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8" lvl="1" indent="-302259" algn="l">
              <a:lnSpc>
                <a:spcPct val="200000"/>
              </a:lnSpc>
              <a:buFont typeface="Arial"/>
              <a:buChar char="•"/>
            </a:pPr>
            <a:r>
              <a:rPr lang="en-US" sz="27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https://github.com/PSAppDeployToolkit/PSAppDeployToolkit</a:t>
            </a:r>
          </a:p>
          <a:p>
            <a:pPr marL="604518" lvl="1" indent="-302259" algn="l">
              <a:lnSpc>
                <a:spcPct val="200000"/>
              </a:lnSpc>
              <a:buFont typeface="Arial"/>
              <a:buChar char="•"/>
            </a:pPr>
            <a:r>
              <a:rPr lang="en-US" sz="27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https://psappdeploytoolkit.com/docs/reference</a:t>
            </a:r>
          </a:p>
          <a:p>
            <a:pPr marL="604518" lvl="1" indent="-302259" algn="l">
              <a:lnSpc>
                <a:spcPct val="200000"/>
              </a:lnSpc>
              <a:buFont typeface="Arial"/>
              <a:buChar char="•"/>
            </a:pPr>
            <a:r>
              <a:rPr lang="en-US" sz="27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https://www.7-zip.org/</a:t>
            </a:r>
          </a:p>
          <a:p>
            <a:pPr marL="604518" lvl="1" indent="-302259" algn="l">
              <a:lnSpc>
                <a:spcPct val="200000"/>
              </a:lnSpc>
              <a:buFont typeface="Arial"/>
              <a:buChar char="•"/>
            </a:pPr>
            <a:r>
              <a:rPr lang="en-US" sz="27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https://www.advancedinstaller.com/application-packaging-process.html</a:t>
            </a:r>
          </a:p>
        </p:txBody>
      </p:sp>
      <p:sp>
        <p:nvSpPr>
          <p:cNvPr id="5" name="Freeform 5"/>
          <p:cNvSpPr/>
          <p:nvPr/>
        </p:nvSpPr>
        <p:spPr>
          <a:xfrm>
            <a:off x="10425966" y="9608924"/>
            <a:ext cx="7538283" cy="678076"/>
          </a:xfrm>
          <a:custGeom>
            <a:avLst/>
            <a:gdLst/>
            <a:ahLst/>
            <a:cxnLst/>
            <a:rect l="l" t="t" r="r" b="b"/>
            <a:pathLst>
              <a:path w="7538283" h="678076">
                <a:moveTo>
                  <a:pt x="0" y="0"/>
                </a:moveTo>
                <a:lnTo>
                  <a:pt x="7538283" y="0"/>
                </a:lnTo>
                <a:lnTo>
                  <a:pt x="7538283" y="678076"/>
                </a:lnTo>
                <a:lnTo>
                  <a:pt x="0" y="678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918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0" y="1998431"/>
            <a:ext cx="3872389" cy="752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dirty="0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66049" y="3306556"/>
            <a:ext cx="16757095" cy="4479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ct val="200000"/>
              </a:lnSpc>
              <a:buFont typeface="Arial"/>
              <a:buChar char="•"/>
            </a:pPr>
            <a:r>
              <a:rPr lang="en-US" sz="29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Successfully demonstrated application deployment using PSADT in a VM environment.</a:t>
            </a:r>
          </a:p>
          <a:p>
            <a:pPr marL="647697" lvl="1" indent="-323848" algn="l">
              <a:lnSpc>
                <a:spcPct val="200000"/>
              </a:lnSpc>
              <a:buFont typeface="Arial"/>
              <a:buChar char="•"/>
            </a:pPr>
            <a:r>
              <a:rPr lang="en-US" sz="29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Automated install, uninstall, and post-install actions with script customization.</a:t>
            </a:r>
          </a:p>
          <a:p>
            <a:pPr marL="647697" lvl="1" indent="-323848" algn="l">
              <a:lnSpc>
                <a:spcPct val="200000"/>
              </a:lnSpc>
              <a:buFont typeface="Arial"/>
              <a:buChar char="•"/>
            </a:pPr>
            <a:r>
              <a:rPr lang="en-US" sz="2999" dirty="0">
                <a:solidFill>
                  <a:srgbClr val="0097B2"/>
                </a:solidFill>
                <a:latin typeface="Montserrat"/>
                <a:ea typeface="Montserrat"/>
                <a:cs typeface="Montserrat"/>
                <a:sym typeface="Montserrat"/>
              </a:rPr>
              <a:t>Verified success through logs and registry entries, proving reliability and standardization.</a:t>
            </a:r>
          </a:p>
        </p:txBody>
      </p:sp>
      <p:sp>
        <p:nvSpPr>
          <p:cNvPr id="4" name="Freeform 4"/>
          <p:cNvSpPr/>
          <p:nvPr/>
        </p:nvSpPr>
        <p:spPr>
          <a:xfrm>
            <a:off x="238462" y="159977"/>
            <a:ext cx="1327587" cy="868723"/>
          </a:xfrm>
          <a:custGeom>
            <a:avLst/>
            <a:gdLst/>
            <a:ahLst/>
            <a:cxnLst/>
            <a:rect l="l" t="t" r="r" b="b"/>
            <a:pathLst>
              <a:path w="1327587" h="868723">
                <a:moveTo>
                  <a:pt x="0" y="0"/>
                </a:moveTo>
                <a:lnTo>
                  <a:pt x="1327587" y="0"/>
                </a:lnTo>
                <a:lnTo>
                  <a:pt x="1327587" y="868723"/>
                </a:lnTo>
                <a:lnTo>
                  <a:pt x="0" y="868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5508" y="252046"/>
            <a:ext cx="1357695" cy="888052"/>
          </a:xfrm>
          <a:custGeom>
            <a:avLst/>
            <a:gdLst/>
            <a:ahLst/>
            <a:cxnLst/>
            <a:rect l="l" t="t" r="r" b="b"/>
            <a:pathLst>
              <a:path w="1357695" h="888052">
                <a:moveTo>
                  <a:pt x="0" y="0"/>
                </a:moveTo>
                <a:lnTo>
                  <a:pt x="1357695" y="0"/>
                </a:lnTo>
                <a:lnTo>
                  <a:pt x="1357695" y="888052"/>
                </a:lnTo>
                <a:lnTo>
                  <a:pt x="0" y="888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425966" y="9608924"/>
            <a:ext cx="7538283" cy="678076"/>
          </a:xfrm>
          <a:custGeom>
            <a:avLst/>
            <a:gdLst/>
            <a:ahLst/>
            <a:cxnLst/>
            <a:rect l="l" t="t" r="r" b="b"/>
            <a:pathLst>
              <a:path w="7538283" h="678076">
                <a:moveTo>
                  <a:pt x="0" y="0"/>
                </a:moveTo>
                <a:lnTo>
                  <a:pt x="7538283" y="0"/>
                </a:lnTo>
                <a:lnTo>
                  <a:pt x="7538283" y="678076"/>
                </a:lnTo>
                <a:lnTo>
                  <a:pt x="0" y="678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918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03138" y="4185911"/>
            <a:ext cx="8081725" cy="1724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38"/>
              </a:lnSpc>
              <a:spcBef>
                <a:spcPct val="0"/>
              </a:spcBef>
            </a:pPr>
            <a:r>
              <a:rPr lang="en-US" sz="10099" b="1">
                <a:solidFill>
                  <a:srgbClr val="0097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238462" y="159977"/>
            <a:ext cx="1327587" cy="868723"/>
          </a:xfrm>
          <a:custGeom>
            <a:avLst/>
            <a:gdLst/>
            <a:ahLst/>
            <a:cxnLst/>
            <a:rect l="l" t="t" r="r" b="b"/>
            <a:pathLst>
              <a:path w="1327587" h="868723">
                <a:moveTo>
                  <a:pt x="0" y="0"/>
                </a:moveTo>
                <a:lnTo>
                  <a:pt x="1327587" y="0"/>
                </a:lnTo>
                <a:lnTo>
                  <a:pt x="1327587" y="868723"/>
                </a:lnTo>
                <a:lnTo>
                  <a:pt x="0" y="868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5508" y="252046"/>
            <a:ext cx="1357695" cy="888052"/>
          </a:xfrm>
          <a:custGeom>
            <a:avLst/>
            <a:gdLst/>
            <a:ahLst/>
            <a:cxnLst/>
            <a:rect l="l" t="t" r="r" b="b"/>
            <a:pathLst>
              <a:path w="1357695" h="888052">
                <a:moveTo>
                  <a:pt x="0" y="0"/>
                </a:moveTo>
                <a:lnTo>
                  <a:pt x="1357695" y="0"/>
                </a:lnTo>
                <a:lnTo>
                  <a:pt x="1357695" y="888052"/>
                </a:lnTo>
                <a:lnTo>
                  <a:pt x="0" y="888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235903" y="9737603"/>
            <a:ext cx="5731594" cy="781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www.rpsconsulting.in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endParaRPr lang="en-US"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478</Words>
  <Application>Microsoft Office PowerPoint</Application>
  <PresentationFormat>Custom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Montserrat</vt:lpstr>
      <vt:lpstr>Montserrat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cp:lastModifiedBy>Radhey Radhey</cp:lastModifiedBy>
  <cp:revision>6</cp:revision>
  <dcterms:created xsi:type="dcterms:W3CDTF">2006-08-16T00:00:00Z</dcterms:created>
  <dcterms:modified xsi:type="dcterms:W3CDTF">2025-09-03T06:06:37Z</dcterms:modified>
  <dc:identifier>DAGxvioFtFo</dc:identifier>
</cp:coreProperties>
</file>